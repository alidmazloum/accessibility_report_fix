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Override1.xml" ContentType="application/vnd.openxmlformats-officedocument.themeOverrid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0" r:id="rId3"/>
    <p:sldMasterId id="2147483672" r:id="rId4"/>
    <p:sldMasterId id="2147483717" r:id="rId5"/>
  </p:sldMasterIdLst>
  <p:notesMasterIdLst>
    <p:notesMasterId r:id="rId44"/>
  </p:notesMasterIdLst>
  <p:handoutMasterIdLst>
    <p:handoutMasterId r:id="rId45"/>
  </p:handoutMasterIdLst>
  <p:sldIdLst>
    <p:sldId id="408" r:id="rId6"/>
    <p:sldId id="301" r:id="rId7"/>
    <p:sldId id="302" r:id="rId8"/>
    <p:sldId id="303" r:id="rId9"/>
    <p:sldId id="305" r:id="rId10"/>
    <p:sldId id="338" r:id="rId11"/>
    <p:sldId id="339" r:id="rId12"/>
    <p:sldId id="307" r:id="rId13"/>
    <p:sldId id="409" r:id="rId14"/>
    <p:sldId id="308" r:id="rId15"/>
    <p:sldId id="309" r:id="rId16"/>
    <p:sldId id="310" r:id="rId17"/>
    <p:sldId id="320" r:id="rId18"/>
    <p:sldId id="311" r:id="rId19"/>
    <p:sldId id="312" r:id="rId20"/>
    <p:sldId id="410" r:id="rId21"/>
    <p:sldId id="411" r:id="rId22"/>
    <p:sldId id="313" r:id="rId23"/>
    <p:sldId id="314" r:id="rId24"/>
    <p:sldId id="317" r:id="rId25"/>
    <p:sldId id="318" r:id="rId26"/>
    <p:sldId id="412" r:id="rId27"/>
    <p:sldId id="413" r:id="rId28"/>
    <p:sldId id="319" r:id="rId29"/>
    <p:sldId id="321" r:id="rId30"/>
    <p:sldId id="323" r:id="rId31"/>
    <p:sldId id="324" r:id="rId32"/>
    <p:sldId id="329" r:id="rId33"/>
    <p:sldId id="340" r:id="rId34"/>
    <p:sldId id="341" r:id="rId35"/>
    <p:sldId id="331" r:id="rId36"/>
    <p:sldId id="332" r:id="rId37"/>
    <p:sldId id="333" r:id="rId38"/>
    <p:sldId id="342" r:id="rId39"/>
    <p:sldId id="343" r:id="rId40"/>
    <p:sldId id="335" r:id="rId41"/>
    <p:sldId id="414" r:id="rId42"/>
    <p:sldId id="337" r:id="rId43"/>
  </p:sldIdLst>
  <p:sldSz cx="12192000" cy="6858000"/>
  <p:notesSz cx="7315200" cy="96012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736">
          <p15:clr>
            <a:srgbClr val="A4A3A4"/>
          </p15:clr>
        </p15:guide>
        <p15:guide id="2" orient="horz" pos="864">
          <p15:clr>
            <a:srgbClr val="A4A3A4"/>
          </p15:clr>
        </p15:guide>
        <p15:guide id="3" pos="384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D2B4"/>
    <a:srgbClr val="35297D"/>
    <a:srgbClr val="00252E"/>
    <a:srgbClr val="FFFF9B"/>
    <a:srgbClr val="FFCC68"/>
    <a:srgbClr val="FFE59B"/>
    <a:srgbClr val="F6BF69"/>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19" autoAdjust="0"/>
    <p:restoredTop sz="73849" autoAdjust="0"/>
  </p:normalViewPr>
  <p:slideViewPr>
    <p:cSldViewPr snapToGrid="0">
      <p:cViewPr varScale="1">
        <p:scale>
          <a:sx n="81" d="100"/>
          <a:sy n="81" d="100"/>
        </p:scale>
        <p:origin x="1108" y="64"/>
      </p:cViewPr>
      <p:guideLst>
        <p:guide orient="horz" pos="2736"/>
        <p:guide orient="horz" pos="864"/>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446"/>
    </p:cViewPr>
  </p:sorterViewPr>
  <p:notesViewPr>
    <p:cSldViewPr snapToGrid="0">
      <p:cViewPr varScale="1">
        <p:scale>
          <a:sx n="77" d="100"/>
          <a:sy n="77" d="100"/>
        </p:scale>
        <p:origin x="3960" y="108"/>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handoutMaster" Target="handoutMasters/handoutMaster1.xml"/><Relationship Id="rId5" Type="http://schemas.openxmlformats.org/officeDocument/2006/relationships/slideMaster" Target="slideMasters/slideMaster3.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slideMaster" Target="slideMasters/slideMaster2.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slideMaster" Target="slideMasters/slideMaster1.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zloum, Ali" userId="0e46b76c-4dc3-49df-abdc-a913f6f1ee66" providerId="ADAL" clId="{F292DC57-7BA6-4883-B3DE-813F63FEDC9F}"/>
    <pc:docChg chg="modSld">
      <pc:chgData name="Mazloum, Ali" userId="0e46b76c-4dc3-49df-abdc-a913f6f1ee66" providerId="ADAL" clId="{F292DC57-7BA6-4883-B3DE-813F63FEDC9F}" dt="2025-10-19T18:23:28.716" v="1" actId="20577"/>
      <pc:docMkLst>
        <pc:docMk/>
      </pc:docMkLst>
      <pc:sldChg chg="modSp mod">
        <pc:chgData name="Mazloum, Ali" userId="0e46b76c-4dc3-49df-abdc-a913f6f1ee66" providerId="ADAL" clId="{F292DC57-7BA6-4883-B3DE-813F63FEDC9F}" dt="2025-10-19T18:23:28.716" v="1" actId="20577"/>
        <pc:sldMkLst>
          <pc:docMk/>
          <pc:sldMk cId="0" sldId="408"/>
        </pc:sldMkLst>
        <pc:spChg chg="mod">
          <ac:chgData name="Mazloum, Ali" userId="0e46b76c-4dc3-49df-abdc-a913f6f1ee66" providerId="ADAL" clId="{F292DC57-7BA6-4883-B3DE-813F63FEDC9F}" dt="2025-10-19T18:23:28.716" v="1" actId="20577"/>
          <ac:spMkLst>
            <pc:docMk/>
            <pc:sldMk cId="0" sldId="408"/>
            <ac:spMk id="2" creationId="{9490CF55-01B2-0BD3-1510-35CE1B66B4B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0770" name="Rectangle 4">
            <a:extLst>
              <a:ext uri="{FF2B5EF4-FFF2-40B4-BE49-F238E27FC236}">
                <a16:creationId xmlns:a16="http://schemas.microsoft.com/office/drawing/2014/main" id="{8A028131-838B-5D38-F295-9884AE8812B6}"/>
              </a:ext>
            </a:extLst>
          </p:cNvPr>
          <p:cNvSpPr>
            <a:spLocks noChangeArrowheads="1"/>
          </p:cNvSpPr>
          <p:nvPr/>
        </p:nvSpPr>
        <p:spPr bwMode="auto">
          <a:xfrm>
            <a:off x="58738" y="9263063"/>
            <a:ext cx="7161212" cy="385762"/>
          </a:xfrm>
          <a:prstGeom prst="rect">
            <a:avLst/>
          </a:prstGeom>
          <a:noFill/>
          <a:ln>
            <a:noFill/>
          </a:ln>
        </p:spPr>
        <p:txBody>
          <a:bodyPr lIns="103142" tIns="54107" rIns="103142" bIns="54107">
            <a:spAutoFit/>
          </a:bodyPr>
          <a:lstStyle>
            <a:lvl1pPr defTabSz="657225" eaLnBrk="0" hangingPunct="0">
              <a:tabLst>
                <a:tab pos="2573338" algn="l"/>
                <a:tab pos="5207000" algn="l"/>
              </a:tabLst>
              <a:defRPr sz="2400">
                <a:solidFill>
                  <a:schemeClr val="tx1"/>
                </a:solidFill>
                <a:latin typeface="Arial" charset="0"/>
                <a:cs typeface="Arial" charset="0"/>
              </a:defRPr>
            </a:lvl1pPr>
            <a:lvl2pPr marL="742950" indent="-285750" defTabSz="657225" eaLnBrk="0" hangingPunct="0">
              <a:tabLst>
                <a:tab pos="2573338" algn="l"/>
                <a:tab pos="5207000" algn="l"/>
              </a:tabLst>
              <a:defRPr sz="2400">
                <a:solidFill>
                  <a:schemeClr val="tx1"/>
                </a:solidFill>
                <a:latin typeface="Arial" charset="0"/>
                <a:cs typeface="Arial" charset="0"/>
              </a:defRPr>
            </a:lvl2pPr>
            <a:lvl3pPr marL="1143000" indent="-228600" defTabSz="657225" eaLnBrk="0" hangingPunct="0">
              <a:tabLst>
                <a:tab pos="2573338" algn="l"/>
                <a:tab pos="5207000" algn="l"/>
              </a:tabLst>
              <a:defRPr sz="2400">
                <a:solidFill>
                  <a:schemeClr val="tx1"/>
                </a:solidFill>
                <a:latin typeface="Arial" charset="0"/>
                <a:cs typeface="Arial" charset="0"/>
              </a:defRPr>
            </a:lvl3pPr>
            <a:lvl4pPr marL="1600200" indent="-228600" defTabSz="657225" eaLnBrk="0" hangingPunct="0">
              <a:tabLst>
                <a:tab pos="2573338" algn="l"/>
                <a:tab pos="5207000" algn="l"/>
              </a:tabLst>
              <a:defRPr sz="2400">
                <a:solidFill>
                  <a:schemeClr val="tx1"/>
                </a:solidFill>
                <a:latin typeface="Arial" charset="0"/>
                <a:cs typeface="Arial" charset="0"/>
              </a:defRPr>
            </a:lvl4pPr>
            <a:lvl5pPr marL="2057400" indent="-228600" defTabSz="657225" eaLnBrk="0" hangingPunct="0">
              <a:tabLst>
                <a:tab pos="2573338" algn="l"/>
                <a:tab pos="5207000" algn="l"/>
              </a:tabLst>
              <a:defRPr sz="2400">
                <a:solidFill>
                  <a:schemeClr val="tx1"/>
                </a:solidFill>
                <a:latin typeface="Arial" charset="0"/>
                <a:cs typeface="Arial" charset="0"/>
              </a:defRPr>
            </a:lvl5pPr>
            <a:lvl6pPr marL="2514600" indent="-228600" defTabSz="657225" eaLnBrk="0" fontAlgn="base" hangingPunct="0">
              <a:spcBef>
                <a:spcPct val="0"/>
              </a:spcBef>
              <a:spcAft>
                <a:spcPct val="0"/>
              </a:spcAft>
              <a:tabLst>
                <a:tab pos="2573338" algn="l"/>
                <a:tab pos="5207000" algn="l"/>
              </a:tabLst>
              <a:defRPr sz="2400">
                <a:solidFill>
                  <a:schemeClr val="tx1"/>
                </a:solidFill>
                <a:latin typeface="Arial" charset="0"/>
                <a:cs typeface="Arial" charset="0"/>
              </a:defRPr>
            </a:lvl6pPr>
            <a:lvl7pPr marL="2971800" indent="-228600" defTabSz="657225" eaLnBrk="0" fontAlgn="base" hangingPunct="0">
              <a:spcBef>
                <a:spcPct val="0"/>
              </a:spcBef>
              <a:spcAft>
                <a:spcPct val="0"/>
              </a:spcAft>
              <a:tabLst>
                <a:tab pos="2573338" algn="l"/>
                <a:tab pos="5207000" algn="l"/>
              </a:tabLst>
              <a:defRPr sz="2400">
                <a:solidFill>
                  <a:schemeClr val="tx1"/>
                </a:solidFill>
                <a:latin typeface="Arial" charset="0"/>
                <a:cs typeface="Arial" charset="0"/>
              </a:defRPr>
            </a:lvl7pPr>
            <a:lvl8pPr marL="3429000" indent="-228600" defTabSz="657225" eaLnBrk="0" fontAlgn="base" hangingPunct="0">
              <a:spcBef>
                <a:spcPct val="0"/>
              </a:spcBef>
              <a:spcAft>
                <a:spcPct val="0"/>
              </a:spcAft>
              <a:tabLst>
                <a:tab pos="2573338" algn="l"/>
                <a:tab pos="5207000" algn="l"/>
              </a:tabLst>
              <a:defRPr sz="2400">
                <a:solidFill>
                  <a:schemeClr val="tx1"/>
                </a:solidFill>
                <a:latin typeface="Arial" charset="0"/>
                <a:cs typeface="Arial" charset="0"/>
              </a:defRPr>
            </a:lvl8pPr>
            <a:lvl9pPr marL="3886200" indent="-228600" defTabSz="657225" eaLnBrk="0" fontAlgn="base" hangingPunct="0">
              <a:spcBef>
                <a:spcPct val="0"/>
              </a:spcBef>
              <a:spcAft>
                <a:spcPct val="0"/>
              </a:spcAft>
              <a:tabLst>
                <a:tab pos="2573338" algn="l"/>
                <a:tab pos="5207000" algn="l"/>
              </a:tabLst>
              <a:defRPr sz="2400">
                <a:solidFill>
                  <a:schemeClr val="tx1"/>
                </a:solidFill>
                <a:latin typeface="Arial" charset="0"/>
                <a:cs typeface="Arial" charset="0"/>
              </a:defRPr>
            </a:lvl9pPr>
          </a:lstStyle>
          <a:p>
            <a:pPr>
              <a:defRPr/>
            </a:pPr>
            <a:r>
              <a:rPr lang="en-US" altLang="en-US" sz="900" b="1"/>
              <a:t>Copyright © 2001, Cisco Systems, Inc. All rights reserved. Printed in USA.</a:t>
            </a:r>
            <a:br>
              <a:rPr lang="en-US" altLang="en-US" sz="900" b="1"/>
            </a:br>
            <a:r>
              <a:rPr lang="en-US" altLang="en-US" sz="900" b="1"/>
              <a:t>Presentation_ID.scr</a:t>
            </a:r>
          </a:p>
        </p:txBody>
      </p:sp>
      <p:sp>
        <p:nvSpPr>
          <p:cNvPr id="19459" name="Line 5">
            <a:extLst>
              <a:ext uri="{FF2B5EF4-FFF2-40B4-BE49-F238E27FC236}">
                <a16:creationId xmlns:a16="http://schemas.microsoft.com/office/drawing/2014/main" id="{62A13B15-29D4-1862-5D18-6DE5DFC1FCC0}"/>
              </a:ext>
            </a:extLst>
          </p:cNvPr>
          <p:cNvSpPr>
            <a:spLocks noChangeShapeType="1"/>
          </p:cNvSpPr>
          <p:nvPr/>
        </p:nvSpPr>
        <p:spPr bwMode="auto">
          <a:xfrm>
            <a:off x="160338" y="9278938"/>
            <a:ext cx="699293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9434" tIns="49718" rIns="99434" bIns="49718" anchor="ctr"/>
          <a:lstStyle/>
          <a:p>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8">
            <a:extLst>
              <a:ext uri="{FF2B5EF4-FFF2-40B4-BE49-F238E27FC236}">
                <a16:creationId xmlns:a16="http://schemas.microsoft.com/office/drawing/2014/main" id="{7792A884-3A2B-440F-BB29-6376262C4C12}"/>
              </a:ext>
            </a:extLst>
          </p:cNvPr>
          <p:cNvSpPr>
            <a:spLocks noChangeArrowheads="1"/>
          </p:cNvSpPr>
          <p:nvPr/>
        </p:nvSpPr>
        <p:spPr bwMode="auto">
          <a:xfrm>
            <a:off x="6521450" y="8890000"/>
            <a:ext cx="469900" cy="220663"/>
          </a:xfrm>
          <a:prstGeom prst="rect">
            <a:avLst/>
          </a:prstGeom>
          <a:noFill/>
          <a:ln>
            <a:noFill/>
          </a:ln>
        </p:spPr>
        <p:txBody>
          <a:bodyPr wrap="none" lIns="99434" tIns="49718" rIns="99434" bIns="49718" anchor="ct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a:lnSpc>
                <a:spcPct val="90000"/>
              </a:lnSpc>
              <a:defRPr/>
            </a:pPr>
            <a:endParaRPr lang="en-US" altLang="en-US"/>
          </a:p>
        </p:txBody>
      </p:sp>
      <p:sp>
        <p:nvSpPr>
          <p:cNvPr id="88067" name="Rectangle 9">
            <a:extLst>
              <a:ext uri="{FF2B5EF4-FFF2-40B4-BE49-F238E27FC236}">
                <a16:creationId xmlns:a16="http://schemas.microsoft.com/office/drawing/2014/main" id="{3D9C91B6-B158-0A80-AE39-7C35F5D380B6}"/>
              </a:ext>
            </a:extLst>
          </p:cNvPr>
          <p:cNvSpPr>
            <a:spLocks noChangeArrowheads="1"/>
          </p:cNvSpPr>
          <p:nvPr/>
        </p:nvSpPr>
        <p:spPr bwMode="auto">
          <a:xfrm>
            <a:off x="58738" y="9075738"/>
            <a:ext cx="2733675" cy="522287"/>
          </a:xfrm>
          <a:prstGeom prst="rect">
            <a:avLst/>
          </a:prstGeom>
          <a:noFill/>
          <a:ln>
            <a:noFill/>
          </a:ln>
        </p:spPr>
        <p:txBody>
          <a:bodyPr lIns="101605" tIns="53300" rIns="101605" bIns="53300">
            <a:spAutoFit/>
          </a:bodyPr>
          <a:lstStyle>
            <a:lvl1pPr defTabSz="647700" eaLnBrk="0" hangingPunct="0">
              <a:tabLst>
                <a:tab pos="2533650" algn="l"/>
                <a:tab pos="5129213" algn="l"/>
              </a:tabLst>
              <a:defRPr sz="2400">
                <a:solidFill>
                  <a:schemeClr val="tx1"/>
                </a:solidFill>
                <a:latin typeface="Arial" charset="0"/>
                <a:cs typeface="Arial" charset="0"/>
              </a:defRPr>
            </a:lvl1pPr>
            <a:lvl2pPr marL="742950" indent="-285750" defTabSz="647700" eaLnBrk="0" hangingPunct="0">
              <a:tabLst>
                <a:tab pos="2533650" algn="l"/>
                <a:tab pos="5129213" algn="l"/>
              </a:tabLst>
              <a:defRPr sz="2400">
                <a:solidFill>
                  <a:schemeClr val="tx1"/>
                </a:solidFill>
                <a:latin typeface="Arial" charset="0"/>
                <a:cs typeface="Arial" charset="0"/>
              </a:defRPr>
            </a:lvl2pPr>
            <a:lvl3pPr marL="1143000" indent="-228600" defTabSz="647700" eaLnBrk="0" hangingPunct="0">
              <a:tabLst>
                <a:tab pos="2533650" algn="l"/>
                <a:tab pos="5129213" algn="l"/>
              </a:tabLst>
              <a:defRPr sz="2400">
                <a:solidFill>
                  <a:schemeClr val="tx1"/>
                </a:solidFill>
                <a:latin typeface="Arial" charset="0"/>
                <a:cs typeface="Arial" charset="0"/>
              </a:defRPr>
            </a:lvl3pPr>
            <a:lvl4pPr marL="1600200" indent="-228600" defTabSz="647700" eaLnBrk="0" hangingPunct="0">
              <a:tabLst>
                <a:tab pos="2533650" algn="l"/>
                <a:tab pos="5129213" algn="l"/>
              </a:tabLst>
              <a:defRPr sz="2400">
                <a:solidFill>
                  <a:schemeClr val="tx1"/>
                </a:solidFill>
                <a:latin typeface="Arial" charset="0"/>
                <a:cs typeface="Arial" charset="0"/>
              </a:defRPr>
            </a:lvl4pPr>
            <a:lvl5pPr marL="2057400" indent="-228600" defTabSz="647700" eaLnBrk="0" hangingPunct="0">
              <a:tabLst>
                <a:tab pos="2533650" algn="l"/>
                <a:tab pos="5129213" algn="l"/>
              </a:tabLst>
              <a:defRPr sz="2400">
                <a:solidFill>
                  <a:schemeClr val="tx1"/>
                </a:solidFill>
                <a:latin typeface="Arial" charset="0"/>
                <a:cs typeface="Arial" charset="0"/>
              </a:defRPr>
            </a:lvl5pPr>
            <a:lvl6pPr marL="2514600" indent="-228600" defTabSz="647700" eaLnBrk="0" fontAlgn="base" hangingPunct="0">
              <a:spcBef>
                <a:spcPct val="0"/>
              </a:spcBef>
              <a:spcAft>
                <a:spcPct val="0"/>
              </a:spcAft>
              <a:tabLst>
                <a:tab pos="2533650" algn="l"/>
                <a:tab pos="5129213" algn="l"/>
              </a:tabLst>
              <a:defRPr sz="2400">
                <a:solidFill>
                  <a:schemeClr val="tx1"/>
                </a:solidFill>
                <a:latin typeface="Arial" charset="0"/>
                <a:cs typeface="Arial" charset="0"/>
              </a:defRPr>
            </a:lvl6pPr>
            <a:lvl7pPr marL="2971800" indent="-228600" defTabSz="647700" eaLnBrk="0" fontAlgn="base" hangingPunct="0">
              <a:spcBef>
                <a:spcPct val="0"/>
              </a:spcBef>
              <a:spcAft>
                <a:spcPct val="0"/>
              </a:spcAft>
              <a:tabLst>
                <a:tab pos="2533650" algn="l"/>
                <a:tab pos="5129213" algn="l"/>
              </a:tabLst>
              <a:defRPr sz="2400">
                <a:solidFill>
                  <a:schemeClr val="tx1"/>
                </a:solidFill>
                <a:latin typeface="Arial" charset="0"/>
                <a:cs typeface="Arial" charset="0"/>
              </a:defRPr>
            </a:lvl7pPr>
            <a:lvl8pPr marL="3429000" indent="-228600" defTabSz="647700" eaLnBrk="0" fontAlgn="base" hangingPunct="0">
              <a:spcBef>
                <a:spcPct val="0"/>
              </a:spcBef>
              <a:spcAft>
                <a:spcPct val="0"/>
              </a:spcAft>
              <a:tabLst>
                <a:tab pos="2533650" algn="l"/>
                <a:tab pos="5129213" algn="l"/>
              </a:tabLst>
              <a:defRPr sz="2400">
                <a:solidFill>
                  <a:schemeClr val="tx1"/>
                </a:solidFill>
                <a:latin typeface="Arial" charset="0"/>
                <a:cs typeface="Arial" charset="0"/>
              </a:defRPr>
            </a:lvl8pPr>
            <a:lvl9pPr marL="3886200" indent="-228600" defTabSz="647700" eaLnBrk="0" fontAlgn="base" hangingPunct="0">
              <a:spcBef>
                <a:spcPct val="0"/>
              </a:spcBef>
              <a:spcAft>
                <a:spcPct val="0"/>
              </a:spcAft>
              <a:tabLst>
                <a:tab pos="2533650" algn="l"/>
                <a:tab pos="5129213" algn="l"/>
              </a:tabLst>
              <a:defRPr sz="2400">
                <a:solidFill>
                  <a:schemeClr val="tx1"/>
                </a:solidFill>
                <a:latin typeface="Arial" charset="0"/>
                <a:cs typeface="Arial" charset="0"/>
              </a:defRPr>
            </a:lvl9pPr>
          </a:lstStyle>
          <a:p>
            <a:pPr>
              <a:defRPr/>
            </a:pPr>
            <a:r>
              <a:rPr lang="en-US" altLang="en-US" sz="900" b="1"/>
              <a:t>© 2001, Cisco Systems, Inc. All rights reserved.</a:t>
            </a:r>
          </a:p>
          <a:p>
            <a:pPr>
              <a:defRPr/>
            </a:pPr>
            <a:r>
              <a:rPr lang="en-US" altLang="en-US" sz="900" b="1"/>
              <a:t>&lt;Title of Course (ACRO) vX.X&gt;</a:t>
            </a:r>
          </a:p>
        </p:txBody>
      </p:sp>
      <p:sp>
        <p:nvSpPr>
          <p:cNvPr id="18436" name="Line 10">
            <a:extLst>
              <a:ext uri="{FF2B5EF4-FFF2-40B4-BE49-F238E27FC236}">
                <a16:creationId xmlns:a16="http://schemas.microsoft.com/office/drawing/2014/main" id="{19112174-97F1-99C6-9069-092E3DB95D6C}"/>
              </a:ext>
            </a:extLst>
          </p:cNvPr>
          <p:cNvSpPr>
            <a:spLocks noChangeShapeType="1"/>
          </p:cNvSpPr>
          <p:nvPr/>
        </p:nvSpPr>
        <p:spPr bwMode="auto">
          <a:xfrm>
            <a:off x="158750" y="9090025"/>
            <a:ext cx="694213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9434" tIns="49718" rIns="99434" bIns="49718" anchor="ctr"/>
          <a:lstStyle/>
          <a:p>
            <a:endParaRPr lang="en-US"/>
          </a:p>
        </p:txBody>
      </p:sp>
      <p:sp>
        <p:nvSpPr>
          <p:cNvPr id="183307" name="Rectangle 11">
            <a:extLst>
              <a:ext uri="{FF2B5EF4-FFF2-40B4-BE49-F238E27FC236}">
                <a16:creationId xmlns:a16="http://schemas.microsoft.com/office/drawing/2014/main" id="{1BDBBFDD-A9D2-B6B9-6C99-FADF3A60EC0A}"/>
              </a:ext>
            </a:extLst>
          </p:cNvPr>
          <p:cNvSpPr>
            <a:spLocks noGrp="1" noChangeArrowheads="1"/>
          </p:cNvSpPr>
          <p:nvPr>
            <p:ph type="sldNum" sz="quarter" idx="5"/>
          </p:nvPr>
        </p:nvSpPr>
        <p:spPr bwMode="auto">
          <a:xfrm>
            <a:off x="6186488" y="8963025"/>
            <a:ext cx="849312" cy="298450"/>
          </a:xfrm>
          <a:prstGeom prst="rect">
            <a:avLst/>
          </a:prstGeom>
          <a:noFill/>
          <a:ln w="9525">
            <a:noFill/>
            <a:miter lim="800000"/>
            <a:headEnd/>
            <a:tailEnd/>
          </a:ln>
          <a:effectLst/>
        </p:spPr>
        <p:txBody>
          <a:bodyPr vert="horz" wrap="square" lIns="19987" tIns="0" rIns="19987" bIns="0" numCol="1" anchor="b" anchorCtr="0" compatLnSpc="1">
            <a:prstTxWarp prst="textNoShape">
              <a:avLst/>
            </a:prstTxWarp>
          </a:bodyPr>
          <a:lstStyle>
            <a:lvl1pPr algn="r" defTabSz="957263">
              <a:defRPr sz="900"/>
            </a:lvl1pPr>
          </a:lstStyle>
          <a:p>
            <a:pPr>
              <a:defRPr/>
            </a:pPr>
            <a:fld id="{A4B2A039-2044-40AC-A3A8-039390A4F2FF}" type="slidenum">
              <a:rPr lang="en-US" altLang="en-US"/>
              <a:pPr>
                <a:defRPr/>
              </a:pPr>
              <a:t>‹#›</a:t>
            </a:fld>
            <a:endParaRPr lang="en-US" altLang="en-US"/>
          </a:p>
        </p:txBody>
      </p:sp>
      <p:sp>
        <p:nvSpPr>
          <p:cNvPr id="18438" name="Rectangle 12">
            <a:extLst>
              <a:ext uri="{FF2B5EF4-FFF2-40B4-BE49-F238E27FC236}">
                <a16:creationId xmlns:a16="http://schemas.microsoft.com/office/drawing/2014/main" id="{1ACDBC9E-861D-B600-DCA6-A9B9D007D784}"/>
              </a:ext>
            </a:extLst>
          </p:cNvPr>
          <p:cNvSpPr>
            <a:spLocks noGrp="1" noRot="1" noChangeAspect="1" noChangeArrowheads="1" noTextEdit="1"/>
          </p:cNvSpPr>
          <p:nvPr>
            <p:ph type="sldImg" idx="2"/>
          </p:nvPr>
        </p:nvSpPr>
        <p:spPr bwMode="auto">
          <a:xfrm>
            <a:off x="23813" y="252413"/>
            <a:ext cx="7326312" cy="412273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183309" name="Rectangle 13">
            <a:extLst>
              <a:ext uri="{FF2B5EF4-FFF2-40B4-BE49-F238E27FC236}">
                <a16:creationId xmlns:a16="http://schemas.microsoft.com/office/drawing/2014/main" id="{BC709725-E3DA-405F-17AE-156B877BD5A2}"/>
              </a:ext>
            </a:extLst>
          </p:cNvPr>
          <p:cNvSpPr>
            <a:spLocks noGrp="1" noChangeArrowheads="1"/>
          </p:cNvSpPr>
          <p:nvPr>
            <p:ph type="body" sz="quarter" idx="3"/>
          </p:nvPr>
        </p:nvSpPr>
        <p:spPr bwMode="auto">
          <a:xfrm>
            <a:off x="422275" y="4521200"/>
            <a:ext cx="6389688" cy="4392613"/>
          </a:xfrm>
          <a:prstGeom prst="rect">
            <a:avLst/>
          </a:prstGeom>
          <a:noFill/>
          <a:ln w="9525">
            <a:noFill/>
            <a:miter lim="800000"/>
            <a:headEnd/>
            <a:tailEnd/>
          </a:ln>
          <a:effectLst/>
        </p:spPr>
        <p:txBody>
          <a:bodyPr vert="horz" wrap="square" lIns="101605" tIns="53300" rIns="101605" bIns="53300"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 bg1="lt1" tx1="dk1" bg2="lt2" tx2="dk2" accent1="accent1" accent2="accent2" accent3="accent3" accent4="accent4" accent5="accent5" accent6="accent6" hlink="hlink" folHlink="folHlink"/>
  <p:notesStyle>
    <a:lvl1pPr marL="112713" indent="-112713"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1pPr>
    <a:lvl2pPr marL="482600" indent="-120650"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2pPr>
    <a:lvl3pPr marL="966788"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3pPr>
    <a:lvl4pPr marL="1449388"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4pPr>
    <a:lvl5pPr marL="1931988"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874038B1-4B90-EB1A-6470-8E23803A299D}"/>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9148A84B-3C9A-B2FC-CD7C-C8AE9F8CAB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1508" name="Slide Number Placeholder 3">
            <a:extLst>
              <a:ext uri="{FF2B5EF4-FFF2-40B4-BE49-F238E27FC236}">
                <a16:creationId xmlns:a16="http://schemas.microsoft.com/office/drawing/2014/main" id="{8CCDEE92-9A55-97E0-DC20-2F4E621F39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sz="2400">
                <a:solidFill>
                  <a:schemeClr val="tx1"/>
                </a:solidFill>
                <a:latin typeface="Arial" panose="020B0604020202020204" pitchFamily="34" charset="0"/>
                <a:cs typeface="Arial" panose="020B0604020202020204" pitchFamily="34" charset="0"/>
              </a:defRPr>
            </a:lvl1pPr>
            <a:lvl2pPr marL="742950" indent="-285750" defTabSz="957263">
              <a:defRPr sz="2400">
                <a:solidFill>
                  <a:schemeClr val="tx1"/>
                </a:solidFill>
                <a:latin typeface="Arial" panose="020B0604020202020204" pitchFamily="34" charset="0"/>
                <a:cs typeface="Arial" panose="020B0604020202020204" pitchFamily="34" charset="0"/>
              </a:defRPr>
            </a:lvl2pPr>
            <a:lvl3pPr marL="1143000" indent="-228600" defTabSz="957263">
              <a:defRPr sz="2400">
                <a:solidFill>
                  <a:schemeClr val="tx1"/>
                </a:solidFill>
                <a:latin typeface="Arial" panose="020B0604020202020204" pitchFamily="34" charset="0"/>
                <a:cs typeface="Arial" panose="020B0604020202020204" pitchFamily="34" charset="0"/>
              </a:defRPr>
            </a:lvl3pPr>
            <a:lvl4pPr marL="1600200" indent="-228600" defTabSz="957263">
              <a:defRPr sz="2400">
                <a:solidFill>
                  <a:schemeClr val="tx1"/>
                </a:solidFill>
                <a:latin typeface="Arial" panose="020B0604020202020204" pitchFamily="34" charset="0"/>
                <a:cs typeface="Arial" panose="020B0604020202020204" pitchFamily="34" charset="0"/>
              </a:defRPr>
            </a:lvl4pPr>
            <a:lvl5pPr marL="2057400" indent="-228600" defTabSz="957263">
              <a:defRPr sz="2400">
                <a:solidFill>
                  <a:schemeClr val="tx1"/>
                </a:solidFill>
                <a:latin typeface="Arial" panose="020B0604020202020204" pitchFamily="34" charset="0"/>
                <a:cs typeface="Arial" panose="020B0604020202020204" pitchFamily="34" charset="0"/>
              </a:defRPr>
            </a:lvl5pPr>
            <a:lvl6pPr marL="2514600" indent="-228600" defTabSz="9572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9572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9572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9572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E8AA8E32-466B-4C9E-B77B-A8E4A510724D}" type="slidenum">
              <a:rPr lang="en-US" altLang="en-US" sz="900" smtClean="0"/>
              <a:pPr/>
              <a:t>1</a:t>
            </a:fld>
            <a:endParaRPr lang="en-US" altLang="en-US"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3E97BF57-5C19-5A2C-8BE2-57B883622672}"/>
              </a:ext>
            </a:extLst>
          </p:cNvPr>
          <p:cNvSpPr>
            <a:spLocks noGrp="1" noRot="1" noChangeAspect="1" noChangeArrowheads="1" noTextEdit="1"/>
          </p:cNvSpPr>
          <p:nvPr>
            <p:ph type="sldImg"/>
          </p:nvPr>
        </p:nvSpPr>
        <p:spPr>
          <a:ln/>
        </p:spPr>
      </p:sp>
      <p:sp>
        <p:nvSpPr>
          <p:cNvPr id="35843" name="Notes Placeholder 2">
            <a:extLst>
              <a:ext uri="{FF2B5EF4-FFF2-40B4-BE49-F238E27FC236}">
                <a16:creationId xmlns:a16="http://schemas.microsoft.com/office/drawing/2014/main" id="{E4F18337-794F-2DDB-7C44-2227F30352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solidFill>
                  <a:srgbClr val="2A2A2B"/>
                </a:solidFill>
                <a:latin typeface="helvetica" panose="020B0604020202020204" pitchFamily="34" charset="0"/>
              </a:rPr>
              <a:t>Put simply, a sinkhole is a server or network segment to which malicious traffic is intentionally directed. It is similar to a honeypot but it is used actively as a defense. Once the traffic is isolated in a sinkhole, it can no longer hurt its intended targets; additionally, the traffic can be analyzed to reveal the source of the attack as well as information about the techniques being employed.</a:t>
            </a:r>
          </a:p>
          <a:p>
            <a:r>
              <a:rPr lang="en-US" altLang="en-US">
                <a:solidFill>
                  <a:srgbClr val="2A2A2B"/>
                </a:solidFill>
                <a:latin typeface="helvetica" panose="020B0604020202020204" pitchFamily="34" charset="0"/>
              </a:rPr>
              <a:t>For example, when a Denial-of-Service (DoS) attack is detected against a web server, all of that malicious traffic could instead be directed to a sinkhole. Sinkholes are designed to withstand this traffic and to prevent any packets from coming back out—no backscatter.</a:t>
            </a:r>
          </a:p>
          <a:p>
            <a:r>
              <a:rPr lang="en-US" altLang="en-US">
                <a:solidFill>
                  <a:srgbClr val="2A2A2B"/>
                </a:solidFill>
                <a:latin typeface="helvetica" panose="020B0604020202020204" pitchFamily="34" charset="0"/>
              </a:rPr>
              <a:t>Additionally, they are normally outfitted with analysis tools to perform reconnaissance: packet sniffing and flow analysis and traceroutes to the attackers.</a:t>
            </a:r>
          </a:p>
          <a:p>
            <a:br>
              <a:rPr lang="en-US" altLang="en-US">
                <a:latin typeface="Arial" panose="020B0604020202020204" pitchFamily="34" charset="0"/>
              </a:rPr>
            </a:br>
            <a:endParaRPr lang="en-US" altLang="en-US">
              <a:latin typeface="Arial" panose="020B0604020202020204" pitchFamily="34" charset="0"/>
            </a:endParaRPr>
          </a:p>
        </p:txBody>
      </p:sp>
      <p:sp>
        <p:nvSpPr>
          <p:cNvPr id="35844" name="Slide Number Placeholder 3">
            <a:extLst>
              <a:ext uri="{FF2B5EF4-FFF2-40B4-BE49-F238E27FC236}">
                <a16:creationId xmlns:a16="http://schemas.microsoft.com/office/drawing/2014/main" id="{AC6755A1-0307-F17E-A7FB-BB0BE82B98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sz="2400">
                <a:solidFill>
                  <a:schemeClr val="tx1"/>
                </a:solidFill>
                <a:latin typeface="Arial" panose="020B0604020202020204" pitchFamily="34" charset="0"/>
                <a:cs typeface="Arial" panose="020B0604020202020204" pitchFamily="34" charset="0"/>
              </a:defRPr>
            </a:lvl1pPr>
            <a:lvl2pPr marL="742950" indent="-285750" defTabSz="957263">
              <a:defRPr sz="2400">
                <a:solidFill>
                  <a:schemeClr val="tx1"/>
                </a:solidFill>
                <a:latin typeface="Arial" panose="020B0604020202020204" pitchFamily="34" charset="0"/>
                <a:cs typeface="Arial" panose="020B0604020202020204" pitchFamily="34" charset="0"/>
              </a:defRPr>
            </a:lvl2pPr>
            <a:lvl3pPr marL="1143000" indent="-228600" defTabSz="957263">
              <a:defRPr sz="2400">
                <a:solidFill>
                  <a:schemeClr val="tx1"/>
                </a:solidFill>
                <a:latin typeface="Arial" panose="020B0604020202020204" pitchFamily="34" charset="0"/>
                <a:cs typeface="Arial" panose="020B0604020202020204" pitchFamily="34" charset="0"/>
              </a:defRPr>
            </a:lvl3pPr>
            <a:lvl4pPr marL="1600200" indent="-228600" defTabSz="957263">
              <a:defRPr sz="2400">
                <a:solidFill>
                  <a:schemeClr val="tx1"/>
                </a:solidFill>
                <a:latin typeface="Arial" panose="020B0604020202020204" pitchFamily="34" charset="0"/>
                <a:cs typeface="Arial" panose="020B0604020202020204" pitchFamily="34" charset="0"/>
              </a:defRPr>
            </a:lvl4pPr>
            <a:lvl5pPr marL="2057400" indent="-228600" defTabSz="957263">
              <a:defRPr sz="2400">
                <a:solidFill>
                  <a:schemeClr val="tx1"/>
                </a:solidFill>
                <a:latin typeface="Arial" panose="020B0604020202020204" pitchFamily="34" charset="0"/>
                <a:cs typeface="Arial" panose="020B0604020202020204" pitchFamily="34" charset="0"/>
              </a:defRPr>
            </a:lvl5pPr>
            <a:lvl6pPr marL="2514600" indent="-228600" defTabSz="9572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9572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9572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9572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A56F376E-A381-4FAD-9319-E4E5A8CE5A16}" type="slidenum">
              <a:rPr lang="en-US" altLang="en-US" sz="900" smtClean="0"/>
              <a:pPr/>
              <a:t>14</a:t>
            </a:fld>
            <a:endParaRPr lang="en-US" altLang="en-US" sz="9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EBF2252-F3E7-545C-6023-E8F994545511}"/>
              </a:ext>
            </a:extLst>
          </p:cNvPr>
          <p:cNvSpPr>
            <a:spLocks noChangeArrowheads="1"/>
          </p:cNvSpPr>
          <p:nvPr/>
        </p:nvSpPr>
        <p:spPr bwMode="auto">
          <a:xfrm rot="16200000">
            <a:off x="4724400" y="-3094037"/>
            <a:ext cx="2743200" cy="12192000"/>
          </a:xfrm>
          <a:prstGeom prst="rect">
            <a:avLst/>
          </a:prstGeom>
          <a:solidFill>
            <a:srgbClr val="015F85"/>
          </a:solidFill>
          <a:ln>
            <a:noFill/>
          </a:ln>
        </p:spPr>
        <p:txBody>
          <a:bodyPr wrap="none" lIns="73025" tIns="36512" rIns="73025" bIns="36512" anchor="ct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a:lnSpc>
                <a:spcPct val="90000"/>
              </a:lnSpc>
              <a:defRPr/>
            </a:pPr>
            <a:endParaRPr lang="en-US" altLang="en-US"/>
          </a:p>
        </p:txBody>
      </p:sp>
      <p:sp>
        <p:nvSpPr>
          <p:cNvPr id="3" name="Rectangle 3">
            <a:extLst>
              <a:ext uri="{FF2B5EF4-FFF2-40B4-BE49-F238E27FC236}">
                <a16:creationId xmlns:a16="http://schemas.microsoft.com/office/drawing/2014/main" id="{569C1807-E8F9-3804-A2ED-E240D6D2FC69}"/>
              </a:ext>
            </a:extLst>
          </p:cNvPr>
          <p:cNvSpPr>
            <a:spLocks noChangeArrowheads="1"/>
          </p:cNvSpPr>
          <p:nvPr/>
        </p:nvSpPr>
        <p:spPr bwMode="auto">
          <a:xfrm>
            <a:off x="1535113" y="6670675"/>
            <a:ext cx="2041525" cy="190500"/>
          </a:xfrm>
          <a:prstGeom prst="rect">
            <a:avLst/>
          </a:prstGeom>
          <a:noFill/>
          <a:ln>
            <a:noFill/>
          </a:ln>
        </p:spPr>
        <p:txBody>
          <a:bodyPr wrap="none" lIns="82124" tIns="41061" rIns="82124" bIns="41061" anchor="b" anchorCtr="1">
            <a:spAutoFit/>
          </a:bodyPr>
          <a:lstStyle>
            <a:lvl1pPr defTabSz="814388" eaLnBrk="0" hangingPunct="0">
              <a:defRPr sz="2400">
                <a:solidFill>
                  <a:schemeClr val="tx1"/>
                </a:solidFill>
                <a:latin typeface="Arial" charset="0"/>
                <a:cs typeface="Arial" charset="0"/>
              </a:defRPr>
            </a:lvl1pPr>
            <a:lvl2pPr marL="742950" indent="-285750" defTabSz="814388" eaLnBrk="0" hangingPunct="0">
              <a:defRPr sz="2400">
                <a:solidFill>
                  <a:schemeClr val="tx1"/>
                </a:solidFill>
                <a:latin typeface="Arial" charset="0"/>
                <a:cs typeface="Arial" charset="0"/>
              </a:defRPr>
            </a:lvl2pPr>
            <a:lvl3pPr marL="1143000" indent="-228600" defTabSz="814388" eaLnBrk="0" hangingPunct="0">
              <a:defRPr sz="2400">
                <a:solidFill>
                  <a:schemeClr val="tx1"/>
                </a:solidFill>
                <a:latin typeface="Arial" charset="0"/>
                <a:cs typeface="Arial" charset="0"/>
              </a:defRPr>
            </a:lvl3pPr>
            <a:lvl4pPr marL="1600200" indent="-228600" defTabSz="814388" eaLnBrk="0" hangingPunct="0">
              <a:defRPr sz="2400">
                <a:solidFill>
                  <a:schemeClr val="tx1"/>
                </a:solidFill>
                <a:latin typeface="Arial" charset="0"/>
                <a:cs typeface="Arial" charset="0"/>
              </a:defRPr>
            </a:lvl4pPr>
            <a:lvl5pPr marL="2057400" indent="-228600" defTabSz="814388" eaLnBrk="0" hangingPunct="0">
              <a:defRPr sz="2400">
                <a:solidFill>
                  <a:schemeClr val="tx1"/>
                </a:solidFill>
                <a:latin typeface="Arial" charset="0"/>
                <a:cs typeface="Arial" charset="0"/>
              </a:defRPr>
            </a:lvl5pPr>
            <a:lvl6pPr marL="2514600" indent="-228600" defTabSz="814388" eaLnBrk="0" fontAlgn="base" hangingPunct="0">
              <a:spcBef>
                <a:spcPct val="0"/>
              </a:spcBef>
              <a:spcAft>
                <a:spcPct val="0"/>
              </a:spcAft>
              <a:defRPr sz="2400">
                <a:solidFill>
                  <a:schemeClr val="tx1"/>
                </a:solidFill>
                <a:latin typeface="Arial" charset="0"/>
                <a:cs typeface="Arial" charset="0"/>
              </a:defRPr>
            </a:lvl6pPr>
            <a:lvl7pPr marL="2971800" indent="-228600" defTabSz="814388" eaLnBrk="0" fontAlgn="base" hangingPunct="0">
              <a:spcBef>
                <a:spcPct val="0"/>
              </a:spcBef>
              <a:spcAft>
                <a:spcPct val="0"/>
              </a:spcAft>
              <a:defRPr sz="2400">
                <a:solidFill>
                  <a:schemeClr val="tx1"/>
                </a:solidFill>
                <a:latin typeface="Arial" charset="0"/>
                <a:cs typeface="Arial" charset="0"/>
              </a:defRPr>
            </a:lvl7pPr>
            <a:lvl8pPr marL="3429000" indent="-228600" defTabSz="814388" eaLnBrk="0" fontAlgn="base" hangingPunct="0">
              <a:spcBef>
                <a:spcPct val="0"/>
              </a:spcBef>
              <a:spcAft>
                <a:spcPct val="0"/>
              </a:spcAft>
              <a:defRPr sz="2400">
                <a:solidFill>
                  <a:schemeClr val="tx1"/>
                </a:solidFill>
                <a:latin typeface="Arial" charset="0"/>
                <a:cs typeface="Arial" charset="0"/>
              </a:defRPr>
            </a:lvl8pPr>
            <a:lvl9pPr marL="3886200" indent="-228600" defTabSz="814388" eaLnBrk="0" fontAlgn="base" hangingPunct="0">
              <a:spcBef>
                <a:spcPct val="0"/>
              </a:spcBef>
              <a:spcAft>
                <a:spcPct val="0"/>
              </a:spcAft>
              <a:defRPr sz="2400">
                <a:solidFill>
                  <a:schemeClr val="tx1"/>
                </a:solidFill>
                <a:latin typeface="Arial" charset="0"/>
                <a:cs typeface="Arial" charset="0"/>
              </a:defRPr>
            </a:lvl9pPr>
          </a:lstStyle>
          <a:p>
            <a:pPr>
              <a:defRPr/>
            </a:pPr>
            <a:r>
              <a:rPr lang="en-US" altLang="en-US" sz="700">
                <a:solidFill>
                  <a:srgbClr val="D3D3D3"/>
                </a:solidFill>
              </a:rPr>
              <a:t>© 2006 Cisco Systems, Inc. All rights reserved.</a:t>
            </a:r>
          </a:p>
        </p:txBody>
      </p:sp>
      <p:sp>
        <p:nvSpPr>
          <p:cNvPr id="4" name="Rectangle 4">
            <a:extLst>
              <a:ext uri="{FF2B5EF4-FFF2-40B4-BE49-F238E27FC236}">
                <a16:creationId xmlns:a16="http://schemas.microsoft.com/office/drawing/2014/main" id="{3F74E396-486F-006B-AE16-33715E18942C}"/>
              </a:ext>
            </a:extLst>
          </p:cNvPr>
          <p:cNvSpPr>
            <a:spLocks noChangeArrowheads="1"/>
          </p:cNvSpPr>
          <p:nvPr/>
        </p:nvSpPr>
        <p:spPr bwMode="auto">
          <a:xfrm>
            <a:off x="4745038" y="6670675"/>
            <a:ext cx="657225" cy="190500"/>
          </a:xfrm>
          <a:prstGeom prst="rect">
            <a:avLst/>
          </a:prstGeom>
          <a:noFill/>
          <a:ln>
            <a:noFill/>
          </a:ln>
        </p:spPr>
        <p:txBody>
          <a:bodyPr wrap="none" lIns="82124" tIns="41061" rIns="82124" bIns="41061" anchor="b">
            <a:spAutoFit/>
          </a:bodyPr>
          <a:lstStyle>
            <a:lvl1pPr defTabSz="814388" eaLnBrk="0" hangingPunct="0">
              <a:defRPr sz="2400">
                <a:solidFill>
                  <a:schemeClr val="tx1"/>
                </a:solidFill>
                <a:latin typeface="Arial" charset="0"/>
                <a:cs typeface="Arial" charset="0"/>
              </a:defRPr>
            </a:lvl1pPr>
            <a:lvl2pPr marL="742950" indent="-285750" defTabSz="814388" eaLnBrk="0" hangingPunct="0">
              <a:defRPr sz="2400">
                <a:solidFill>
                  <a:schemeClr val="tx1"/>
                </a:solidFill>
                <a:latin typeface="Arial" charset="0"/>
                <a:cs typeface="Arial" charset="0"/>
              </a:defRPr>
            </a:lvl2pPr>
            <a:lvl3pPr marL="1143000" indent="-228600" defTabSz="814388" eaLnBrk="0" hangingPunct="0">
              <a:defRPr sz="2400">
                <a:solidFill>
                  <a:schemeClr val="tx1"/>
                </a:solidFill>
                <a:latin typeface="Arial" charset="0"/>
                <a:cs typeface="Arial" charset="0"/>
              </a:defRPr>
            </a:lvl3pPr>
            <a:lvl4pPr marL="1600200" indent="-228600" defTabSz="814388" eaLnBrk="0" hangingPunct="0">
              <a:defRPr sz="2400">
                <a:solidFill>
                  <a:schemeClr val="tx1"/>
                </a:solidFill>
                <a:latin typeface="Arial" charset="0"/>
                <a:cs typeface="Arial" charset="0"/>
              </a:defRPr>
            </a:lvl4pPr>
            <a:lvl5pPr marL="2057400" indent="-228600" defTabSz="814388" eaLnBrk="0" hangingPunct="0">
              <a:defRPr sz="2400">
                <a:solidFill>
                  <a:schemeClr val="tx1"/>
                </a:solidFill>
                <a:latin typeface="Arial" charset="0"/>
                <a:cs typeface="Arial" charset="0"/>
              </a:defRPr>
            </a:lvl5pPr>
            <a:lvl6pPr marL="2514600" indent="-228600" defTabSz="814388" eaLnBrk="0" fontAlgn="base" hangingPunct="0">
              <a:spcBef>
                <a:spcPct val="0"/>
              </a:spcBef>
              <a:spcAft>
                <a:spcPct val="0"/>
              </a:spcAft>
              <a:defRPr sz="2400">
                <a:solidFill>
                  <a:schemeClr val="tx1"/>
                </a:solidFill>
                <a:latin typeface="Arial" charset="0"/>
                <a:cs typeface="Arial" charset="0"/>
              </a:defRPr>
            </a:lvl6pPr>
            <a:lvl7pPr marL="2971800" indent="-228600" defTabSz="814388" eaLnBrk="0" fontAlgn="base" hangingPunct="0">
              <a:spcBef>
                <a:spcPct val="0"/>
              </a:spcBef>
              <a:spcAft>
                <a:spcPct val="0"/>
              </a:spcAft>
              <a:defRPr sz="2400">
                <a:solidFill>
                  <a:schemeClr val="tx1"/>
                </a:solidFill>
                <a:latin typeface="Arial" charset="0"/>
                <a:cs typeface="Arial" charset="0"/>
              </a:defRPr>
            </a:lvl7pPr>
            <a:lvl8pPr marL="3429000" indent="-228600" defTabSz="814388" eaLnBrk="0" fontAlgn="base" hangingPunct="0">
              <a:spcBef>
                <a:spcPct val="0"/>
              </a:spcBef>
              <a:spcAft>
                <a:spcPct val="0"/>
              </a:spcAft>
              <a:defRPr sz="2400">
                <a:solidFill>
                  <a:schemeClr val="tx1"/>
                </a:solidFill>
                <a:latin typeface="Arial" charset="0"/>
                <a:cs typeface="Arial" charset="0"/>
              </a:defRPr>
            </a:lvl8pPr>
            <a:lvl9pPr marL="3886200" indent="-228600" defTabSz="814388" eaLnBrk="0" fontAlgn="base" hangingPunct="0">
              <a:spcBef>
                <a:spcPct val="0"/>
              </a:spcBef>
              <a:spcAft>
                <a:spcPct val="0"/>
              </a:spcAft>
              <a:defRPr sz="2400">
                <a:solidFill>
                  <a:schemeClr val="tx1"/>
                </a:solidFill>
                <a:latin typeface="Arial" charset="0"/>
                <a:cs typeface="Arial" charset="0"/>
              </a:defRPr>
            </a:lvl9pPr>
          </a:lstStyle>
          <a:p>
            <a:pPr algn="r">
              <a:defRPr/>
            </a:pPr>
            <a:r>
              <a:rPr lang="en-US" altLang="en-US" sz="700">
                <a:solidFill>
                  <a:srgbClr val="D3D3D3"/>
                </a:solidFill>
              </a:rPr>
              <a:t>Cisco Public</a:t>
            </a:r>
          </a:p>
        </p:txBody>
      </p:sp>
      <p:sp>
        <p:nvSpPr>
          <p:cNvPr id="5" name="Rectangle 4">
            <a:extLst>
              <a:ext uri="{FF2B5EF4-FFF2-40B4-BE49-F238E27FC236}">
                <a16:creationId xmlns:a16="http://schemas.microsoft.com/office/drawing/2014/main" id="{CF6ECBBA-702C-0F98-2AAD-5AA222EACDF9}"/>
              </a:ext>
            </a:extLst>
          </p:cNvPr>
          <p:cNvSpPr>
            <a:spLocks noChangeArrowheads="1"/>
          </p:cNvSpPr>
          <p:nvPr/>
        </p:nvSpPr>
        <p:spPr bwMode="auto">
          <a:xfrm>
            <a:off x="11566525" y="6624638"/>
            <a:ext cx="322263" cy="236537"/>
          </a:xfrm>
          <a:prstGeom prst="rect">
            <a:avLst/>
          </a:prstGeom>
          <a:noFill/>
          <a:ln>
            <a:noFill/>
          </a:ln>
        </p:spPr>
        <p:txBody>
          <a:bodyPr wrap="none" lIns="82124" tIns="41061" rIns="82124" bIns="41061" anchor="b">
            <a:spAutoFit/>
          </a:bodyPr>
          <a:lstStyle>
            <a:lvl1pPr defTabSz="814388">
              <a:defRPr sz="2400">
                <a:solidFill>
                  <a:schemeClr val="tx1"/>
                </a:solidFill>
                <a:latin typeface="Arial" panose="020B0604020202020204" pitchFamily="34" charset="0"/>
                <a:cs typeface="Arial" panose="020B0604020202020204" pitchFamily="34" charset="0"/>
              </a:defRPr>
            </a:lvl1pPr>
            <a:lvl2pPr marL="742950" indent="-285750" defTabSz="814388">
              <a:defRPr sz="2400">
                <a:solidFill>
                  <a:schemeClr val="tx1"/>
                </a:solidFill>
                <a:latin typeface="Arial" panose="020B0604020202020204" pitchFamily="34" charset="0"/>
                <a:cs typeface="Arial" panose="020B0604020202020204" pitchFamily="34" charset="0"/>
              </a:defRPr>
            </a:lvl2pPr>
            <a:lvl3pPr marL="1143000" indent="-228600" defTabSz="814388">
              <a:defRPr sz="2400">
                <a:solidFill>
                  <a:schemeClr val="tx1"/>
                </a:solidFill>
                <a:latin typeface="Arial" panose="020B0604020202020204" pitchFamily="34" charset="0"/>
                <a:cs typeface="Arial" panose="020B0604020202020204" pitchFamily="34" charset="0"/>
              </a:defRPr>
            </a:lvl3pPr>
            <a:lvl4pPr marL="1600200" indent="-228600" defTabSz="814388">
              <a:defRPr sz="2400">
                <a:solidFill>
                  <a:schemeClr val="tx1"/>
                </a:solidFill>
                <a:latin typeface="Arial" panose="020B0604020202020204" pitchFamily="34" charset="0"/>
                <a:cs typeface="Arial" panose="020B0604020202020204" pitchFamily="34" charset="0"/>
              </a:defRPr>
            </a:lvl4pPr>
            <a:lvl5pPr marL="2057400" indent="-228600" defTabSz="814388">
              <a:defRPr sz="2400">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r">
              <a:defRPr/>
            </a:pPr>
            <a:fld id="{40E7E233-2C1D-404F-A9BB-75868EEC27A4}" type="slidenum">
              <a:rPr lang="en-US" altLang="en-US" sz="1000" smtClean="0">
                <a:solidFill>
                  <a:srgbClr val="D3D3D3"/>
                </a:solidFill>
              </a:rPr>
              <a:pPr algn="r">
                <a:defRPr/>
              </a:pPr>
              <a:t>‹#›</a:t>
            </a:fld>
            <a:endParaRPr lang="en-US" altLang="en-US" sz="1000">
              <a:solidFill>
                <a:srgbClr val="D3D3D3"/>
              </a:solidFill>
            </a:endParaRPr>
          </a:p>
        </p:txBody>
      </p:sp>
      <p:grpSp>
        <p:nvGrpSpPr>
          <p:cNvPr id="6" name="Group 11">
            <a:extLst>
              <a:ext uri="{FF2B5EF4-FFF2-40B4-BE49-F238E27FC236}">
                <a16:creationId xmlns:a16="http://schemas.microsoft.com/office/drawing/2014/main" id="{68DAA106-4342-3000-9E7E-365C14BB66D8}"/>
              </a:ext>
            </a:extLst>
          </p:cNvPr>
          <p:cNvGrpSpPr>
            <a:grpSpLocks/>
          </p:cNvGrpSpPr>
          <p:nvPr/>
        </p:nvGrpSpPr>
        <p:grpSpPr bwMode="auto">
          <a:xfrm>
            <a:off x="812800" y="525463"/>
            <a:ext cx="1930400" cy="769937"/>
            <a:chOff x="3272" y="1316"/>
            <a:chExt cx="1889" cy="1002"/>
          </a:xfrm>
        </p:grpSpPr>
        <p:sp>
          <p:nvSpPr>
            <p:cNvPr id="7" name="AutoShape 8">
              <a:extLst>
                <a:ext uri="{FF2B5EF4-FFF2-40B4-BE49-F238E27FC236}">
                  <a16:creationId xmlns:a16="http://schemas.microsoft.com/office/drawing/2014/main" id="{8D328646-F1AB-9650-FE97-D6E086352EEB}"/>
                </a:ext>
              </a:extLst>
            </p:cNvPr>
            <p:cNvSpPr>
              <a:spLocks noChangeAspect="1" noChangeArrowheads="1" noTextEdit="1"/>
            </p:cNvSpPr>
            <p:nvPr/>
          </p:nvSpPr>
          <p:spPr bwMode="auto">
            <a:xfrm>
              <a:off x="3272" y="1316"/>
              <a:ext cx="1889" cy="1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 name="Rectangle 7">
              <a:extLst>
                <a:ext uri="{FF2B5EF4-FFF2-40B4-BE49-F238E27FC236}">
                  <a16:creationId xmlns:a16="http://schemas.microsoft.com/office/drawing/2014/main" id="{215FCA91-E0DF-4D5E-9848-FA50B3CA4774}"/>
                </a:ext>
              </a:extLst>
            </p:cNvPr>
            <p:cNvSpPr>
              <a:spLocks noChangeArrowheads="1"/>
            </p:cNvSpPr>
            <p:nvPr/>
          </p:nvSpPr>
          <p:spPr bwMode="auto">
            <a:xfrm>
              <a:off x="3802" y="1979"/>
              <a:ext cx="87" cy="326"/>
            </a:xfrm>
            <a:prstGeom prst="rect">
              <a:avLst/>
            </a:prstGeom>
            <a:solidFill>
              <a:srgbClr val="B21A1A"/>
            </a:solidFill>
            <a:ln>
              <a:noFill/>
            </a:ln>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a:lnSpc>
                  <a:spcPct val="90000"/>
                </a:lnSpc>
                <a:defRPr/>
              </a:pPr>
              <a:endParaRPr lang="en-US" altLang="en-US"/>
            </a:p>
          </p:txBody>
        </p:sp>
        <p:sp>
          <p:nvSpPr>
            <p:cNvPr id="9" name="Freeform 14">
              <a:extLst>
                <a:ext uri="{FF2B5EF4-FFF2-40B4-BE49-F238E27FC236}">
                  <a16:creationId xmlns:a16="http://schemas.microsoft.com/office/drawing/2014/main" id="{E13984D8-C2DE-BF30-F86B-B87203CDA3B7}"/>
                </a:ext>
              </a:extLst>
            </p:cNvPr>
            <p:cNvSpPr>
              <a:spLocks/>
            </p:cNvSpPr>
            <p:nvPr/>
          </p:nvSpPr>
          <p:spPr bwMode="auto">
            <a:xfrm>
              <a:off x="4303" y="1971"/>
              <a:ext cx="249" cy="343"/>
            </a:xfrm>
            <a:custGeom>
              <a:avLst/>
              <a:gdLst>
                <a:gd name="T0" fmla="*/ 2147483646 w 58"/>
                <a:gd name="T1" fmla="*/ 2147483646 h 80"/>
                <a:gd name="T2" fmla="*/ 2147483646 w 58"/>
                <a:gd name="T3" fmla="*/ 2147483646 h 80"/>
                <a:gd name="T4" fmla="*/ 2147483646 w 58"/>
                <a:gd name="T5" fmla="*/ 2147483646 h 80"/>
                <a:gd name="T6" fmla="*/ 2147483646 w 58"/>
                <a:gd name="T7" fmla="*/ 2147483646 h 80"/>
                <a:gd name="T8" fmla="*/ 2147483646 w 58"/>
                <a:gd name="T9" fmla="*/ 2147483646 h 80"/>
                <a:gd name="T10" fmla="*/ 2147483646 w 58"/>
                <a:gd name="T11" fmla="*/ 2147483646 h 80"/>
                <a:gd name="T12" fmla="*/ 2147483646 w 58"/>
                <a:gd name="T13" fmla="*/ 2147483646 h 80"/>
                <a:gd name="T14" fmla="*/ 0 w 58"/>
                <a:gd name="T15" fmla="*/ 2147483646 h 80"/>
                <a:gd name="T16" fmla="*/ 2147483646 w 58"/>
                <a:gd name="T17" fmla="*/ 0 h 80"/>
                <a:gd name="T18" fmla="*/ 2147483646 w 58"/>
                <a:gd name="T19" fmla="*/ 2147483646 h 80"/>
                <a:gd name="T20" fmla="*/ 2147483646 w 58"/>
                <a:gd name="T21" fmla="*/ 2147483646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Freeform 15">
              <a:extLst>
                <a:ext uri="{FF2B5EF4-FFF2-40B4-BE49-F238E27FC236}">
                  <a16:creationId xmlns:a16="http://schemas.microsoft.com/office/drawing/2014/main" id="{45BAA92F-B9AD-D9D3-5F67-4EAEA3C3D57D}"/>
                </a:ext>
              </a:extLst>
            </p:cNvPr>
            <p:cNvSpPr>
              <a:spLocks/>
            </p:cNvSpPr>
            <p:nvPr/>
          </p:nvSpPr>
          <p:spPr bwMode="auto">
            <a:xfrm>
              <a:off x="3444" y="1971"/>
              <a:ext cx="249" cy="343"/>
            </a:xfrm>
            <a:custGeom>
              <a:avLst/>
              <a:gdLst>
                <a:gd name="T0" fmla="*/ 2147483646 w 58"/>
                <a:gd name="T1" fmla="*/ 2147483646 h 80"/>
                <a:gd name="T2" fmla="*/ 2147483646 w 58"/>
                <a:gd name="T3" fmla="*/ 2147483646 h 80"/>
                <a:gd name="T4" fmla="*/ 2147483646 w 58"/>
                <a:gd name="T5" fmla="*/ 2147483646 h 80"/>
                <a:gd name="T6" fmla="*/ 2147483646 w 58"/>
                <a:gd name="T7" fmla="*/ 2147483646 h 80"/>
                <a:gd name="T8" fmla="*/ 2147483646 w 58"/>
                <a:gd name="T9" fmla="*/ 2147483646 h 80"/>
                <a:gd name="T10" fmla="*/ 2147483646 w 58"/>
                <a:gd name="T11" fmla="*/ 2147483646 h 80"/>
                <a:gd name="T12" fmla="*/ 2147483646 w 58"/>
                <a:gd name="T13" fmla="*/ 2147483646 h 80"/>
                <a:gd name="T14" fmla="*/ 0 w 58"/>
                <a:gd name="T15" fmla="*/ 2147483646 h 80"/>
                <a:gd name="T16" fmla="*/ 2147483646 w 58"/>
                <a:gd name="T17" fmla="*/ 0 h 80"/>
                <a:gd name="T18" fmla="*/ 2147483646 w 58"/>
                <a:gd name="T19" fmla="*/ 2147483646 h 80"/>
                <a:gd name="T20" fmla="*/ 2147483646 w 58"/>
                <a:gd name="T21" fmla="*/ 2147483646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Freeform 16">
              <a:extLst>
                <a:ext uri="{FF2B5EF4-FFF2-40B4-BE49-F238E27FC236}">
                  <a16:creationId xmlns:a16="http://schemas.microsoft.com/office/drawing/2014/main" id="{F67C1A6A-66A0-643D-B722-448B9EAF2D0E}"/>
                </a:ext>
              </a:extLst>
            </p:cNvPr>
            <p:cNvSpPr>
              <a:spLocks noEditPoints="1"/>
            </p:cNvSpPr>
            <p:nvPr/>
          </p:nvSpPr>
          <p:spPr bwMode="auto">
            <a:xfrm>
              <a:off x="4643" y="1971"/>
              <a:ext cx="342" cy="343"/>
            </a:xfrm>
            <a:custGeom>
              <a:avLst/>
              <a:gdLst>
                <a:gd name="T0" fmla="*/ 2147483646 w 80"/>
                <a:gd name="T1" fmla="*/ 2147483646 h 80"/>
                <a:gd name="T2" fmla="*/ 2147483646 w 80"/>
                <a:gd name="T3" fmla="*/ 2147483646 h 80"/>
                <a:gd name="T4" fmla="*/ 0 w 80"/>
                <a:gd name="T5" fmla="*/ 2147483646 h 80"/>
                <a:gd name="T6" fmla="*/ 2147483646 w 80"/>
                <a:gd name="T7" fmla="*/ 0 h 80"/>
                <a:gd name="T8" fmla="*/ 2147483646 w 80"/>
                <a:gd name="T9" fmla="*/ 2147483646 h 80"/>
                <a:gd name="T10" fmla="*/ 2147483646 w 80"/>
                <a:gd name="T11" fmla="*/ 2147483646 h 80"/>
                <a:gd name="T12" fmla="*/ 2147483646 w 80"/>
                <a:gd name="T13" fmla="*/ 2147483646 h 80"/>
                <a:gd name="T14" fmla="*/ 2147483646 w 80"/>
                <a:gd name="T15" fmla="*/ 2147483646 h 80"/>
                <a:gd name="T16" fmla="*/ 2147483646 w 80"/>
                <a:gd name="T17" fmla="*/ 2147483646 h 80"/>
                <a:gd name="T18" fmla="*/ 2147483646 w 80"/>
                <a:gd name="T19" fmla="*/ 2147483646 h 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17">
              <a:extLst>
                <a:ext uri="{FF2B5EF4-FFF2-40B4-BE49-F238E27FC236}">
                  <a16:creationId xmlns:a16="http://schemas.microsoft.com/office/drawing/2014/main" id="{5CFD6DC9-DD37-81CF-63DF-1275955F2EFE}"/>
                </a:ext>
              </a:extLst>
            </p:cNvPr>
            <p:cNvSpPr>
              <a:spLocks/>
            </p:cNvSpPr>
            <p:nvPr/>
          </p:nvSpPr>
          <p:spPr bwMode="auto">
            <a:xfrm>
              <a:off x="3999" y="1971"/>
              <a:ext cx="224" cy="343"/>
            </a:xfrm>
            <a:custGeom>
              <a:avLst/>
              <a:gdLst>
                <a:gd name="T0" fmla="*/ 2147483646 w 52"/>
                <a:gd name="T1" fmla="*/ 2147483646 h 80"/>
                <a:gd name="T2" fmla="*/ 2147483646 w 52"/>
                <a:gd name="T3" fmla="*/ 2147483646 h 80"/>
                <a:gd name="T4" fmla="*/ 2147483646 w 52"/>
                <a:gd name="T5" fmla="*/ 2147483646 h 80"/>
                <a:gd name="T6" fmla="*/ 2147483646 w 52"/>
                <a:gd name="T7" fmla="*/ 2147483646 h 80"/>
                <a:gd name="T8" fmla="*/ 2147483646 w 52"/>
                <a:gd name="T9" fmla="*/ 2147483646 h 80"/>
                <a:gd name="T10" fmla="*/ 2147483646 w 52"/>
                <a:gd name="T11" fmla="*/ 2147483646 h 80"/>
                <a:gd name="T12" fmla="*/ 2147483646 w 52"/>
                <a:gd name="T13" fmla="*/ 2147483646 h 80"/>
                <a:gd name="T14" fmla="*/ 0 w 52"/>
                <a:gd name="T15" fmla="*/ 2147483646 h 80"/>
                <a:gd name="T16" fmla="*/ 0 w 52"/>
                <a:gd name="T17" fmla="*/ 2147483646 h 80"/>
                <a:gd name="T18" fmla="*/ 2147483646 w 52"/>
                <a:gd name="T19" fmla="*/ 2147483646 h 80"/>
                <a:gd name="T20" fmla="*/ 2147483646 w 52"/>
                <a:gd name="T21" fmla="*/ 2147483646 h 80"/>
                <a:gd name="T22" fmla="*/ 2147483646 w 52"/>
                <a:gd name="T23" fmla="*/ 2147483646 h 80"/>
                <a:gd name="T24" fmla="*/ 2147483646 w 52"/>
                <a:gd name="T25" fmla="*/ 2147483646 h 80"/>
                <a:gd name="T26" fmla="*/ 0 w 52"/>
                <a:gd name="T27" fmla="*/ 2147483646 h 80"/>
                <a:gd name="T28" fmla="*/ 2147483646 w 52"/>
                <a:gd name="T29" fmla="*/ 0 h 80"/>
                <a:gd name="T30" fmla="*/ 2147483646 w 52"/>
                <a:gd name="T31" fmla="*/ 2147483646 h 80"/>
                <a:gd name="T32" fmla="*/ 2147483646 w 52"/>
                <a:gd name="T33" fmla="*/ 2147483646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18">
              <a:extLst>
                <a:ext uri="{FF2B5EF4-FFF2-40B4-BE49-F238E27FC236}">
                  <a16:creationId xmlns:a16="http://schemas.microsoft.com/office/drawing/2014/main" id="{150D4583-14AA-4D4C-3076-193050F7B54C}"/>
                </a:ext>
              </a:extLst>
            </p:cNvPr>
            <p:cNvSpPr>
              <a:spLocks/>
            </p:cNvSpPr>
            <p:nvPr/>
          </p:nvSpPr>
          <p:spPr bwMode="auto">
            <a:xfrm>
              <a:off x="3272" y="1587"/>
              <a:ext cx="81" cy="167"/>
            </a:xfrm>
            <a:custGeom>
              <a:avLst/>
              <a:gdLst>
                <a:gd name="T0" fmla="*/ 2147483646 w 19"/>
                <a:gd name="T1" fmla="*/ 2147483646 h 39"/>
                <a:gd name="T2" fmla="*/ 2147483646 w 19"/>
                <a:gd name="T3" fmla="*/ 0 h 39"/>
                <a:gd name="T4" fmla="*/ 0 w 19"/>
                <a:gd name="T5" fmla="*/ 2147483646 h 39"/>
                <a:gd name="T6" fmla="*/ 0 w 19"/>
                <a:gd name="T7" fmla="*/ 2147483646 h 39"/>
                <a:gd name="T8" fmla="*/ 2147483646 w 19"/>
                <a:gd name="T9" fmla="*/ 2147483646 h 39"/>
                <a:gd name="T10" fmla="*/ 2147483646 w 19"/>
                <a:gd name="T11" fmla="*/ 2147483646 h 39"/>
                <a:gd name="T12" fmla="*/ 2147483646 w 19"/>
                <a:gd name="T13" fmla="*/ 2147483646 h 3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19">
              <a:extLst>
                <a:ext uri="{FF2B5EF4-FFF2-40B4-BE49-F238E27FC236}">
                  <a16:creationId xmlns:a16="http://schemas.microsoft.com/office/drawing/2014/main" id="{269C493B-AD1D-7AE8-40B9-72D2665BDF5F}"/>
                </a:ext>
              </a:extLst>
            </p:cNvPr>
            <p:cNvSpPr>
              <a:spLocks/>
            </p:cNvSpPr>
            <p:nvPr/>
          </p:nvSpPr>
          <p:spPr bwMode="auto">
            <a:xfrm>
              <a:off x="3500" y="1473"/>
              <a:ext cx="81" cy="281"/>
            </a:xfrm>
            <a:custGeom>
              <a:avLst/>
              <a:gdLst>
                <a:gd name="T0" fmla="*/ 2147483646 w 19"/>
                <a:gd name="T1" fmla="*/ 2147483646 h 65"/>
                <a:gd name="T2" fmla="*/ 2147483646 w 19"/>
                <a:gd name="T3" fmla="*/ 0 h 65"/>
                <a:gd name="T4" fmla="*/ 0 w 19"/>
                <a:gd name="T5" fmla="*/ 2147483646 h 65"/>
                <a:gd name="T6" fmla="*/ 0 w 19"/>
                <a:gd name="T7" fmla="*/ 2147483646 h 65"/>
                <a:gd name="T8" fmla="*/ 2147483646 w 19"/>
                <a:gd name="T9" fmla="*/ 2147483646 h 65"/>
                <a:gd name="T10" fmla="*/ 2147483646 w 19"/>
                <a:gd name="T11" fmla="*/ 2147483646 h 65"/>
                <a:gd name="T12" fmla="*/ 2147483646 w 19"/>
                <a:gd name="T13" fmla="*/ 2147483646 h 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20">
              <a:extLst>
                <a:ext uri="{FF2B5EF4-FFF2-40B4-BE49-F238E27FC236}">
                  <a16:creationId xmlns:a16="http://schemas.microsoft.com/office/drawing/2014/main" id="{6EF2B5F6-3288-AA85-74F3-0D110C390042}"/>
                </a:ext>
              </a:extLst>
            </p:cNvPr>
            <p:cNvSpPr>
              <a:spLocks/>
            </p:cNvSpPr>
            <p:nvPr/>
          </p:nvSpPr>
          <p:spPr bwMode="auto">
            <a:xfrm>
              <a:off x="3721" y="1320"/>
              <a:ext cx="81" cy="514"/>
            </a:xfrm>
            <a:custGeom>
              <a:avLst/>
              <a:gdLst>
                <a:gd name="T0" fmla="*/ 2147483646 w 19"/>
                <a:gd name="T1" fmla="*/ 2147483646 h 120"/>
                <a:gd name="T2" fmla="*/ 2147483646 w 19"/>
                <a:gd name="T3" fmla="*/ 0 h 120"/>
                <a:gd name="T4" fmla="*/ 0 w 19"/>
                <a:gd name="T5" fmla="*/ 2147483646 h 120"/>
                <a:gd name="T6" fmla="*/ 0 w 19"/>
                <a:gd name="T7" fmla="*/ 2147483646 h 120"/>
                <a:gd name="T8" fmla="*/ 2147483646 w 19"/>
                <a:gd name="T9" fmla="*/ 2147483646 h 120"/>
                <a:gd name="T10" fmla="*/ 2147483646 w 19"/>
                <a:gd name="T11" fmla="*/ 2147483646 h 120"/>
                <a:gd name="T12" fmla="*/ 2147483646 w 19"/>
                <a:gd name="T13" fmla="*/ 2147483646 h 1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Freeform 21">
              <a:extLst>
                <a:ext uri="{FF2B5EF4-FFF2-40B4-BE49-F238E27FC236}">
                  <a16:creationId xmlns:a16="http://schemas.microsoft.com/office/drawing/2014/main" id="{2307EA60-C376-4F8C-95FB-9E43E678C9A0}"/>
                </a:ext>
              </a:extLst>
            </p:cNvPr>
            <p:cNvSpPr>
              <a:spLocks/>
            </p:cNvSpPr>
            <p:nvPr/>
          </p:nvSpPr>
          <p:spPr bwMode="auto">
            <a:xfrm>
              <a:off x="3949" y="1473"/>
              <a:ext cx="81" cy="281"/>
            </a:xfrm>
            <a:custGeom>
              <a:avLst/>
              <a:gdLst>
                <a:gd name="T0" fmla="*/ 2147483646 w 19"/>
                <a:gd name="T1" fmla="*/ 2147483646 h 65"/>
                <a:gd name="T2" fmla="*/ 2147483646 w 19"/>
                <a:gd name="T3" fmla="*/ 0 h 65"/>
                <a:gd name="T4" fmla="*/ 0 w 19"/>
                <a:gd name="T5" fmla="*/ 2147483646 h 65"/>
                <a:gd name="T6" fmla="*/ 0 w 19"/>
                <a:gd name="T7" fmla="*/ 2147483646 h 65"/>
                <a:gd name="T8" fmla="*/ 2147483646 w 19"/>
                <a:gd name="T9" fmla="*/ 2147483646 h 65"/>
                <a:gd name="T10" fmla="*/ 2147483646 w 19"/>
                <a:gd name="T11" fmla="*/ 2147483646 h 65"/>
                <a:gd name="T12" fmla="*/ 2147483646 w 19"/>
                <a:gd name="T13" fmla="*/ 2147483646 h 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 name="Freeform 22">
              <a:extLst>
                <a:ext uri="{FF2B5EF4-FFF2-40B4-BE49-F238E27FC236}">
                  <a16:creationId xmlns:a16="http://schemas.microsoft.com/office/drawing/2014/main" id="{075DB345-9751-FE23-BB4D-32677256432D}"/>
                </a:ext>
              </a:extLst>
            </p:cNvPr>
            <p:cNvSpPr>
              <a:spLocks/>
            </p:cNvSpPr>
            <p:nvPr/>
          </p:nvSpPr>
          <p:spPr bwMode="auto">
            <a:xfrm>
              <a:off x="4171" y="1587"/>
              <a:ext cx="87" cy="167"/>
            </a:xfrm>
            <a:custGeom>
              <a:avLst/>
              <a:gdLst>
                <a:gd name="T0" fmla="*/ 2147483646 w 20"/>
                <a:gd name="T1" fmla="*/ 2147483646 h 39"/>
                <a:gd name="T2" fmla="*/ 2147483646 w 20"/>
                <a:gd name="T3" fmla="*/ 0 h 39"/>
                <a:gd name="T4" fmla="*/ 0 w 20"/>
                <a:gd name="T5" fmla="*/ 2147483646 h 39"/>
                <a:gd name="T6" fmla="*/ 0 w 20"/>
                <a:gd name="T7" fmla="*/ 2147483646 h 39"/>
                <a:gd name="T8" fmla="*/ 2147483646 w 20"/>
                <a:gd name="T9" fmla="*/ 2147483646 h 39"/>
                <a:gd name="T10" fmla="*/ 2147483646 w 20"/>
                <a:gd name="T11" fmla="*/ 2147483646 h 39"/>
                <a:gd name="T12" fmla="*/ 2147483646 w 20"/>
                <a:gd name="T13" fmla="*/ 2147483646 h 3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 name="Freeform 23">
              <a:extLst>
                <a:ext uri="{FF2B5EF4-FFF2-40B4-BE49-F238E27FC236}">
                  <a16:creationId xmlns:a16="http://schemas.microsoft.com/office/drawing/2014/main" id="{0952D6B3-4D08-D886-F36C-2A618A44B44D}"/>
                </a:ext>
              </a:extLst>
            </p:cNvPr>
            <p:cNvSpPr>
              <a:spLocks/>
            </p:cNvSpPr>
            <p:nvPr/>
          </p:nvSpPr>
          <p:spPr bwMode="auto">
            <a:xfrm>
              <a:off x="4399" y="1473"/>
              <a:ext cx="81" cy="281"/>
            </a:xfrm>
            <a:custGeom>
              <a:avLst/>
              <a:gdLst>
                <a:gd name="T0" fmla="*/ 2147483646 w 19"/>
                <a:gd name="T1" fmla="*/ 2147483646 h 65"/>
                <a:gd name="T2" fmla="*/ 2147483646 w 19"/>
                <a:gd name="T3" fmla="*/ 0 h 65"/>
                <a:gd name="T4" fmla="*/ 0 w 19"/>
                <a:gd name="T5" fmla="*/ 2147483646 h 65"/>
                <a:gd name="T6" fmla="*/ 0 w 19"/>
                <a:gd name="T7" fmla="*/ 2147483646 h 65"/>
                <a:gd name="T8" fmla="*/ 2147483646 w 19"/>
                <a:gd name="T9" fmla="*/ 2147483646 h 65"/>
                <a:gd name="T10" fmla="*/ 2147483646 w 19"/>
                <a:gd name="T11" fmla="*/ 2147483646 h 65"/>
                <a:gd name="T12" fmla="*/ 2147483646 w 19"/>
                <a:gd name="T13" fmla="*/ 2147483646 h 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 name="Freeform 24">
              <a:extLst>
                <a:ext uri="{FF2B5EF4-FFF2-40B4-BE49-F238E27FC236}">
                  <a16:creationId xmlns:a16="http://schemas.microsoft.com/office/drawing/2014/main" id="{AA67C3FD-8658-4D03-28E7-0B83C71F7CFD}"/>
                </a:ext>
              </a:extLst>
            </p:cNvPr>
            <p:cNvSpPr>
              <a:spLocks/>
            </p:cNvSpPr>
            <p:nvPr/>
          </p:nvSpPr>
          <p:spPr bwMode="auto">
            <a:xfrm>
              <a:off x="4625" y="1320"/>
              <a:ext cx="83" cy="514"/>
            </a:xfrm>
            <a:custGeom>
              <a:avLst/>
              <a:gdLst>
                <a:gd name="T0" fmla="*/ 2147483646 w 19"/>
                <a:gd name="T1" fmla="*/ 2147483646 h 120"/>
                <a:gd name="T2" fmla="*/ 2147483646 w 19"/>
                <a:gd name="T3" fmla="*/ 0 h 120"/>
                <a:gd name="T4" fmla="*/ 0 w 19"/>
                <a:gd name="T5" fmla="*/ 2147483646 h 120"/>
                <a:gd name="T6" fmla="*/ 0 w 19"/>
                <a:gd name="T7" fmla="*/ 2147483646 h 120"/>
                <a:gd name="T8" fmla="*/ 2147483646 w 19"/>
                <a:gd name="T9" fmla="*/ 2147483646 h 120"/>
                <a:gd name="T10" fmla="*/ 2147483646 w 19"/>
                <a:gd name="T11" fmla="*/ 2147483646 h 120"/>
                <a:gd name="T12" fmla="*/ 2147483646 w 19"/>
                <a:gd name="T13" fmla="*/ 2147483646 h 1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 name="Freeform 25">
              <a:extLst>
                <a:ext uri="{FF2B5EF4-FFF2-40B4-BE49-F238E27FC236}">
                  <a16:creationId xmlns:a16="http://schemas.microsoft.com/office/drawing/2014/main" id="{061AB21E-A546-41FB-64A9-274305FE24CB}"/>
                </a:ext>
              </a:extLst>
            </p:cNvPr>
            <p:cNvSpPr>
              <a:spLocks/>
            </p:cNvSpPr>
            <p:nvPr/>
          </p:nvSpPr>
          <p:spPr bwMode="auto">
            <a:xfrm>
              <a:off x="4848" y="1473"/>
              <a:ext cx="81" cy="281"/>
            </a:xfrm>
            <a:custGeom>
              <a:avLst/>
              <a:gdLst>
                <a:gd name="T0" fmla="*/ 2147483646 w 19"/>
                <a:gd name="T1" fmla="*/ 2147483646 h 65"/>
                <a:gd name="T2" fmla="*/ 2147483646 w 19"/>
                <a:gd name="T3" fmla="*/ 0 h 65"/>
                <a:gd name="T4" fmla="*/ 0 w 19"/>
                <a:gd name="T5" fmla="*/ 2147483646 h 65"/>
                <a:gd name="T6" fmla="*/ 0 w 19"/>
                <a:gd name="T7" fmla="*/ 2147483646 h 65"/>
                <a:gd name="T8" fmla="*/ 2147483646 w 19"/>
                <a:gd name="T9" fmla="*/ 2147483646 h 65"/>
                <a:gd name="T10" fmla="*/ 2147483646 w 19"/>
                <a:gd name="T11" fmla="*/ 2147483646 h 65"/>
                <a:gd name="T12" fmla="*/ 2147483646 w 19"/>
                <a:gd name="T13" fmla="*/ 2147483646 h 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 name="Freeform 26">
              <a:extLst>
                <a:ext uri="{FF2B5EF4-FFF2-40B4-BE49-F238E27FC236}">
                  <a16:creationId xmlns:a16="http://schemas.microsoft.com/office/drawing/2014/main" id="{77E5DA47-8AE7-B987-790A-F93A6034E432}"/>
                </a:ext>
              </a:extLst>
            </p:cNvPr>
            <p:cNvSpPr>
              <a:spLocks/>
            </p:cNvSpPr>
            <p:nvPr/>
          </p:nvSpPr>
          <p:spPr bwMode="auto">
            <a:xfrm>
              <a:off x="5074" y="1587"/>
              <a:ext cx="83" cy="167"/>
            </a:xfrm>
            <a:custGeom>
              <a:avLst/>
              <a:gdLst>
                <a:gd name="T0" fmla="*/ 2147483646 w 19"/>
                <a:gd name="T1" fmla="*/ 2147483646 h 39"/>
                <a:gd name="T2" fmla="*/ 2147483646 w 19"/>
                <a:gd name="T3" fmla="*/ 0 h 39"/>
                <a:gd name="T4" fmla="*/ 0 w 19"/>
                <a:gd name="T5" fmla="*/ 2147483646 h 39"/>
                <a:gd name="T6" fmla="*/ 0 w 19"/>
                <a:gd name="T7" fmla="*/ 2147483646 h 39"/>
                <a:gd name="T8" fmla="*/ 2147483646 w 19"/>
                <a:gd name="T9" fmla="*/ 2147483646 h 39"/>
                <a:gd name="T10" fmla="*/ 2147483646 w 19"/>
                <a:gd name="T11" fmla="*/ 2147483646 h 39"/>
                <a:gd name="T12" fmla="*/ 2147483646 w 19"/>
                <a:gd name="T13" fmla="*/ 2147483646 h 3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pic>
        <p:nvPicPr>
          <p:cNvPr id="22" name="Picture 27">
            <a:extLst>
              <a:ext uri="{FF2B5EF4-FFF2-40B4-BE49-F238E27FC236}">
                <a16:creationId xmlns:a16="http://schemas.microsoft.com/office/drawing/2014/main" id="{79951C07-3988-7446-BAF9-5149CBBE9CD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83550" y="1651000"/>
            <a:ext cx="4044950" cy="269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3" name="Rectangle 22">
            <a:extLst>
              <a:ext uri="{FF2B5EF4-FFF2-40B4-BE49-F238E27FC236}">
                <a16:creationId xmlns:a16="http://schemas.microsoft.com/office/drawing/2014/main" id="{1827EC27-D7F9-BCCC-4BF6-7A0697DC1951}"/>
              </a:ext>
            </a:extLst>
          </p:cNvPr>
          <p:cNvSpPr>
            <a:spLocks noChangeArrowheads="1"/>
          </p:cNvSpPr>
          <p:nvPr userDrawn="1"/>
        </p:nvSpPr>
        <p:spPr bwMode="auto">
          <a:xfrm>
            <a:off x="130175" y="6637338"/>
            <a:ext cx="811213" cy="220662"/>
          </a:xfrm>
          <a:prstGeom prst="rect">
            <a:avLst/>
          </a:prstGeom>
          <a:noFill/>
          <a:ln>
            <a:noFill/>
          </a:ln>
        </p:spPr>
        <p:txBody>
          <a:bodyPr wrap="none" lIns="82124" tIns="41061" rIns="82124" bIns="41061" anchor="b" anchorCtr="1">
            <a:spAutoFit/>
          </a:bodyPr>
          <a:lstStyle>
            <a:lvl1pPr defTabSz="814388" eaLnBrk="0" hangingPunct="0">
              <a:defRPr sz="2400">
                <a:solidFill>
                  <a:schemeClr val="tx1"/>
                </a:solidFill>
                <a:latin typeface="Arial" charset="0"/>
                <a:cs typeface="Arial" charset="0"/>
              </a:defRPr>
            </a:lvl1pPr>
            <a:lvl2pPr marL="742950" indent="-285750" defTabSz="814388" eaLnBrk="0" hangingPunct="0">
              <a:defRPr sz="2400">
                <a:solidFill>
                  <a:schemeClr val="tx1"/>
                </a:solidFill>
                <a:latin typeface="Arial" charset="0"/>
                <a:cs typeface="Arial" charset="0"/>
              </a:defRPr>
            </a:lvl2pPr>
            <a:lvl3pPr marL="1143000" indent="-228600" defTabSz="814388" eaLnBrk="0" hangingPunct="0">
              <a:defRPr sz="2400">
                <a:solidFill>
                  <a:schemeClr val="tx1"/>
                </a:solidFill>
                <a:latin typeface="Arial" charset="0"/>
                <a:cs typeface="Arial" charset="0"/>
              </a:defRPr>
            </a:lvl3pPr>
            <a:lvl4pPr marL="1600200" indent="-228600" defTabSz="814388" eaLnBrk="0" hangingPunct="0">
              <a:defRPr sz="2400">
                <a:solidFill>
                  <a:schemeClr val="tx1"/>
                </a:solidFill>
                <a:latin typeface="Arial" charset="0"/>
                <a:cs typeface="Arial" charset="0"/>
              </a:defRPr>
            </a:lvl4pPr>
            <a:lvl5pPr marL="2057400" indent="-228600" defTabSz="814388" eaLnBrk="0" hangingPunct="0">
              <a:defRPr sz="2400">
                <a:solidFill>
                  <a:schemeClr val="tx1"/>
                </a:solidFill>
                <a:latin typeface="Arial" charset="0"/>
                <a:cs typeface="Arial" charset="0"/>
              </a:defRPr>
            </a:lvl5pPr>
            <a:lvl6pPr marL="2514600" indent="-228600" defTabSz="814388" eaLnBrk="0" fontAlgn="base" hangingPunct="0">
              <a:spcBef>
                <a:spcPct val="0"/>
              </a:spcBef>
              <a:spcAft>
                <a:spcPct val="0"/>
              </a:spcAft>
              <a:defRPr sz="2400">
                <a:solidFill>
                  <a:schemeClr val="tx1"/>
                </a:solidFill>
                <a:latin typeface="Arial" charset="0"/>
                <a:cs typeface="Arial" charset="0"/>
              </a:defRPr>
            </a:lvl6pPr>
            <a:lvl7pPr marL="2971800" indent="-228600" defTabSz="814388" eaLnBrk="0" fontAlgn="base" hangingPunct="0">
              <a:spcBef>
                <a:spcPct val="0"/>
              </a:spcBef>
              <a:spcAft>
                <a:spcPct val="0"/>
              </a:spcAft>
              <a:defRPr sz="2400">
                <a:solidFill>
                  <a:schemeClr val="tx1"/>
                </a:solidFill>
                <a:latin typeface="Arial" charset="0"/>
                <a:cs typeface="Arial" charset="0"/>
              </a:defRPr>
            </a:lvl7pPr>
            <a:lvl8pPr marL="3429000" indent="-228600" defTabSz="814388" eaLnBrk="0" fontAlgn="base" hangingPunct="0">
              <a:spcBef>
                <a:spcPct val="0"/>
              </a:spcBef>
              <a:spcAft>
                <a:spcPct val="0"/>
              </a:spcAft>
              <a:defRPr sz="2400">
                <a:solidFill>
                  <a:schemeClr val="tx1"/>
                </a:solidFill>
                <a:latin typeface="Arial" charset="0"/>
                <a:cs typeface="Arial" charset="0"/>
              </a:defRPr>
            </a:lvl8pPr>
            <a:lvl9pPr marL="3886200" indent="-228600" defTabSz="814388" eaLnBrk="0" fontAlgn="base" hangingPunct="0">
              <a:spcBef>
                <a:spcPct val="0"/>
              </a:spcBef>
              <a:spcAft>
                <a:spcPct val="0"/>
              </a:spcAft>
              <a:defRPr sz="2400">
                <a:solidFill>
                  <a:schemeClr val="tx1"/>
                </a:solidFill>
                <a:latin typeface="Arial" charset="0"/>
                <a:cs typeface="Arial" charset="0"/>
              </a:defRPr>
            </a:lvl9pPr>
          </a:lstStyle>
          <a:p>
            <a:pPr algn="ctr">
              <a:lnSpc>
                <a:spcPct val="90000"/>
              </a:lnSpc>
              <a:defRPr/>
            </a:pPr>
            <a:r>
              <a:rPr lang="en-US" altLang="en-US" sz="1000"/>
              <a:t>Version 4.0</a:t>
            </a:r>
            <a:endParaRPr lang="en-US" altLang="en-US"/>
          </a:p>
        </p:txBody>
      </p:sp>
      <p:sp>
        <p:nvSpPr>
          <p:cNvPr id="957463" name="Rectangle 23"/>
          <p:cNvSpPr>
            <a:spLocks noGrp="1" noChangeArrowheads="1"/>
          </p:cNvSpPr>
          <p:nvPr>
            <p:ph type="ctrTitle"/>
          </p:nvPr>
        </p:nvSpPr>
        <p:spPr bwMode="white">
          <a:xfrm>
            <a:off x="867834" y="2676526"/>
            <a:ext cx="5024967" cy="830263"/>
          </a:xfrm>
          <a:ln/>
        </p:spPr>
        <p:txBody>
          <a:bodyPr anchor="ctr"/>
          <a:lstStyle>
            <a:lvl1pPr>
              <a:defRPr sz="3000" b="0">
                <a:solidFill>
                  <a:srgbClr val="FFFFFF"/>
                </a:solidFill>
              </a:defRPr>
            </a:lvl1pPr>
          </a:lstStyle>
          <a:p>
            <a:r>
              <a:rPr lang="en-US"/>
              <a:t>Click To Edit Master Title Style</a:t>
            </a:r>
          </a:p>
        </p:txBody>
      </p:sp>
      <p:sp>
        <p:nvSpPr>
          <p:cNvPr id="957464" name="Rectangle 24"/>
          <p:cNvSpPr>
            <a:spLocks noGrp="1" noChangeArrowheads="1"/>
          </p:cNvSpPr>
          <p:nvPr>
            <p:ph type="subTitle" idx="1"/>
          </p:nvPr>
        </p:nvSpPr>
        <p:spPr>
          <a:xfrm>
            <a:off x="867833" y="4733925"/>
            <a:ext cx="9254067" cy="419100"/>
          </a:xfrm>
          <a:ln/>
        </p:spPr>
        <p:txBody>
          <a:bodyPr/>
          <a:lstStyle>
            <a:lvl1pPr marL="0" indent="0">
              <a:lnSpc>
                <a:spcPct val="90000"/>
              </a:lnSpc>
              <a:buFont typeface="Wingdings" pitchFamily="2" charset="2"/>
              <a:buNone/>
              <a:defRPr sz="2000" b="1">
                <a:solidFill>
                  <a:schemeClr val="bg2"/>
                </a:solidFill>
              </a:defRPr>
            </a:lvl1pPr>
          </a:lstStyle>
          <a:p>
            <a:r>
              <a:rPr lang="en-US"/>
              <a:t>Click to Edit Master Subtitle Style</a:t>
            </a:r>
          </a:p>
        </p:txBody>
      </p:sp>
    </p:spTree>
    <p:extLst>
      <p:ext uri="{BB962C8B-B14F-4D97-AF65-F5344CB8AC3E}">
        <p14:creationId xmlns:p14="http://schemas.microsoft.com/office/powerpoint/2010/main" val="2752412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3964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79253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74185" y="1781176"/>
            <a:ext cx="5192183"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69567" y="1781176"/>
            <a:ext cx="5192184"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2467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83001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717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7788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2779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32907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0832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21234" y="457200"/>
            <a:ext cx="2713567" cy="4895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74185" y="457200"/>
            <a:ext cx="7943849" cy="4895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88462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442201893"/>
      </p:ext>
    </p:extLst>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71276473"/>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228268657"/>
      </p:ext>
    </p:extLst>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53018" y="3390900"/>
            <a:ext cx="5192183" cy="1855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3390900"/>
            <a:ext cx="5192184" cy="1855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2503117"/>
      </p:ext>
    </p:extLst>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936804"/>
      </p:ext>
    </p:extLst>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32021550"/>
      </p:ext>
    </p:extLst>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1754150"/>
      </p:ext>
    </p:extLst>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32989555"/>
      </p:ext>
    </p:extLst>
  </p:cSld>
  <p:clrMapOvr>
    <a:masterClrMapping/>
  </p:clrMapOvr>
  <p:transition>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0910765"/>
      </p:ext>
    </p:extLst>
  </p:cSld>
  <p:clrMapOvr>
    <a:masterClrMapping/>
  </p:clrMapOvr>
  <p:transition>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0922556"/>
      </p:ext>
    </p:extLst>
  </p:cSld>
  <p:clrMapOvr>
    <a:masterClrMapping/>
  </p:clrMapOvr>
  <p:transition>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94752" y="1312864"/>
            <a:ext cx="2645833" cy="39338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3018" y="1312864"/>
            <a:ext cx="7738533" cy="39338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2882829"/>
      </p:ext>
    </p:extLst>
  </p:cSld>
  <p:clrMapOvr>
    <a:masterClrMapping/>
  </p:clrMapOvr>
  <p:transition>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Google Shape;90;p1">
            <a:extLst>
              <a:ext uri="{FF2B5EF4-FFF2-40B4-BE49-F238E27FC236}">
                <a16:creationId xmlns:a16="http://schemas.microsoft.com/office/drawing/2014/main" id="{307127C7-5E48-CBF8-19CE-7E6C713250F9}"/>
              </a:ext>
            </a:extLst>
          </p:cNvPr>
          <p:cNvSpPr>
            <a:spLocks noChangeArrowheads="1"/>
          </p:cNvSpPr>
          <p:nvPr userDrawn="1"/>
        </p:nvSpPr>
        <p:spPr bwMode="auto">
          <a:xfrm>
            <a:off x="0" y="0"/>
            <a:ext cx="12192000" cy="6858000"/>
          </a:xfrm>
          <a:prstGeom prst="rect">
            <a:avLst/>
          </a:prstGeom>
          <a:noFill/>
          <a:ln w="76200">
            <a:solidFill>
              <a:srgbClr val="C00000"/>
            </a:solidFill>
            <a:miter lim="800000"/>
            <a:headEnd type="none" w="sm" len="sm"/>
            <a:tailEnd type="none" w="sm" len="sm"/>
          </a:ln>
        </p:spPr>
        <p:txBody>
          <a:bodyPr lIns="91425" tIns="45700" rIns="91425" bIns="45700"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defRPr/>
            </a:pPr>
            <a:endParaRPr lang="en-US" altLang="en-US">
              <a:solidFill>
                <a:srgbClr val="FFFFFF"/>
              </a:solidFill>
              <a:sym typeface="Arial" panose="020B0604020202020204" pitchFamily="34" charset="0"/>
            </a:endParaRPr>
          </a:p>
        </p:txBody>
      </p:sp>
      <p:sp>
        <p:nvSpPr>
          <p:cNvPr id="2" name="Title 1"/>
          <p:cNvSpPr>
            <a:spLocks noGrp="1"/>
          </p:cNvSpPr>
          <p:nvPr>
            <p:ph type="ctrTitle"/>
          </p:nvPr>
        </p:nvSpPr>
        <p:spPr>
          <a:xfrm>
            <a:off x="914400" y="1371601"/>
            <a:ext cx="10464800" cy="1927225"/>
          </a:xfrm>
        </p:spPr>
        <p:txBody>
          <a:bodyPr anchor="b">
            <a:noAutofit/>
          </a:bodyPr>
          <a:lstStyle>
            <a:lvl1pPr algn="ctr">
              <a:defRPr sz="5400" cap="all" baseline="0"/>
            </a:lvl1pPr>
          </a:lstStyle>
          <a:p>
            <a:r>
              <a:rPr lang="en-US" dirty="0"/>
              <a:t>Click to edit Master title style</a:t>
            </a:r>
          </a:p>
        </p:txBody>
      </p:sp>
      <p:sp>
        <p:nvSpPr>
          <p:cNvPr id="3" name="Subtitle 2"/>
          <p:cNvSpPr>
            <a:spLocks noGrp="1"/>
          </p:cNvSpPr>
          <p:nvPr>
            <p:ph type="subTitle" idx="1"/>
          </p:nvPr>
        </p:nvSpPr>
        <p:spPr>
          <a:xfrm>
            <a:off x="2469932" y="3403600"/>
            <a:ext cx="8534400" cy="1752600"/>
          </a:xfrm>
        </p:spPr>
        <p:txBody>
          <a:bodyPr/>
          <a:lstStyle>
            <a:lvl1pPr marL="0" indent="0" algn="ctr">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Date Placeholder 3">
            <a:extLst>
              <a:ext uri="{FF2B5EF4-FFF2-40B4-BE49-F238E27FC236}">
                <a16:creationId xmlns:a16="http://schemas.microsoft.com/office/drawing/2014/main" id="{3CBBEB59-0C02-E476-D92B-6FD258D75B30}"/>
              </a:ext>
            </a:extLst>
          </p:cNvPr>
          <p:cNvSpPr>
            <a:spLocks noGrp="1"/>
          </p:cNvSpPr>
          <p:nvPr>
            <p:ph type="dt" sz="half" idx="10"/>
          </p:nvPr>
        </p:nvSpPr>
        <p:spPr>
          <a:xfrm>
            <a:off x="0" y="0"/>
            <a:ext cx="3236913" cy="328613"/>
          </a:xfrm>
        </p:spPr>
        <p:txBody>
          <a:bodyPr/>
          <a:lstStyle>
            <a:lvl1pPr eaLnBrk="1" hangingPunct="1">
              <a:lnSpc>
                <a:spcPct val="100000"/>
              </a:lnSpc>
              <a:defRPr sz="1400" b="1">
                <a:cs typeface="Arial" charset="0"/>
              </a:defRPr>
            </a:lvl1pPr>
          </a:lstStyle>
          <a:p>
            <a:pPr>
              <a:defRPr/>
            </a:pPr>
            <a:fld id="{AAEFCDD2-64DA-4982-96C7-0C6A987B5905}" type="datetime1">
              <a:rPr lang="en-US"/>
              <a:pPr>
                <a:defRPr/>
              </a:pPr>
              <a:t>10/19/2025</a:t>
            </a:fld>
            <a:endParaRPr lang="en-US"/>
          </a:p>
        </p:txBody>
      </p:sp>
      <p:sp>
        <p:nvSpPr>
          <p:cNvPr id="6" name="Slide Number Placeholder 5">
            <a:extLst>
              <a:ext uri="{FF2B5EF4-FFF2-40B4-BE49-F238E27FC236}">
                <a16:creationId xmlns:a16="http://schemas.microsoft.com/office/drawing/2014/main" id="{B51ABB50-7566-A0A1-8EA3-536514758D36}"/>
              </a:ext>
            </a:extLst>
          </p:cNvPr>
          <p:cNvSpPr>
            <a:spLocks noGrp="1"/>
          </p:cNvSpPr>
          <p:nvPr>
            <p:ph type="sldNum" sz="quarter" idx="11"/>
          </p:nvPr>
        </p:nvSpPr>
        <p:spPr>
          <a:xfrm>
            <a:off x="11582400" y="0"/>
            <a:ext cx="609600" cy="328613"/>
          </a:xfrm>
        </p:spPr>
        <p:txBody>
          <a:bodyPr/>
          <a:lstStyle>
            <a:lvl1pPr eaLnBrk="1" hangingPunct="1">
              <a:lnSpc>
                <a:spcPct val="100000"/>
              </a:lnSpc>
              <a:defRPr/>
            </a:lvl1pPr>
          </a:lstStyle>
          <a:p>
            <a:pPr>
              <a:defRPr/>
            </a:pPr>
            <a:fld id="{5CF6A978-2F7D-4083-A302-2AF9EBC1DD07}" type="slidenum">
              <a:rPr lang="en-US" altLang="en-US"/>
              <a:pPr>
                <a:defRPr/>
              </a:pPr>
              <a:t>‹#›</a:t>
            </a:fld>
            <a:endParaRPr lang="en-US" altLang="en-US"/>
          </a:p>
        </p:txBody>
      </p:sp>
    </p:spTree>
    <p:extLst>
      <p:ext uri="{BB962C8B-B14F-4D97-AF65-F5344CB8AC3E}">
        <p14:creationId xmlns:p14="http://schemas.microsoft.com/office/powerpoint/2010/main" val="14899022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Google Shape;90;p1">
            <a:extLst>
              <a:ext uri="{FF2B5EF4-FFF2-40B4-BE49-F238E27FC236}">
                <a16:creationId xmlns:a16="http://schemas.microsoft.com/office/drawing/2014/main" id="{8A1B2A0C-6FE7-FE54-DC1C-413CD1050C21}"/>
              </a:ext>
            </a:extLst>
          </p:cNvPr>
          <p:cNvSpPr>
            <a:spLocks noChangeArrowheads="1"/>
          </p:cNvSpPr>
          <p:nvPr userDrawn="1"/>
        </p:nvSpPr>
        <p:spPr bwMode="auto">
          <a:xfrm>
            <a:off x="0" y="0"/>
            <a:ext cx="12192000" cy="6858000"/>
          </a:xfrm>
          <a:prstGeom prst="rect">
            <a:avLst/>
          </a:prstGeom>
          <a:noFill/>
          <a:ln w="76200">
            <a:solidFill>
              <a:srgbClr val="C00000"/>
            </a:solidFill>
            <a:miter lim="800000"/>
            <a:headEnd type="none" w="sm" len="sm"/>
            <a:tailEnd type="none" w="sm" len="sm"/>
          </a:ln>
        </p:spPr>
        <p:txBody>
          <a:bodyPr lIns="91425" tIns="45700" rIns="91425" bIns="45700"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defRPr/>
            </a:pPr>
            <a:endParaRPr lang="en-US" altLang="en-US">
              <a:solidFill>
                <a:srgbClr val="FFFFFF"/>
              </a:solidFill>
              <a:sym typeface="Arial" panose="020B0604020202020204" pitchFamily="34" charset="0"/>
            </a:endParaRPr>
          </a:p>
        </p:txBody>
      </p:sp>
      <p:sp>
        <p:nvSpPr>
          <p:cNvPr id="2" name="Title 1"/>
          <p:cNvSpPr>
            <a:spLocks noGrp="1"/>
          </p:cNvSpPr>
          <p:nvPr>
            <p:ph type="title"/>
          </p:nvPr>
        </p:nvSpPr>
        <p:spPr>
          <a:xfrm>
            <a:off x="609600" y="441435"/>
            <a:ext cx="10972800" cy="819807"/>
          </a:xfrm>
        </p:spPr>
        <p:txBody>
          <a:bodyPr/>
          <a:lstStyle>
            <a:lvl1pPr algn="ctr">
              <a:defRPr sz="3600"/>
            </a:lvl1pPr>
          </a:lstStyle>
          <a:p>
            <a:r>
              <a:rPr lang="en-US"/>
              <a:t>Click to edit Master title style</a:t>
            </a:r>
          </a:p>
        </p:txBody>
      </p:sp>
      <p:sp>
        <p:nvSpPr>
          <p:cNvPr id="3" name="Content Placeholder 2"/>
          <p:cNvSpPr>
            <a:spLocks noGrp="1"/>
          </p:cNvSpPr>
          <p:nvPr>
            <p:ph idx="1"/>
          </p:nvPr>
        </p:nvSpPr>
        <p:spPr>
          <a:xfrm>
            <a:off x="609600" y="1320799"/>
            <a:ext cx="10972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12A2704E-A299-1AE9-6DC3-E3CDB31D72B0}"/>
              </a:ext>
            </a:extLst>
          </p:cNvPr>
          <p:cNvSpPr>
            <a:spLocks noGrp="1"/>
          </p:cNvSpPr>
          <p:nvPr>
            <p:ph type="dt" sz="half" idx="10"/>
          </p:nvPr>
        </p:nvSpPr>
        <p:spPr>
          <a:xfrm>
            <a:off x="0" y="0"/>
            <a:ext cx="2817813" cy="344488"/>
          </a:xfrm>
        </p:spPr>
        <p:txBody>
          <a:bodyPr/>
          <a:lstStyle>
            <a:lvl1pPr eaLnBrk="1" hangingPunct="1">
              <a:lnSpc>
                <a:spcPct val="100000"/>
              </a:lnSpc>
              <a:defRPr sz="1400" b="1">
                <a:cs typeface="Arial" charset="0"/>
              </a:defRPr>
            </a:lvl1pPr>
          </a:lstStyle>
          <a:p>
            <a:pPr>
              <a:defRPr/>
            </a:pPr>
            <a:fld id="{A849D22A-167D-498C-870B-196FA64474E2}" type="datetime1">
              <a:rPr lang="en-US"/>
              <a:pPr>
                <a:defRPr/>
              </a:pPr>
              <a:t>10/19/2025</a:t>
            </a:fld>
            <a:endParaRPr lang="en-US" dirty="0"/>
          </a:p>
        </p:txBody>
      </p:sp>
      <p:sp>
        <p:nvSpPr>
          <p:cNvPr id="6" name="Slide Number Placeholder 5">
            <a:extLst>
              <a:ext uri="{FF2B5EF4-FFF2-40B4-BE49-F238E27FC236}">
                <a16:creationId xmlns:a16="http://schemas.microsoft.com/office/drawing/2014/main" id="{BBC9FCF5-7A3E-8832-556F-2E7F4525A48B}"/>
              </a:ext>
            </a:extLst>
          </p:cNvPr>
          <p:cNvSpPr>
            <a:spLocks noGrp="1"/>
          </p:cNvSpPr>
          <p:nvPr>
            <p:ph type="sldNum" sz="quarter" idx="11"/>
          </p:nvPr>
        </p:nvSpPr>
        <p:spPr>
          <a:xfrm>
            <a:off x="11225213" y="0"/>
            <a:ext cx="966787" cy="347663"/>
          </a:xfrm>
        </p:spPr>
        <p:txBody>
          <a:bodyPr/>
          <a:lstStyle>
            <a:lvl1pPr eaLnBrk="1" hangingPunct="1">
              <a:lnSpc>
                <a:spcPct val="100000"/>
              </a:lnSpc>
              <a:defRPr/>
            </a:lvl1pPr>
          </a:lstStyle>
          <a:p>
            <a:pPr>
              <a:defRPr/>
            </a:pPr>
            <a:fld id="{7FAD801F-7E98-405E-919B-17E6FEE854FC}" type="slidenum">
              <a:rPr lang="en-US" altLang="en-US"/>
              <a:pPr>
                <a:defRPr/>
              </a:pPr>
              <a:t>‹#›</a:t>
            </a:fld>
            <a:endParaRPr lang="en-US" altLang="en-US"/>
          </a:p>
        </p:txBody>
      </p:sp>
    </p:spTree>
    <p:extLst>
      <p:ext uri="{BB962C8B-B14F-4D97-AF65-F5344CB8AC3E}">
        <p14:creationId xmlns:p14="http://schemas.microsoft.com/office/powerpoint/2010/main" val="919277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2"/>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12D10C1-E123-9918-1D9B-DED49250F270}"/>
              </a:ext>
            </a:extLst>
          </p:cNvPr>
          <p:cNvCxnSpPr/>
          <p:nvPr/>
        </p:nvCxnSpPr>
        <p:spPr>
          <a:xfrm>
            <a:off x="976313" y="4598988"/>
            <a:ext cx="104648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963084" y="2362201"/>
            <a:ext cx="10363200" cy="2200275"/>
          </a:xfrm>
        </p:spPr>
        <p:txBody>
          <a:bodyPr anchor="b"/>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7B2AB778-4AF3-244F-CCA6-E82A3F987A85}"/>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41DEA0CA-8043-4330-A5B2-4E17C43AC4C7}" type="datetime1">
              <a:rPr lang="en-US"/>
              <a:pPr>
                <a:defRPr/>
              </a:pPr>
              <a:t>10/19/2025</a:t>
            </a:fld>
            <a:endParaRPr lang="en-US"/>
          </a:p>
        </p:txBody>
      </p:sp>
      <p:sp>
        <p:nvSpPr>
          <p:cNvPr id="6" name="Slide Number Placeholder 5">
            <a:extLst>
              <a:ext uri="{FF2B5EF4-FFF2-40B4-BE49-F238E27FC236}">
                <a16:creationId xmlns:a16="http://schemas.microsoft.com/office/drawing/2014/main" id="{F3F6C615-3273-A64B-AC59-555EA0C0C0E1}"/>
              </a:ext>
            </a:extLst>
          </p:cNvPr>
          <p:cNvSpPr>
            <a:spLocks noGrp="1"/>
          </p:cNvSpPr>
          <p:nvPr>
            <p:ph type="sldNum" sz="quarter" idx="11"/>
          </p:nvPr>
        </p:nvSpPr>
        <p:spPr/>
        <p:txBody>
          <a:bodyPr/>
          <a:lstStyle>
            <a:lvl1pPr eaLnBrk="1" hangingPunct="1">
              <a:lnSpc>
                <a:spcPct val="100000"/>
              </a:lnSpc>
              <a:defRPr/>
            </a:lvl1pPr>
          </a:lstStyle>
          <a:p>
            <a:pPr>
              <a:defRPr/>
            </a:pPr>
            <a:fld id="{82ED1D93-F2F8-4235-8B2B-DF819DF9C086}" type="slidenum">
              <a:rPr lang="en-US" altLang="en-US"/>
              <a:pPr>
                <a:defRPr/>
              </a:pPr>
              <a:t>‹#›</a:t>
            </a:fld>
            <a:endParaRPr lang="en-US" altLang="en-US"/>
          </a:p>
        </p:txBody>
      </p:sp>
    </p:spTree>
    <p:extLst>
      <p:ext uri="{BB962C8B-B14F-4D97-AF65-F5344CB8AC3E}">
        <p14:creationId xmlns:p14="http://schemas.microsoft.com/office/powerpoint/2010/main" val="2651156454"/>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8882D5EC-FEFC-CFAF-57A6-0F76C88F34B0}"/>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10766A45-2EDF-4F81-8022-FCB55C32B442}" type="datetime1">
              <a:rPr lang="en-US"/>
              <a:pPr>
                <a:defRPr/>
              </a:pPr>
              <a:t>10/19/2025</a:t>
            </a:fld>
            <a:endParaRPr lang="en-US" dirty="0"/>
          </a:p>
        </p:txBody>
      </p:sp>
      <p:sp>
        <p:nvSpPr>
          <p:cNvPr id="6" name="Slide Number Placeholder 5">
            <a:extLst>
              <a:ext uri="{FF2B5EF4-FFF2-40B4-BE49-F238E27FC236}">
                <a16:creationId xmlns:a16="http://schemas.microsoft.com/office/drawing/2014/main" id="{3E60464E-A3EA-921A-9688-5D44F464E6D7}"/>
              </a:ext>
            </a:extLst>
          </p:cNvPr>
          <p:cNvSpPr>
            <a:spLocks noGrp="1"/>
          </p:cNvSpPr>
          <p:nvPr>
            <p:ph type="sldNum" sz="quarter" idx="11"/>
          </p:nvPr>
        </p:nvSpPr>
        <p:spPr/>
        <p:txBody>
          <a:bodyPr/>
          <a:lstStyle>
            <a:lvl1pPr eaLnBrk="1" hangingPunct="1">
              <a:lnSpc>
                <a:spcPct val="100000"/>
              </a:lnSpc>
              <a:defRPr/>
            </a:lvl1pPr>
          </a:lstStyle>
          <a:p>
            <a:pPr>
              <a:defRPr/>
            </a:pPr>
            <a:fld id="{807A47D7-598A-4903-96BE-5BEF6014F9E1}" type="slidenum">
              <a:rPr lang="en-US" altLang="en-US"/>
              <a:pPr>
                <a:defRPr/>
              </a:pPr>
              <a:t>‹#›</a:t>
            </a:fld>
            <a:endParaRPr lang="en-US" altLang="en-US"/>
          </a:p>
        </p:txBody>
      </p:sp>
    </p:spTree>
    <p:extLst>
      <p:ext uri="{BB962C8B-B14F-4D97-AF65-F5344CB8AC3E}">
        <p14:creationId xmlns:p14="http://schemas.microsoft.com/office/powerpoint/2010/main" val="34839252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F959F0A-2695-040D-7740-C57D1E58E55A}"/>
              </a:ext>
            </a:extLst>
          </p:cNvPr>
          <p:cNvCxnSpPr/>
          <p:nvPr/>
        </p:nvCxnSpPr>
        <p:spPr>
          <a:xfrm rot="5400000">
            <a:off x="3742531" y="4045744"/>
            <a:ext cx="4708525"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6">
            <a:extLst>
              <a:ext uri="{FF2B5EF4-FFF2-40B4-BE49-F238E27FC236}">
                <a16:creationId xmlns:a16="http://schemas.microsoft.com/office/drawing/2014/main" id="{C90120A2-3DCB-F51B-2B7D-A9083EF0D7E7}"/>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476316C0-2043-4B5E-9252-6079C20F9BC5}" type="datetime1">
              <a:rPr lang="en-US"/>
              <a:pPr>
                <a:defRPr/>
              </a:pPr>
              <a:t>10/19/2025</a:t>
            </a:fld>
            <a:endParaRPr lang="en-US"/>
          </a:p>
        </p:txBody>
      </p:sp>
      <p:sp>
        <p:nvSpPr>
          <p:cNvPr id="9" name="Slide Number Placeholder 8">
            <a:extLst>
              <a:ext uri="{FF2B5EF4-FFF2-40B4-BE49-F238E27FC236}">
                <a16:creationId xmlns:a16="http://schemas.microsoft.com/office/drawing/2014/main" id="{16E46634-9449-6A01-BA1C-9848E9B7B7B1}"/>
              </a:ext>
            </a:extLst>
          </p:cNvPr>
          <p:cNvSpPr>
            <a:spLocks noGrp="1"/>
          </p:cNvSpPr>
          <p:nvPr>
            <p:ph type="sldNum" sz="quarter" idx="11"/>
          </p:nvPr>
        </p:nvSpPr>
        <p:spPr/>
        <p:txBody>
          <a:bodyPr/>
          <a:lstStyle>
            <a:lvl1pPr eaLnBrk="1" hangingPunct="1">
              <a:lnSpc>
                <a:spcPct val="100000"/>
              </a:lnSpc>
              <a:defRPr/>
            </a:lvl1pPr>
          </a:lstStyle>
          <a:p>
            <a:pPr>
              <a:defRPr/>
            </a:pPr>
            <a:fld id="{FF065658-C198-45F5-BAD1-9BDF33FA6EF2}" type="slidenum">
              <a:rPr lang="en-US" altLang="en-US"/>
              <a:pPr>
                <a:defRPr/>
              </a:pPr>
              <a:t>‹#›</a:t>
            </a:fld>
            <a:endParaRPr lang="en-US" altLang="en-US"/>
          </a:p>
        </p:txBody>
      </p:sp>
    </p:spTree>
    <p:extLst>
      <p:ext uri="{BB962C8B-B14F-4D97-AF65-F5344CB8AC3E}">
        <p14:creationId xmlns:p14="http://schemas.microsoft.com/office/powerpoint/2010/main" val="39039700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F4F8FA30-DD11-16E1-C560-DEAB9B43D0D5}"/>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94408043-EF03-4828-BDD6-47756A0E4A62}" type="datetime1">
              <a:rPr lang="en-US"/>
              <a:pPr>
                <a:defRPr/>
              </a:pPr>
              <a:t>10/19/2025</a:t>
            </a:fld>
            <a:endParaRPr lang="en-US" dirty="0"/>
          </a:p>
        </p:txBody>
      </p:sp>
      <p:sp>
        <p:nvSpPr>
          <p:cNvPr id="4" name="Slide Number Placeholder 5">
            <a:extLst>
              <a:ext uri="{FF2B5EF4-FFF2-40B4-BE49-F238E27FC236}">
                <a16:creationId xmlns:a16="http://schemas.microsoft.com/office/drawing/2014/main" id="{1628E74E-6E2E-7908-81B4-54E65B7C5747}"/>
              </a:ext>
            </a:extLst>
          </p:cNvPr>
          <p:cNvSpPr>
            <a:spLocks noGrp="1"/>
          </p:cNvSpPr>
          <p:nvPr>
            <p:ph type="sldNum" sz="quarter" idx="11"/>
          </p:nvPr>
        </p:nvSpPr>
        <p:spPr/>
        <p:txBody>
          <a:bodyPr/>
          <a:lstStyle>
            <a:lvl1pPr eaLnBrk="1" hangingPunct="1">
              <a:lnSpc>
                <a:spcPct val="100000"/>
              </a:lnSpc>
              <a:defRPr/>
            </a:lvl1pPr>
          </a:lstStyle>
          <a:p>
            <a:pPr>
              <a:defRPr/>
            </a:pPr>
            <a:fld id="{002E3299-0E8B-49CC-84E9-D3296FA2FE76}" type="slidenum">
              <a:rPr lang="en-US" altLang="en-US"/>
              <a:pPr>
                <a:defRPr/>
              </a:pPr>
              <a:t>‹#›</a:t>
            </a:fld>
            <a:endParaRPr lang="en-US" altLang="en-US"/>
          </a:p>
        </p:txBody>
      </p:sp>
    </p:spTree>
    <p:extLst>
      <p:ext uri="{BB962C8B-B14F-4D97-AF65-F5344CB8AC3E}">
        <p14:creationId xmlns:p14="http://schemas.microsoft.com/office/powerpoint/2010/main" val="1405855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A27469D-B0D4-8222-A3A5-907846C1A00D}"/>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B6F8625C-179B-4D0D-AC7C-30DFB2B21277}" type="datetime1">
              <a:rPr lang="en-US"/>
              <a:pPr>
                <a:defRPr/>
              </a:pPr>
              <a:t>10/19/2025</a:t>
            </a:fld>
            <a:endParaRPr lang="en-US" dirty="0"/>
          </a:p>
        </p:txBody>
      </p:sp>
      <p:sp>
        <p:nvSpPr>
          <p:cNvPr id="3" name="Slide Number Placeholder 5">
            <a:extLst>
              <a:ext uri="{FF2B5EF4-FFF2-40B4-BE49-F238E27FC236}">
                <a16:creationId xmlns:a16="http://schemas.microsoft.com/office/drawing/2014/main" id="{0B927319-D991-246C-5B85-6FE01AE038D2}"/>
              </a:ext>
            </a:extLst>
          </p:cNvPr>
          <p:cNvSpPr>
            <a:spLocks noGrp="1"/>
          </p:cNvSpPr>
          <p:nvPr>
            <p:ph type="sldNum" sz="quarter" idx="11"/>
          </p:nvPr>
        </p:nvSpPr>
        <p:spPr/>
        <p:txBody>
          <a:bodyPr/>
          <a:lstStyle>
            <a:lvl1pPr eaLnBrk="1" hangingPunct="1">
              <a:lnSpc>
                <a:spcPct val="100000"/>
              </a:lnSpc>
              <a:defRPr/>
            </a:lvl1pPr>
          </a:lstStyle>
          <a:p>
            <a:pPr>
              <a:defRPr/>
            </a:pPr>
            <a:fld id="{A6EE2345-B3B8-4CCC-A3AA-396D6C545C97}" type="slidenum">
              <a:rPr lang="en-US" altLang="en-US"/>
              <a:pPr>
                <a:defRPr/>
              </a:pPr>
              <a:t>‹#›</a:t>
            </a:fld>
            <a:endParaRPr lang="en-US" altLang="en-US"/>
          </a:p>
        </p:txBody>
      </p:sp>
    </p:spTree>
    <p:extLst>
      <p:ext uri="{BB962C8B-B14F-4D97-AF65-F5344CB8AC3E}">
        <p14:creationId xmlns:p14="http://schemas.microsoft.com/office/powerpoint/2010/main" val="5174137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EBE33B1F-3ACD-14C8-016D-917AA5C7767E}"/>
              </a:ext>
            </a:extLst>
          </p:cNvPr>
          <p:cNvCxnSpPr/>
          <p:nvPr/>
        </p:nvCxnSpPr>
        <p:spPr>
          <a:xfrm rot="5400000">
            <a:off x="912019" y="3580607"/>
            <a:ext cx="5578475"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a:extLst>
              <a:ext uri="{FF2B5EF4-FFF2-40B4-BE49-F238E27FC236}">
                <a16:creationId xmlns:a16="http://schemas.microsoft.com/office/drawing/2014/main" id="{EF26549F-B1F8-545A-301F-73818BCF6FA0}"/>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CE11ED13-0036-4242-BFFF-268AA243FC40}" type="datetime1">
              <a:rPr lang="en-US"/>
              <a:pPr>
                <a:defRPr/>
              </a:pPr>
              <a:t>10/19/2025</a:t>
            </a:fld>
            <a:endParaRPr lang="en-US"/>
          </a:p>
        </p:txBody>
      </p:sp>
      <p:sp>
        <p:nvSpPr>
          <p:cNvPr id="7" name="Slide Number Placeholder 6">
            <a:extLst>
              <a:ext uri="{FF2B5EF4-FFF2-40B4-BE49-F238E27FC236}">
                <a16:creationId xmlns:a16="http://schemas.microsoft.com/office/drawing/2014/main" id="{1DF1D577-1CA0-D016-D2A1-271CB6E554EC}"/>
              </a:ext>
            </a:extLst>
          </p:cNvPr>
          <p:cNvSpPr>
            <a:spLocks noGrp="1"/>
          </p:cNvSpPr>
          <p:nvPr>
            <p:ph type="sldNum" sz="quarter" idx="11"/>
          </p:nvPr>
        </p:nvSpPr>
        <p:spPr/>
        <p:txBody>
          <a:bodyPr/>
          <a:lstStyle>
            <a:lvl1pPr eaLnBrk="1" hangingPunct="1">
              <a:lnSpc>
                <a:spcPct val="100000"/>
              </a:lnSpc>
              <a:defRPr/>
            </a:lvl1pPr>
          </a:lstStyle>
          <a:p>
            <a:pPr>
              <a:defRPr/>
            </a:pPr>
            <a:fld id="{963EA36B-51AD-4662-91EF-81503ED044C3}" type="slidenum">
              <a:rPr lang="en-US" altLang="en-US"/>
              <a:pPr>
                <a:defRPr/>
              </a:pPr>
              <a:t>‹#›</a:t>
            </a:fld>
            <a:endParaRPr lang="en-US" altLang="en-US"/>
          </a:p>
        </p:txBody>
      </p:sp>
    </p:spTree>
    <p:extLst>
      <p:ext uri="{BB962C8B-B14F-4D97-AF65-F5344CB8AC3E}">
        <p14:creationId xmlns:p14="http://schemas.microsoft.com/office/powerpoint/2010/main" val="25042888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8F717FDA-645C-3430-EB2C-6FA53D311DA8}"/>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D5B94744-80A9-45E2-964A-2D1ECCA187AA}" type="datetime1">
              <a:rPr lang="en-US"/>
              <a:pPr>
                <a:defRPr/>
              </a:pPr>
              <a:t>10/19/2025</a:t>
            </a:fld>
            <a:endParaRPr lang="en-US" dirty="0"/>
          </a:p>
        </p:txBody>
      </p:sp>
      <p:sp>
        <p:nvSpPr>
          <p:cNvPr id="6" name="Slide Number Placeholder 5">
            <a:extLst>
              <a:ext uri="{FF2B5EF4-FFF2-40B4-BE49-F238E27FC236}">
                <a16:creationId xmlns:a16="http://schemas.microsoft.com/office/drawing/2014/main" id="{19703D49-7937-D386-063E-CDE4757DC1F9}"/>
              </a:ext>
            </a:extLst>
          </p:cNvPr>
          <p:cNvSpPr>
            <a:spLocks noGrp="1"/>
          </p:cNvSpPr>
          <p:nvPr>
            <p:ph type="sldNum" sz="quarter" idx="11"/>
          </p:nvPr>
        </p:nvSpPr>
        <p:spPr/>
        <p:txBody>
          <a:bodyPr/>
          <a:lstStyle>
            <a:lvl1pPr eaLnBrk="1" hangingPunct="1">
              <a:lnSpc>
                <a:spcPct val="100000"/>
              </a:lnSpc>
              <a:defRPr/>
            </a:lvl1pPr>
          </a:lstStyle>
          <a:p>
            <a:pPr>
              <a:defRPr/>
            </a:pPr>
            <a:fld id="{09CECD81-243C-459F-BD8F-C32E35D3F64B}" type="slidenum">
              <a:rPr lang="en-US" altLang="en-US"/>
              <a:pPr>
                <a:defRPr/>
              </a:pPr>
              <a:t>‹#›</a:t>
            </a:fld>
            <a:endParaRPr lang="en-US" altLang="en-US"/>
          </a:p>
        </p:txBody>
      </p:sp>
    </p:spTree>
    <p:extLst>
      <p:ext uri="{BB962C8B-B14F-4D97-AF65-F5344CB8AC3E}">
        <p14:creationId xmlns:p14="http://schemas.microsoft.com/office/powerpoint/2010/main" val="19648680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4660C0-828F-F699-3704-DB8881CDF6BA}"/>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49A6036C-0DFE-4127-AE66-AA57CA7AFC07}" type="datetime1">
              <a:rPr lang="en-US"/>
              <a:pPr>
                <a:defRPr/>
              </a:pPr>
              <a:t>10/19/2025</a:t>
            </a:fld>
            <a:endParaRPr lang="en-US" dirty="0"/>
          </a:p>
        </p:txBody>
      </p:sp>
      <p:sp>
        <p:nvSpPr>
          <p:cNvPr id="5" name="Slide Number Placeholder 5">
            <a:extLst>
              <a:ext uri="{FF2B5EF4-FFF2-40B4-BE49-F238E27FC236}">
                <a16:creationId xmlns:a16="http://schemas.microsoft.com/office/drawing/2014/main" id="{64B1B04C-9B4C-FCF5-3749-7258CAEDA8D3}"/>
              </a:ext>
            </a:extLst>
          </p:cNvPr>
          <p:cNvSpPr>
            <a:spLocks noGrp="1"/>
          </p:cNvSpPr>
          <p:nvPr>
            <p:ph type="sldNum" sz="quarter" idx="11"/>
          </p:nvPr>
        </p:nvSpPr>
        <p:spPr/>
        <p:txBody>
          <a:bodyPr/>
          <a:lstStyle>
            <a:lvl1pPr eaLnBrk="1" hangingPunct="1">
              <a:lnSpc>
                <a:spcPct val="100000"/>
              </a:lnSpc>
              <a:defRPr/>
            </a:lvl1pPr>
          </a:lstStyle>
          <a:p>
            <a:pPr>
              <a:defRPr/>
            </a:pPr>
            <a:fld id="{6F8C2AA2-B4DD-4DC6-B4A5-947232E04E75}" type="slidenum">
              <a:rPr lang="en-US" altLang="en-US"/>
              <a:pPr>
                <a:defRPr/>
              </a:pPr>
              <a:t>‹#›</a:t>
            </a:fld>
            <a:endParaRPr lang="en-US" altLang="en-US"/>
          </a:p>
        </p:txBody>
      </p:sp>
    </p:spTree>
    <p:extLst>
      <p:ext uri="{BB962C8B-B14F-4D97-AF65-F5344CB8AC3E}">
        <p14:creationId xmlns:p14="http://schemas.microsoft.com/office/powerpoint/2010/main" val="13177738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30B7CE0-A189-6367-028A-74E8CFF5EA21}"/>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DE4A1F37-69E2-40FB-856C-DEA06B278950}" type="datetime1">
              <a:rPr lang="en-US"/>
              <a:pPr>
                <a:defRPr/>
              </a:pPr>
              <a:t>10/19/2025</a:t>
            </a:fld>
            <a:endParaRPr lang="en-US" dirty="0"/>
          </a:p>
        </p:txBody>
      </p:sp>
      <p:sp>
        <p:nvSpPr>
          <p:cNvPr id="5" name="Slide Number Placeholder 5">
            <a:extLst>
              <a:ext uri="{FF2B5EF4-FFF2-40B4-BE49-F238E27FC236}">
                <a16:creationId xmlns:a16="http://schemas.microsoft.com/office/drawing/2014/main" id="{59D900BA-7A45-1D6F-92FA-063B97BFB419}"/>
              </a:ext>
            </a:extLst>
          </p:cNvPr>
          <p:cNvSpPr>
            <a:spLocks noGrp="1"/>
          </p:cNvSpPr>
          <p:nvPr>
            <p:ph type="sldNum" sz="quarter" idx="11"/>
          </p:nvPr>
        </p:nvSpPr>
        <p:spPr/>
        <p:txBody>
          <a:bodyPr/>
          <a:lstStyle>
            <a:lvl1pPr eaLnBrk="1" hangingPunct="1">
              <a:lnSpc>
                <a:spcPct val="100000"/>
              </a:lnSpc>
              <a:defRPr/>
            </a:lvl1pPr>
          </a:lstStyle>
          <a:p>
            <a:pPr>
              <a:defRPr/>
            </a:pPr>
            <a:fld id="{9B5D0FCB-ECA9-4882-8DB3-5956CB7FD53E}" type="slidenum">
              <a:rPr lang="en-US" altLang="en-US"/>
              <a:pPr>
                <a:defRPr/>
              </a:pPr>
              <a:t>‹#›</a:t>
            </a:fld>
            <a:endParaRPr lang="en-US" altLang="en-US"/>
          </a:p>
        </p:txBody>
      </p:sp>
    </p:spTree>
    <p:extLst>
      <p:ext uri="{BB962C8B-B14F-4D97-AF65-F5344CB8AC3E}">
        <p14:creationId xmlns:p14="http://schemas.microsoft.com/office/powerpoint/2010/main" val="21024911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373547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pPr lvl="0"/>
            <a:r>
              <a:rPr lang="en-US" noProof="0" dirty="0"/>
              <a:t>Click icon to add picture</a:t>
            </a:r>
          </a:p>
        </p:txBody>
      </p:sp>
      <p:sp>
        <p:nvSpPr>
          <p:cNvPr id="10" name="Text Placeholder 9"/>
          <p:cNvSpPr>
            <a:spLocks noGrp="1"/>
          </p:cNvSpPr>
          <p:nvPr>
            <p:ph type="body" sz="quarter" idx="1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lvl="0"/>
            <a:r>
              <a:rPr lang="en-US" noProof="0"/>
              <a:t>Click to edit Master text styles</a:t>
            </a:r>
          </a:p>
        </p:txBody>
      </p:sp>
    </p:spTree>
    <p:extLst>
      <p:ext uri="{BB962C8B-B14F-4D97-AF65-F5344CB8AC3E}">
        <p14:creationId xmlns:p14="http://schemas.microsoft.com/office/powerpoint/2010/main" val="3153494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BEBF2E8-7847-FF4F-F1AF-F72A98667FC5}"/>
              </a:ext>
            </a:extLst>
          </p:cNvPr>
          <p:cNvSpPr>
            <a:spLocks noGrp="1" noChangeArrowheads="1"/>
          </p:cNvSpPr>
          <p:nvPr>
            <p:ph type="title"/>
          </p:nvPr>
        </p:nvSpPr>
        <p:spPr bwMode="auto">
          <a:xfrm>
            <a:off x="874713" y="457200"/>
            <a:ext cx="1086008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82124" tIns="41061" rIns="82124" bIns="41061" numCol="1" anchor="b" anchorCtr="0" compatLnSpc="1">
            <a:prstTxWarp prst="textNoShape">
              <a:avLst/>
            </a:prstTxWarp>
          </a:bodyPr>
          <a:lstStyle/>
          <a:p>
            <a:pPr lvl="0"/>
            <a:r>
              <a:rPr lang="en-US" altLang="en-US"/>
              <a:t>Slide Title</a:t>
            </a:r>
          </a:p>
        </p:txBody>
      </p:sp>
      <p:sp>
        <p:nvSpPr>
          <p:cNvPr id="1027" name="Rectangle 4">
            <a:extLst>
              <a:ext uri="{FF2B5EF4-FFF2-40B4-BE49-F238E27FC236}">
                <a16:creationId xmlns:a16="http://schemas.microsoft.com/office/drawing/2014/main" id="{8D3B3CC0-95AF-26D0-4663-8A037FFD6B33}"/>
              </a:ext>
            </a:extLst>
          </p:cNvPr>
          <p:cNvSpPr>
            <a:spLocks noChangeArrowheads="1"/>
          </p:cNvSpPr>
          <p:nvPr/>
        </p:nvSpPr>
        <p:spPr bwMode="auto">
          <a:xfrm>
            <a:off x="0" y="0"/>
            <a:ext cx="12192000" cy="177800"/>
          </a:xfrm>
          <a:prstGeom prst="rect">
            <a:avLst/>
          </a:prstGeom>
          <a:solidFill>
            <a:srgbClr val="015F85"/>
          </a:solidFill>
          <a:ln>
            <a:noFill/>
          </a:ln>
        </p:spPr>
        <p:txBody>
          <a:bodyPr wrap="none" anchor="ct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a:lnSpc>
                <a:spcPct val="90000"/>
              </a:lnSpc>
              <a:defRPr/>
            </a:pPr>
            <a:endParaRPr lang="en-US" altLang="en-US"/>
          </a:p>
        </p:txBody>
      </p:sp>
      <p:sp>
        <p:nvSpPr>
          <p:cNvPr id="1028" name="Rectangle 5">
            <a:extLst>
              <a:ext uri="{FF2B5EF4-FFF2-40B4-BE49-F238E27FC236}">
                <a16:creationId xmlns:a16="http://schemas.microsoft.com/office/drawing/2014/main" id="{C92ECE54-C364-29A3-9F41-7C45EAD30793}"/>
              </a:ext>
            </a:extLst>
          </p:cNvPr>
          <p:cNvSpPr>
            <a:spLocks noChangeArrowheads="1"/>
          </p:cNvSpPr>
          <p:nvPr/>
        </p:nvSpPr>
        <p:spPr bwMode="auto">
          <a:xfrm>
            <a:off x="1535113" y="6670675"/>
            <a:ext cx="2041525" cy="190500"/>
          </a:xfrm>
          <a:prstGeom prst="rect">
            <a:avLst/>
          </a:prstGeom>
          <a:noFill/>
          <a:ln>
            <a:noFill/>
          </a:ln>
        </p:spPr>
        <p:txBody>
          <a:bodyPr wrap="none" lIns="82124" tIns="41061" rIns="82124" bIns="41061" anchor="b" anchorCtr="1">
            <a:spAutoFit/>
          </a:bodyPr>
          <a:lstStyle>
            <a:lvl1pPr defTabSz="814388" eaLnBrk="0" hangingPunct="0">
              <a:defRPr sz="2400">
                <a:solidFill>
                  <a:schemeClr val="tx1"/>
                </a:solidFill>
                <a:latin typeface="Arial" charset="0"/>
                <a:cs typeface="Arial" charset="0"/>
              </a:defRPr>
            </a:lvl1pPr>
            <a:lvl2pPr marL="742950" indent="-285750" defTabSz="814388" eaLnBrk="0" hangingPunct="0">
              <a:defRPr sz="2400">
                <a:solidFill>
                  <a:schemeClr val="tx1"/>
                </a:solidFill>
                <a:latin typeface="Arial" charset="0"/>
                <a:cs typeface="Arial" charset="0"/>
              </a:defRPr>
            </a:lvl2pPr>
            <a:lvl3pPr marL="1143000" indent="-228600" defTabSz="814388" eaLnBrk="0" hangingPunct="0">
              <a:defRPr sz="2400">
                <a:solidFill>
                  <a:schemeClr val="tx1"/>
                </a:solidFill>
                <a:latin typeface="Arial" charset="0"/>
                <a:cs typeface="Arial" charset="0"/>
              </a:defRPr>
            </a:lvl3pPr>
            <a:lvl4pPr marL="1600200" indent="-228600" defTabSz="814388" eaLnBrk="0" hangingPunct="0">
              <a:defRPr sz="2400">
                <a:solidFill>
                  <a:schemeClr val="tx1"/>
                </a:solidFill>
                <a:latin typeface="Arial" charset="0"/>
                <a:cs typeface="Arial" charset="0"/>
              </a:defRPr>
            </a:lvl4pPr>
            <a:lvl5pPr marL="2057400" indent="-228600" defTabSz="814388" eaLnBrk="0" hangingPunct="0">
              <a:defRPr sz="2400">
                <a:solidFill>
                  <a:schemeClr val="tx1"/>
                </a:solidFill>
                <a:latin typeface="Arial" charset="0"/>
                <a:cs typeface="Arial" charset="0"/>
              </a:defRPr>
            </a:lvl5pPr>
            <a:lvl6pPr marL="2514600" indent="-228600" defTabSz="814388" eaLnBrk="0" fontAlgn="base" hangingPunct="0">
              <a:spcBef>
                <a:spcPct val="0"/>
              </a:spcBef>
              <a:spcAft>
                <a:spcPct val="0"/>
              </a:spcAft>
              <a:defRPr sz="2400">
                <a:solidFill>
                  <a:schemeClr val="tx1"/>
                </a:solidFill>
                <a:latin typeface="Arial" charset="0"/>
                <a:cs typeface="Arial" charset="0"/>
              </a:defRPr>
            </a:lvl6pPr>
            <a:lvl7pPr marL="2971800" indent="-228600" defTabSz="814388" eaLnBrk="0" fontAlgn="base" hangingPunct="0">
              <a:spcBef>
                <a:spcPct val="0"/>
              </a:spcBef>
              <a:spcAft>
                <a:spcPct val="0"/>
              </a:spcAft>
              <a:defRPr sz="2400">
                <a:solidFill>
                  <a:schemeClr val="tx1"/>
                </a:solidFill>
                <a:latin typeface="Arial" charset="0"/>
                <a:cs typeface="Arial" charset="0"/>
              </a:defRPr>
            </a:lvl7pPr>
            <a:lvl8pPr marL="3429000" indent="-228600" defTabSz="814388" eaLnBrk="0" fontAlgn="base" hangingPunct="0">
              <a:spcBef>
                <a:spcPct val="0"/>
              </a:spcBef>
              <a:spcAft>
                <a:spcPct val="0"/>
              </a:spcAft>
              <a:defRPr sz="2400">
                <a:solidFill>
                  <a:schemeClr val="tx1"/>
                </a:solidFill>
                <a:latin typeface="Arial" charset="0"/>
                <a:cs typeface="Arial" charset="0"/>
              </a:defRPr>
            </a:lvl8pPr>
            <a:lvl9pPr marL="3886200" indent="-228600" defTabSz="814388" eaLnBrk="0" fontAlgn="base" hangingPunct="0">
              <a:spcBef>
                <a:spcPct val="0"/>
              </a:spcBef>
              <a:spcAft>
                <a:spcPct val="0"/>
              </a:spcAft>
              <a:defRPr sz="2400">
                <a:solidFill>
                  <a:schemeClr val="tx1"/>
                </a:solidFill>
                <a:latin typeface="Arial" charset="0"/>
                <a:cs typeface="Arial" charset="0"/>
              </a:defRPr>
            </a:lvl9pPr>
          </a:lstStyle>
          <a:p>
            <a:pPr>
              <a:defRPr/>
            </a:pPr>
            <a:r>
              <a:rPr lang="en-US" altLang="en-US" sz="700">
                <a:solidFill>
                  <a:srgbClr val="D3D3D3"/>
                </a:solidFill>
              </a:rPr>
              <a:t>© 2006 Cisco Systems, Inc. All rights reserved.</a:t>
            </a:r>
          </a:p>
        </p:txBody>
      </p:sp>
      <p:sp>
        <p:nvSpPr>
          <p:cNvPr id="1029" name="Rectangle 6">
            <a:extLst>
              <a:ext uri="{FF2B5EF4-FFF2-40B4-BE49-F238E27FC236}">
                <a16:creationId xmlns:a16="http://schemas.microsoft.com/office/drawing/2014/main" id="{741E4D57-2403-3C01-311D-F80AD64D8643}"/>
              </a:ext>
            </a:extLst>
          </p:cNvPr>
          <p:cNvSpPr>
            <a:spLocks noChangeArrowheads="1"/>
          </p:cNvSpPr>
          <p:nvPr/>
        </p:nvSpPr>
        <p:spPr bwMode="auto">
          <a:xfrm>
            <a:off x="4745038" y="6670675"/>
            <a:ext cx="657225" cy="190500"/>
          </a:xfrm>
          <a:prstGeom prst="rect">
            <a:avLst/>
          </a:prstGeom>
          <a:noFill/>
          <a:ln>
            <a:noFill/>
          </a:ln>
        </p:spPr>
        <p:txBody>
          <a:bodyPr wrap="none" lIns="82124" tIns="41061" rIns="82124" bIns="41061" anchor="b">
            <a:spAutoFit/>
          </a:bodyPr>
          <a:lstStyle>
            <a:lvl1pPr defTabSz="814388" eaLnBrk="0" hangingPunct="0">
              <a:defRPr sz="2400">
                <a:solidFill>
                  <a:schemeClr val="tx1"/>
                </a:solidFill>
                <a:latin typeface="Arial" charset="0"/>
                <a:cs typeface="Arial" charset="0"/>
              </a:defRPr>
            </a:lvl1pPr>
            <a:lvl2pPr marL="742950" indent="-285750" defTabSz="814388" eaLnBrk="0" hangingPunct="0">
              <a:defRPr sz="2400">
                <a:solidFill>
                  <a:schemeClr val="tx1"/>
                </a:solidFill>
                <a:latin typeface="Arial" charset="0"/>
                <a:cs typeface="Arial" charset="0"/>
              </a:defRPr>
            </a:lvl2pPr>
            <a:lvl3pPr marL="1143000" indent="-228600" defTabSz="814388" eaLnBrk="0" hangingPunct="0">
              <a:defRPr sz="2400">
                <a:solidFill>
                  <a:schemeClr val="tx1"/>
                </a:solidFill>
                <a:latin typeface="Arial" charset="0"/>
                <a:cs typeface="Arial" charset="0"/>
              </a:defRPr>
            </a:lvl3pPr>
            <a:lvl4pPr marL="1600200" indent="-228600" defTabSz="814388" eaLnBrk="0" hangingPunct="0">
              <a:defRPr sz="2400">
                <a:solidFill>
                  <a:schemeClr val="tx1"/>
                </a:solidFill>
                <a:latin typeface="Arial" charset="0"/>
                <a:cs typeface="Arial" charset="0"/>
              </a:defRPr>
            </a:lvl4pPr>
            <a:lvl5pPr marL="2057400" indent="-228600" defTabSz="814388" eaLnBrk="0" hangingPunct="0">
              <a:defRPr sz="2400">
                <a:solidFill>
                  <a:schemeClr val="tx1"/>
                </a:solidFill>
                <a:latin typeface="Arial" charset="0"/>
                <a:cs typeface="Arial" charset="0"/>
              </a:defRPr>
            </a:lvl5pPr>
            <a:lvl6pPr marL="2514600" indent="-228600" defTabSz="814388" eaLnBrk="0" fontAlgn="base" hangingPunct="0">
              <a:spcBef>
                <a:spcPct val="0"/>
              </a:spcBef>
              <a:spcAft>
                <a:spcPct val="0"/>
              </a:spcAft>
              <a:defRPr sz="2400">
                <a:solidFill>
                  <a:schemeClr val="tx1"/>
                </a:solidFill>
                <a:latin typeface="Arial" charset="0"/>
                <a:cs typeface="Arial" charset="0"/>
              </a:defRPr>
            </a:lvl6pPr>
            <a:lvl7pPr marL="2971800" indent="-228600" defTabSz="814388" eaLnBrk="0" fontAlgn="base" hangingPunct="0">
              <a:spcBef>
                <a:spcPct val="0"/>
              </a:spcBef>
              <a:spcAft>
                <a:spcPct val="0"/>
              </a:spcAft>
              <a:defRPr sz="2400">
                <a:solidFill>
                  <a:schemeClr val="tx1"/>
                </a:solidFill>
                <a:latin typeface="Arial" charset="0"/>
                <a:cs typeface="Arial" charset="0"/>
              </a:defRPr>
            </a:lvl7pPr>
            <a:lvl8pPr marL="3429000" indent="-228600" defTabSz="814388" eaLnBrk="0" fontAlgn="base" hangingPunct="0">
              <a:spcBef>
                <a:spcPct val="0"/>
              </a:spcBef>
              <a:spcAft>
                <a:spcPct val="0"/>
              </a:spcAft>
              <a:defRPr sz="2400">
                <a:solidFill>
                  <a:schemeClr val="tx1"/>
                </a:solidFill>
                <a:latin typeface="Arial" charset="0"/>
                <a:cs typeface="Arial" charset="0"/>
              </a:defRPr>
            </a:lvl8pPr>
            <a:lvl9pPr marL="3886200" indent="-228600" defTabSz="814388" eaLnBrk="0" fontAlgn="base" hangingPunct="0">
              <a:spcBef>
                <a:spcPct val="0"/>
              </a:spcBef>
              <a:spcAft>
                <a:spcPct val="0"/>
              </a:spcAft>
              <a:defRPr sz="2400">
                <a:solidFill>
                  <a:schemeClr val="tx1"/>
                </a:solidFill>
                <a:latin typeface="Arial" charset="0"/>
                <a:cs typeface="Arial" charset="0"/>
              </a:defRPr>
            </a:lvl9pPr>
          </a:lstStyle>
          <a:p>
            <a:pPr algn="r">
              <a:defRPr/>
            </a:pPr>
            <a:r>
              <a:rPr lang="en-US" altLang="en-US" sz="700">
                <a:solidFill>
                  <a:srgbClr val="D3D3D3"/>
                </a:solidFill>
              </a:rPr>
              <a:t>Cisco Public</a:t>
            </a:r>
          </a:p>
        </p:txBody>
      </p:sp>
      <p:sp>
        <p:nvSpPr>
          <p:cNvPr id="1030" name="Rectangle 8">
            <a:extLst>
              <a:ext uri="{FF2B5EF4-FFF2-40B4-BE49-F238E27FC236}">
                <a16:creationId xmlns:a16="http://schemas.microsoft.com/office/drawing/2014/main" id="{800025E2-537B-44F9-C24C-F7591D1FB3AB}"/>
              </a:ext>
            </a:extLst>
          </p:cNvPr>
          <p:cNvSpPr>
            <a:spLocks noChangeArrowheads="1"/>
          </p:cNvSpPr>
          <p:nvPr/>
        </p:nvSpPr>
        <p:spPr bwMode="auto">
          <a:xfrm>
            <a:off x="11566525" y="6624638"/>
            <a:ext cx="322263" cy="236537"/>
          </a:xfrm>
          <a:prstGeom prst="rect">
            <a:avLst/>
          </a:prstGeom>
          <a:noFill/>
          <a:ln>
            <a:noFill/>
          </a:ln>
        </p:spPr>
        <p:txBody>
          <a:bodyPr wrap="none" lIns="82124" tIns="41061" rIns="82124" bIns="41061" anchor="b">
            <a:spAutoFit/>
          </a:bodyPr>
          <a:lstStyle>
            <a:lvl1pPr defTabSz="814388">
              <a:defRPr sz="2400">
                <a:solidFill>
                  <a:schemeClr val="tx1"/>
                </a:solidFill>
                <a:latin typeface="Arial" panose="020B0604020202020204" pitchFamily="34" charset="0"/>
                <a:cs typeface="Arial" panose="020B0604020202020204" pitchFamily="34" charset="0"/>
              </a:defRPr>
            </a:lvl1pPr>
            <a:lvl2pPr marL="742950" indent="-285750" defTabSz="814388">
              <a:defRPr sz="2400">
                <a:solidFill>
                  <a:schemeClr val="tx1"/>
                </a:solidFill>
                <a:latin typeface="Arial" panose="020B0604020202020204" pitchFamily="34" charset="0"/>
                <a:cs typeface="Arial" panose="020B0604020202020204" pitchFamily="34" charset="0"/>
              </a:defRPr>
            </a:lvl2pPr>
            <a:lvl3pPr marL="1143000" indent="-228600" defTabSz="814388">
              <a:defRPr sz="2400">
                <a:solidFill>
                  <a:schemeClr val="tx1"/>
                </a:solidFill>
                <a:latin typeface="Arial" panose="020B0604020202020204" pitchFamily="34" charset="0"/>
                <a:cs typeface="Arial" panose="020B0604020202020204" pitchFamily="34" charset="0"/>
              </a:defRPr>
            </a:lvl3pPr>
            <a:lvl4pPr marL="1600200" indent="-228600" defTabSz="814388">
              <a:defRPr sz="2400">
                <a:solidFill>
                  <a:schemeClr val="tx1"/>
                </a:solidFill>
                <a:latin typeface="Arial" panose="020B0604020202020204" pitchFamily="34" charset="0"/>
                <a:cs typeface="Arial" panose="020B0604020202020204" pitchFamily="34" charset="0"/>
              </a:defRPr>
            </a:lvl4pPr>
            <a:lvl5pPr marL="2057400" indent="-228600" defTabSz="814388">
              <a:defRPr sz="2400">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r">
              <a:defRPr/>
            </a:pPr>
            <a:fld id="{F8EA306C-430D-458F-B363-8F00318FA074}" type="slidenum">
              <a:rPr lang="en-US" altLang="en-US" sz="1000" smtClean="0">
                <a:solidFill>
                  <a:srgbClr val="D3D3D3"/>
                </a:solidFill>
              </a:rPr>
              <a:pPr algn="r">
                <a:defRPr/>
              </a:pPr>
              <a:t>‹#›</a:t>
            </a:fld>
            <a:endParaRPr lang="en-US" altLang="en-US" sz="1000">
              <a:solidFill>
                <a:srgbClr val="D3D3D3"/>
              </a:solidFill>
            </a:endParaRPr>
          </a:p>
        </p:txBody>
      </p:sp>
      <p:sp>
        <p:nvSpPr>
          <p:cNvPr id="1031" name="Rectangle 9">
            <a:extLst>
              <a:ext uri="{FF2B5EF4-FFF2-40B4-BE49-F238E27FC236}">
                <a16:creationId xmlns:a16="http://schemas.microsoft.com/office/drawing/2014/main" id="{57C78741-E56E-0FBA-E930-6D5A2896E04F}"/>
              </a:ext>
            </a:extLst>
          </p:cNvPr>
          <p:cNvSpPr>
            <a:spLocks noGrp="1" noChangeArrowheads="1"/>
          </p:cNvSpPr>
          <p:nvPr>
            <p:ph type="body" idx="1"/>
          </p:nvPr>
        </p:nvSpPr>
        <p:spPr bwMode="auto">
          <a:xfrm>
            <a:off x="874713" y="1781175"/>
            <a:ext cx="10587037"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82124" tIns="41061" rIns="82124" bIns="41061" numCol="1" anchor="t" anchorCtr="0" compatLnSpc="1">
            <a:prstTxWarp prst="textNoShape">
              <a:avLst/>
            </a:prstTxWarp>
          </a:bodyPr>
          <a:lstStyle/>
          <a:p>
            <a:pPr lvl="0"/>
            <a:r>
              <a:rPr lang="en-US" altLang="en-US"/>
              <a:t>Body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6083" r:id="rId1"/>
    <p:sldLayoutId id="2147486062" r:id="rId2"/>
    <p:sldLayoutId id="2147486063" r:id="rId3"/>
    <p:sldLayoutId id="2147486064" r:id="rId4"/>
    <p:sldLayoutId id="2147486065" r:id="rId5"/>
    <p:sldLayoutId id="2147486066" r:id="rId6"/>
    <p:sldLayoutId id="2147486067" r:id="rId7"/>
    <p:sldLayoutId id="2147486068" r:id="rId8"/>
    <p:sldLayoutId id="2147486069" r:id="rId9"/>
    <p:sldLayoutId id="2147486070" r:id="rId10"/>
    <p:sldLayoutId id="2147486071" r:id="rId11"/>
  </p:sldLayoutIdLst>
  <p:hf hdr="0" ftr="0" dt="0"/>
  <p:txStyles>
    <p:titleStyle>
      <a:lvl1pPr algn="l" defTabSz="814388" rtl="0" eaLnBrk="0" fontAlgn="base" hangingPunct="0">
        <a:lnSpc>
          <a:spcPct val="90000"/>
        </a:lnSpc>
        <a:spcBef>
          <a:spcPct val="0"/>
        </a:spcBef>
        <a:spcAft>
          <a:spcPct val="0"/>
        </a:spcAft>
        <a:defRPr sz="3200" b="1">
          <a:solidFill>
            <a:schemeClr val="tx2"/>
          </a:solidFill>
          <a:latin typeface="+mj-lt"/>
          <a:ea typeface="+mj-ea"/>
          <a:cs typeface="+mj-cs"/>
        </a:defRPr>
      </a:lvl1pPr>
      <a:lvl2pPr algn="l" defTabSz="814388" rtl="0" eaLnBrk="0" fontAlgn="base" hangingPunct="0">
        <a:lnSpc>
          <a:spcPct val="90000"/>
        </a:lnSpc>
        <a:spcBef>
          <a:spcPct val="0"/>
        </a:spcBef>
        <a:spcAft>
          <a:spcPct val="0"/>
        </a:spcAft>
        <a:defRPr sz="3200" b="1">
          <a:solidFill>
            <a:schemeClr val="tx2"/>
          </a:solidFill>
          <a:latin typeface="Arial" charset="0"/>
        </a:defRPr>
      </a:lvl2pPr>
      <a:lvl3pPr algn="l" defTabSz="814388" rtl="0" eaLnBrk="0" fontAlgn="base" hangingPunct="0">
        <a:lnSpc>
          <a:spcPct val="90000"/>
        </a:lnSpc>
        <a:spcBef>
          <a:spcPct val="0"/>
        </a:spcBef>
        <a:spcAft>
          <a:spcPct val="0"/>
        </a:spcAft>
        <a:defRPr sz="3200" b="1">
          <a:solidFill>
            <a:schemeClr val="tx2"/>
          </a:solidFill>
          <a:latin typeface="Arial" charset="0"/>
        </a:defRPr>
      </a:lvl3pPr>
      <a:lvl4pPr algn="l" defTabSz="814388" rtl="0" eaLnBrk="0" fontAlgn="base" hangingPunct="0">
        <a:lnSpc>
          <a:spcPct val="90000"/>
        </a:lnSpc>
        <a:spcBef>
          <a:spcPct val="0"/>
        </a:spcBef>
        <a:spcAft>
          <a:spcPct val="0"/>
        </a:spcAft>
        <a:defRPr sz="3200" b="1">
          <a:solidFill>
            <a:schemeClr val="tx2"/>
          </a:solidFill>
          <a:latin typeface="Arial" charset="0"/>
        </a:defRPr>
      </a:lvl4pPr>
      <a:lvl5pPr algn="l" defTabSz="814388" rtl="0" eaLnBrk="0" fontAlgn="base" hangingPunct="0">
        <a:lnSpc>
          <a:spcPct val="90000"/>
        </a:lnSpc>
        <a:spcBef>
          <a:spcPct val="0"/>
        </a:spcBef>
        <a:spcAft>
          <a:spcPct val="0"/>
        </a:spcAft>
        <a:defRPr sz="3200" b="1">
          <a:solidFill>
            <a:schemeClr val="tx2"/>
          </a:solidFill>
          <a:latin typeface="Arial" charset="0"/>
        </a:defRPr>
      </a:lvl5pPr>
      <a:lvl6pPr marL="457200" algn="l" defTabSz="814388" rtl="0" fontAlgn="base">
        <a:lnSpc>
          <a:spcPct val="90000"/>
        </a:lnSpc>
        <a:spcBef>
          <a:spcPct val="0"/>
        </a:spcBef>
        <a:spcAft>
          <a:spcPct val="0"/>
        </a:spcAft>
        <a:defRPr sz="3200" b="1">
          <a:solidFill>
            <a:schemeClr val="tx2"/>
          </a:solidFill>
          <a:latin typeface="Arial" charset="0"/>
        </a:defRPr>
      </a:lvl6pPr>
      <a:lvl7pPr marL="914400" algn="l" defTabSz="814388" rtl="0" fontAlgn="base">
        <a:lnSpc>
          <a:spcPct val="90000"/>
        </a:lnSpc>
        <a:spcBef>
          <a:spcPct val="0"/>
        </a:spcBef>
        <a:spcAft>
          <a:spcPct val="0"/>
        </a:spcAft>
        <a:defRPr sz="3200" b="1">
          <a:solidFill>
            <a:schemeClr val="tx2"/>
          </a:solidFill>
          <a:latin typeface="Arial" charset="0"/>
        </a:defRPr>
      </a:lvl7pPr>
      <a:lvl8pPr marL="1371600" algn="l" defTabSz="814388" rtl="0" fontAlgn="base">
        <a:lnSpc>
          <a:spcPct val="90000"/>
        </a:lnSpc>
        <a:spcBef>
          <a:spcPct val="0"/>
        </a:spcBef>
        <a:spcAft>
          <a:spcPct val="0"/>
        </a:spcAft>
        <a:defRPr sz="3200" b="1">
          <a:solidFill>
            <a:schemeClr val="tx2"/>
          </a:solidFill>
          <a:latin typeface="Arial" charset="0"/>
        </a:defRPr>
      </a:lvl8pPr>
      <a:lvl9pPr marL="1828800" algn="l" defTabSz="814388" rtl="0" fontAlgn="base">
        <a:lnSpc>
          <a:spcPct val="90000"/>
        </a:lnSpc>
        <a:spcBef>
          <a:spcPct val="0"/>
        </a:spcBef>
        <a:spcAft>
          <a:spcPct val="0"/>
        </a:spcAft>
        <a:defRPr sz="3200" b="1">
          <a:solidFill>
            <a:schemeClr val="tx2"/>
          </a:solidFill>
          <a:latin typeface="Arial" charset="0"/>
        </a:defRPr>
      </a:lvl9pPr>
    </p:titleStyle>
    <p:bodyStyle>
      <a:lvl1pPr marL="236538" indent="-236538" algn="l" defTabSz="814388" rtl="0" eaLnBrk="0" fontAlgn="base" hangingPunct="0">
        <a:lnSpc>
          <a:spcPct val="95000"/>
        </a:lnSpc>
        <a:spcBef>
          <a:spcPct val="50000"/>
        </a:spcBef>
        <a:spcAft>
          <a:spcPct val="0"/>
        </a:spcAft>
        <a:buClr>
          <a:schemeClr val="tx2"/>
        </a:buClr>
        <a:buSzPct val="100000"/>
        <a:buFont typeface="Wingdings" panose="05000000000000000000"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defRPr sz="2000">
          <a:solidFill>
            <a:schemeClr val="tx1"/>
          </a:solidFill>
          <a:latin typeface="+mn-lt"/>
        </a:defRPr>
      </a:lvl2pPr>
      <a:lvl3pPr marL="914400" algn="l" defTabSz="814388" rtl="0" eaLnBrk="0" fontAlgn="base" hangingPunct="0">
        <a:lnSpc>
          <a:spcPct val="95000"/>
        </a:lnSpc>
        <a:spcBef>
          <a:spcPct val="35000"/>
        </a:spcBef>
        <a:spcAft>
          <a:spcPct val="0"/>
        </a:spcAft>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defRPr sz="2000">
          <a:solidFill>
            <a:schemeClr val="tx1"/>
          </a:solidFill>
          <a:latin typeface="+mn-lt"/>
        </a:defRPr>
      </a:lvl5pPr>
      <a:lvl6pPr marL="2062163" algn="l" defTabSz="814388" rtl="0" eaLnBrk="0" fontAlgn="base" hangingPunct="0">
        <a:lnSpc>
          <a:spcPct val="95000"/>
        </a:lnSpc>
        <a:spcBef>
          <a:spcPct val="35000"/>
        </a:spcBef>
        <a:spcAft>
          <a:spcPct val="0"/>
        </a:spcAft>
        <a:defRPr sz="2000">
          <a:solidFill>
            <a:schemeClr val="tx1"/>
          </a:solidFill>
          <a:latin typeface="+mn-lt"/>
        </a:defRPr>
      </a:lvl6pPr>
      <a:lvl7pPr marL="2519363" algn="l" defTabSz="814388" rtl="0" eaLnBrk="0" fontAlgn="base" hangingPunct="0">
        <a:lnSpc>
          <a:spcPct val="95000"/>
        </a:lnSpc>
        <a:spcBef>
          <a:spcPct val="35000"/>
        </a:spcBef>
        <a:spcAft>
          <a:spcPct val="0"/>
        </a:spcAft>
        <a:defRPr sz="2000">
          <a:solidFill>
            <a:schemeClr val="tx1"/>
          </a:solidFill>
          <a:latin typeface="+mn-lt"/>
        </a:defRPr>
      </a:lvl7pPr>
      <a:lvl8pPr marL="2976563" algn="l" defTabSz="814388" rtl="0" eaLnBrk="0" fontAlgn="base" hangingPunct="0">
        <a:lnSpc>
          <a:spcPct val="95000"/>
        </a:lnSpc>
        <a:spcBef>
          <a:spcPct val="35000"/>
        </a:spcBef>
        <a:spcAft>
          <a:spcPct val="0"/>
        </a:spcAft>
        <a:defRPr sz="2000">
          <a:solidFill>
            <a:schemeClr val="tx1"/>
          </a:solidFill>
          <a:latin typeface="+mn-lt"/>
        </a:defRPr>
      </a:lvl8pPr>
      <a:lvl9pPr marL="3433763" algn="l" defTabSz="814388" rtl="0" eaLnBrk="0" fontAlgn="base" hangingPunct="0">
        <a:lnSpc>
          <a:spcPct val="95000"/>
        </a:lnSpc>
        <a:spcBef>
          <a:spcPct val="35000"/>
        </a:spcBef>
        <a:spcAft>
          <a:spcPct val="0"/>
        </a:spcAft>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34C4E10-83A7-7EC6-6FB2-C4C312EE6387}"/>
              </a:ext>
            </a:extLst>
          </p:cNvPr>
          <p:cNvSpPr>
            <a:spLocks noChangeArrowheads="1"/>
          </p:cNvSpPr>
          <p:nvPr/>
        </p:nvSpPr>
        <p:spPr bwMode="auto">
          <a:xfrm>
            <a:off x="0" y="0"/>
            <a:ext cx="12192000" cy="3144838"/>
          </a:xfrm>
          <a:prstGeom prst="rect">
            <a:avLst/>
          </a:prstGeom>
          <a:solidFill>
            <a:srgbClr val="015F85"/>
          </a:solidFill>
          <a:ln>
            <a:noFill/>
          </a:ln>
        </p:spPr>
        <p:txBody>
          <a:bodyPr wrap="none" anchor="ct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a:lnSpc>
                <a:spcPct val="90000"/>
              </a:lnSpc>
              <a:defRPr/>
            </a:pPr>
            <a:endParaRPr lang="en-US" altLang="en-US"/>
          </a:p>
        </p:txBody>
      </p:sp>
      <p:sp>
        <p:nvSpPr>
          <p:cNvPr id="2051" name="Rectangle 3">
            <a:extLst>
              <a:ext uri="{FF2B5EF4-FFF2-40B4-BE49-F238E27FC236}">
                <a16:creationId xmlns:a16="http://schemas.microsoft.com/office/drawing/2014/main" id="{7BD2C71C-3525-7152-71BC-00E27E609F56}"/>
              </a:ext>
            </a:extLst>
          </p:cNvPr>
          <p:cNvSpPr>
            <a:spLocks noGrp="1" noChangeArrowheads="1"/>
          </p:cNvSpPr>
          <p:nvPr>
            <p:ph type="title"/>
          </p:nvPr>
        </p:nvSpPr>
        <p:spPr bwMode="auto">
          <a:xfrm>
            <a:off x="852488" y="1312863"/>
            <a:ext cx="473551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2124" tIns="41061" rIns="82124" bIns="41061" numCol="1" anchor="ctr" anchorCtr="0" compatLnSpc="1">
            <a:prstTxWarp prst="textNoShape">
              <a:avLst/>
            </a:prstTxWarp>
          </a:bodyPr>
          <a:lstStyle/>
          <a:p>
            <a:pPr lvl="0"/>
            <a:r>
              <a:rPr lang="en-US" altLang="en-US"/>
              <a:t>Segue and Q&amp;A</a:t>
            </a:r>
          </a:p>
        </p:txBody>
      </p:sp>
      <p:sp>
        <p:nvSpPr>
          <p:cNvPr id="2052" name="Rectangle 4">
            <a:extLst>
              <a:ext uri="{FF2B5EF4-FFF2-40B4-BE49-F238E27FC236}">
                <a16:creationId xmlns:a16="http://schemas.microsoft.com/office/drawing/2014/main" id="{00235116-2851-45E3-89E8-3B1AA410DDD6}"/>
              </a:ext>
            </a:extLst>
          </p:cNvPr>
          <p:cNvSpPr>
            <a:spLocks noGrp="1" noChangeArrowheads="1"/>
          </p:cNvSpPr>
          <p:nvPr>
            <p:ph type="body" idx="1"/>
          </p:nvPr>
        </p:nvSpPr>
        <p:spPr bwMode="auto">
          <a:xfrm>
            <a:off x="852488" y="3390900"/>
            <a:ext cx="10588625" cy="185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82124" tIns="41061" rIns="82124" bIns="41061" numCol="1" anchor="t" anchorCtr="0" compatLnSpc="1">
            <a:prstTxWarp prst="textNoShape">
              <a:avLst/>
            </a:prstTxWarp>
          </a:bodyPr>
          <a:lstStyle/>
          <a:p>
            <a:pPr lvl="0"/>
            <a:r>
              <a:rPr lang="en-US" altLang="en-US"/>
              <a:t>Subtitle</a:t>
            </a:r>
          </a:p>
        </p:txBody>
      </p:sp>
      <p:sp>
        <p:nvSpPr>
          <p:cNvPr id="2053" name="Rectangle 5">
            <a:extLst>
              <a:ext uri="{FF2B5EF4-FFF2-40B4-BE49-F238E27FC236}">
                <a16:creationId xmlns:a16="http://schemas.microsoft.com/office/drawing/2014/main" id="{1801C8D5-FBAD-1AD3-9E45-43757BCC4B1E}"/>
              </a:ext>
            </a:extLst>
          </p:cNvPr>
          <p:cNvSpPr>
            <a:spLocks noChangeArrowheads="1"/>
          </p:cNvSpPr>
          <p:nvPr/>
        </p:nvSpPr>
        <p:spPr bwMode="auto">
          <a:xfrm>
            <a:off x="1535113" y="6670675"/>
            <a:ext cx="2041525" cy="190500"/>
          </a:xfrm>
          <a:prstGeom prst="rect">
            <a:avLst/>
          </a:prstGeom>
          <a:noFill/>
          <a:ln>
            <a:noFill/>
          </a:ln>
        </p:spPr>
        <p:txBody>
          <a:bodyPr wrap="none" lIns="82124" tIns="41061" rIns="82124" bIns="41061" anchor="b" anchorCtr="1">
            <a:spAutoFit/>
          </a:bodyPr>
          <a:lstStyle>
            <a:lvl1pPr defTabSz="814388" eaLnBrk="0" hangingPunct="0">
              <a:defRPr sz="2400">
                <a:solidFill>
                  <a:schemeClr val="tx1"/>
                </a:solidFill>
                <a:latin typeface="Arial" charset="0"/>
                <a:cs typeface="Arial" charset="0"/>
              </a:defRPr>
            </a:lvl1pPr>
            <a:lvl2pPr marL="742950" indent="-285750" defTabSz="814388" eaLnBrk="0" hangingPunct="0">
              <a:defRPr sz="2400">
                <a:solidFill>
                  <a:schemeClr val="tx1"/>
                </a:solidFill>
                <a:latin typeface="Arial" charset="0"/>
                <a:cs typeface="Arial" charset="0"/>
              </a:defRPr>
            </a:lvl2pPr>
            <a:lvl3pPr marL="1143000" indent="-228600" defTabSz="814388" eaLnBrk="0" hangingPunct="0">
              <a:defRPr sz="2400">
                <a:solidFill>
                  <a:schemeClr val="tx1"/>
                </a:solidFill>
                <a:latin typeface="Arial" charset="0"/>
                <a:cs typeface="Arial" charset="0"/>
              </a:defRPr>
            </a:lvl3pPr>
            <a:lvl4pPr marL="1600200" indent="-228600" defTabSz="814388" eaLnBrk="0" hangingPunct="0">
              <a:defRPr sz="2400">
                <a:solidFill>
                  <a:schemeClr val="tx1"/>
                </a:solidFill>
                <a:latin typeface="Arial" charset="0"/>
                <a:cs typeface="Arial" charset="0"/>
              </a:defRPr>
            </a:lvl4pPr>
            <a:lvl5pPr marL="2057400" indent="-228600" defTabSz="814388" eaLnBrk="0" hangingPunct="0">
              <a:defRPr sz="2400">
                <a:solidFill>
                  <a:schemeClr val="tx1"/>
                </a:solidFill>
                <a:latin typeface="Arial" charset="0"/>
                <a:cs typeface="Arial" charset="0"/>
              </a:defRPr>
            </a:lvl5pPr>
            <a:lvl6pPr marL="2514600" indent="-228600" defTabSz="814388" eaLnBrk="0" fontAlgn="base" hangingPunct="0">
              <a:spcBef>
                <a:spcPct val="0"/>
              </a:spcBef>
              <a:spcAft>
                <a:spcPct val="0"/>
              </a:spcAft>
              <a:defRPr sz="2400">
                <a:solidFill>
                  <a:schemeClr val="tx1"/>
                </a:solidFill>
                <a:latin typeface="Arial" charset="0"/>
                <a:cs typeface="Arial" charset="0"/>
              </a:defRPr>
            </a:lvl6pPr>
            <a:lvl7pPr marL="2971800" indent="-228600" defTabSz="814388" eaLnBrk="0" fontAlgn="base" hangingPunct="0">
              <a:spcBef>
                <a:spcPct val="0"/>
              </a:spcBef>
              <a:spcAft>
                <a:spcPct val="0"/>
              </a:spcAft>
              <a:defRPr sz="2400">
                <a:solidFill>
                  <a:schemeClr val="tx1"/>
                </a:solidFill>
                <a:latin typeface="Arial" charset="0"/>
                <a:cs typeface="Arial" charset="0"/>
              </a:defRPr>
            </a:lvl7pPr>
            <a:lvl8pPr marL="3429000" indent="-228600" defTabSz="814388" eaLnBrk="0" fontAlgn="base" hangingPunct="0">
              <a:spcBef>
                <a:spcPct val="0"/>
              </a:spcBef>
              <a:spcAft>
                <a:spcPct val="0"/>
              </a:spcAft>
              <a:defRPr sz="2400">
                <a:solidFill>
                  <a:schemeClr val="tx1"/>
                </a:solidFill>
                <a:latin typeface="Arial" charset="0"/>
                <a:cs typeface="Arial" charset="0"/>
              </a:defRPr>
            </a:lvl8pPr>
            <a:lvl9pPr marL="3886200" indent="-228600" defTabSz="814388" eaLnBrk="0" fontAlgn="base" hangingPunct="0">
              <a:spcBef>
                <a:spcPct val="0"/>
              </a:spcBef>
              <a:spcAft>
                <a:spcPct val="0"/>
              </a:spcAft>
              <a:defRPr sz="2400">
                <a:solidFill>
                  <a:schemeClr val="tx1"/>
                </a:solidFill>
                <a:latin typeface="Arial" charset="0"/>
                <a:cs typeface="Arial" charset="0"/>
              </a:defRPr>
            </a:lvl9pPr>
          </a:lstStyle>
          <a:p>
            <a:pPr>
              <a:defRPr/>
            </a:pPr>
            <a:r>
              <a:rPr lang="en-US" altLang="en-US" sz="700">
                <a:solidFill>
                  <a:srgbClr val="D3D3D3"/>
                </a:solidFill>
              </a:rPr>
              <a:t>© 2006 Cisco Systems, Inc. All rights reserved.</a:t>
            </a:r>
          </a:p>
        </p:txBody>
      </p:sp>
      <p:sp>
        <p:nvSpPr>
          <p:cNvPr id="2054" name="Rectangle 6">
            <a:extLst>
              <a:ext uri="{FF2B5EF4-FFF2-40B4-BE49-F238E27FC236}">
                <a16:creationId xmlns:a16="http://schemas.microsoft.com/office/drawing/2014/main" id="{6CA6AA3F-3B72-74AA-8C1C-19AFF6CE23E5}"/>
              </a:ext>
            </a:extLst>
          </p:cNvPr>
          <p:cNvSpPr>
            <a:spLocks noChangeArrowheads="1"/>
          </p:cNvSpPr>
          <p:nvPr/>
        </p:nvSpPr>
        <p:spPr bwMode="auto">
          <a:xfrm>
            <a:off x="4745038" y="6670675"/>
            <a:ext cx="657225" cy="190500"/>
          </a:xfrm>
          <a:prstGeom prst="rect">
            <a:avLst/>
          </a:prstGeom>
          <a:noFill/>
          <a:ln>
            <a:noFill/>
          </a:ln>
        </p:spPr>
        <p:txBody>
          <a:bodyPr wrap="none" lIns="82124" tIns="41061" rIns="82124" bIns="41061" anchor="b">
            <a:spAutoFit/>
          </a:bodyPr>
          <a:lstStyle>
            <a:lvl1pPr defTabSz="814388" eaLnBrk="0" hangingPunct="0">
              <a:defRPr sz="2400">
                <a:solidFill>
                  <a:schemeClr val="tx1"/>
                </a:solidFill>
                <a:latin typeface="Arial" charset="0"/>
                <a:cs typeface="Arial" charset="0"/>
              </a:defRPr>
            </a:lvl1pPr>
            <a:lvl2pPr marL="742950" indent="-285750" defTabSz="814388" eaLnBrk="0" hangingPunct="0">
              <a:defRPr sz="2400">
                <a:solidFill>
                  <a:schemeClr val="tx1"/>
                </a:solidFill>
                <a:latin typeface="Arial" charset="0"/>
                <a:cs typeface="Arial" charset="0"/>
              </a:defRPr>
            </a:lvl2pPr>
            <a:lvl3pPr marL="1143000" indent="-228600" defTabSz="814388" eaLnBrk="0" hangingPunct="0">
              <a:defRPr sz="2400">
                <a:solidFill>
                  <a:schemeClr val="tx1"/>
                </a:solidFill>
                <a:latin typeface="Arial" charset="0"/>
                <a:cs typeface="Arial" charset="0"/>
              </a:defRPr>
            </a:lvl3pPr>
            <a:lvl4pPr marL="1600200" indent="-228600" defTabSz="814388" eaLnBrk="0" hangingPunct="0">
              <a:defRPr sz="2400">
                <a:solidFill>
                  <a:schemeClr val="tx1"/>
                </a:solidFill>
                <a:latin typeface="Arial" charset="0"/>
                <a:cs typeface="Arial" charset="0"/>
              </a:defRPr>
            </a:lvl4pPr>
            <a:lvl5pPr marL="2057400" indent="-228600" defTabSz="814388" eaLnBrk="0" hangingPunct="0">
              <a:defRPr sz="2400">
                <a:solidFill>
                  <a:schemeClr val="tx1"/>
                </a:solidFill>
                <a:latin typeface="Arial" charset="0"/>
                <a:cs typeface="Arial" charset="0"/>
              </a:defRPr>
            </a:lvl5pPr>
            <a:lvl6pPr marL="2514600" indent="-228600" defTabSz="814388" eaLnBrk="0" fontAlgn="base" hangingPunct="0">
              <a:spcBef>
                <a:spcPct val="0"/>
              </a:spcBef>
              <a:spcAft>
                <a:spcPct val="0"/>
              </a:spcAft>
              <a:defRPr sz="2400">
                <a:solidFill>
                  <a:schemeClr val="tx1"/>
                </a:solidFill>
                <a:latin typeface="Arial" charset="0"/>
                <a:cs typeface="Arial" charset="0"/>
              </a:defRPr>
            </a:lvl6pPr>
            <a:lvl7pPr marL="2971800" indent="-228600" defTabSz="814388" eaLnBrk="0" fontAlgn="base" hangingPunct="0">
              <a:spcBef>
                <a:spcPct val="0"/>
              </a:spcBef>
              <a:spcAft>
                <a:spcPct val="0"/>
              </a:spcAft>
              <a:defRPr sz="2400">
                <a:solidFill>
                  <a:schemeClr val="tx1"/>
                </a:solidFill>
                <a:latin typeface="Arial" charset="0"/>
                <a:cs typeface="Arial" charset="0"/>
              </a:defRPr>
            </a:lvl7pPr>
            <a:lvl8pPr marL="3429000" indent="-228600" defTabSz="814388" eaLnBrk="0" fontAlgn="base" hangingPunct="0">
              <a:spcBef>
                <a:spcPct val="0"/>
              </a:spcBef>
              <a:spcAft>
                <a:spcPct val="0"/>
              </a:spcAft>
              <a:defRPr sz="2400">
                <a:solidFill>
                  <a:schemeClr val="tx1"/>
                </a:solidFill>
                <a:latin typeface="Arial" charset="0"/>
                <a:cs typeface="Arial" charset="0"/>
              </a:defRPr>
            </a:lvl8pPr>
            <a:lvl9pPr marL="3886200" indent="-228600" defTabSz="814388" eaLnBrk="0" fontAlgn="base" hangingPunct="0">
              <a:spcBef>
                <a:spcPct val="0"/>
              </a:spcBef>
              <a:spcAft>
                <a:spcPct val="0"/>
              </a:spcAft>
              <a:defRPr sz="2400">
                <a:solidFill>
                  <a:schemeClr val="tx1"/>
                </a:solidFill>
                <a:latin typeface="Arial" charset="0"/>
                <a:cs typeface="Arial" charset="0"/>
              </a:defRPr>
            </a:lvl9pPr>
          </a:lstStyle>
          <a:p>
            <a:pPr algn="r">
              <a:defRPr/>
            </a:pPr>
            <a:r>
              <a:rPr lang="en-US" altLang="en-US" sz="700">
                <a:solidFill>
                  <a:srgbClr val="D3D3D3"/>
                </a:solidFill>
              </a:rPr>
              <a:t>Cisco Public</a:t>
            </a:r>
          </a:p>
        </p:txBody>
      </p:sp>
      <p:sp>
        <p:nvSpPr>
          <p:cNvPr id="2055" name="Rectangle 7">
            <a:extLst>
              <a:ext uri="{FF2B5EF4-FFF2-40B4-BE49-F238E27FC236}">
                <a16:creationId xmlns:a16="http://schemas.microsoft.com/office/drawing/2014/main" id="{1A4FD2FA-8078-475C-7584-DD58539D4B5F}"/>
              </a:ext>
            </a:extLst>
          </p:cNvPr>
          <p:cNvSpPr>
            <a:spLocks noChangeArrowheads="1"/>
          </p:cNvSpPr>
          <p:nvPr/>
        </p:nvSpPr>
        <p:spPr bwMode="auto">
          <a:xfrm>
            <a:off x="258763" y="6672263"/>
            <a:ext cx="1282700" cy="188912"/>
          </a:xfrm>
          <a:prstGeom prst="rect">
            <a:avLst/>
          </a:prstGeom>
          <a:noFill/>
          <a:ln>
            <a:noFill/>
          </a:ln>
        </p:spPr>
        <p:txBody>
          <a:bodyPr lIns="82124" tIns="41061" rIns="82124" bIns="41061" anchor="b">
            <a:spAutoFit/>
          </a:bodyPr>
          <a:lstStyle>
            <a:lvl1pPr defTabSz="814388" eaLnBrk="0" hangingPunct="0">
              <a:defRPr sz="2400">
                <a:solidFill>
                  <a:schemeClr val="tx1"/>
                </a:solidFill>
                <a:latin typeface="Arial" charset="0"/>
                <a:cs typeface="Arial" charset="0"/>
              </a:defRPr>
            </a:lvl1pPr>
            <a:lvl2pPr marL="742950" indent="-285750" defTabSz="814388" eaLnBrk="0" hangingPunct="0">
              <a:defRPr sz="2400">
                <a:solidFill>
                  <a:schemeClr val="tx1"/>
                </a:solidFill>
                <a:latin typeface="Arial" charset="0"/>
                <a:cs typeface="Arial" charset="0"/>
              </a:defRPr>
            </a:lvl2pPr>
            <a:lvl3pPr marL="1143000" indent="-228600" defTabSz="814388" eaLnBrk="0" hangingPunct="0">
              <a:defRPr sz="2400">
                <a:solidFill>
                  <a:schemeClr val="tx1"/>
                </a:solidFill>
                <a:latin typeface="Arial" charset="0"/>
                <a:cs typeface="Arial" charset="0"/>
              </a:defRPr>
            </a:lvl3pPr>
            <a:lvl4pPr marL="1600200" indent="-228600" defTabSz="814388" eaLnBrk="0" hangingPunct="0">
              <a:defRPr sz="2400">
                <a:solidFill>
                  <a:schemeClr val="tx1"/>
                </a:solidFill>
                <a:latin typeface="Arial" charset="0"/>
                <a:cs typeface="Arial" charset="0"/>
              </a:defRPr>
            </a:lvl4pPr>
            <a:lvl5pPr marL="2057400" indent="-228600" defTabSz="814388" eaLnBrk="0" hangingPunct="0">
              <a:defRPr sz="2400">
                <a:solidFill>
                  <a:schemeClr val="tx1"/>
                </a:solidFill>
                <a:latin typeface="Arial" charset="0"/>
                <a:cs typeface="Arial" charset="0"/>
              </a:defRPr>
            </a:lvl5pPr>
            <a:lvl6pPr marL="2514600" indent="-228600" defTabSz="814388" eaLnBrk="0" fontAlgn="base" hangingPunct="0">
              <a:spcBef>
                <a:spcPct val="0"/>
              </a:spcBef>
              <a:spcAft>
                <a:spcPct val="0"/>
              </a:spcAft>
              <a:defRPr sz="2400">
                <a:solidFill>
                  <a:schemeClr val="tx1"/>
                </a:solidFill>
                <a:latin typeface="Arial" charset="0"/>
                <a:cs typeface="Arial" charset="0"/>
              </a:defRPr>
            </a:lvl6pPr>
            <a:lvl7pPr marL="2971800" indent="-228600" defTabSz="814388" eaLnBrk="0" fontAlgn="base" hangingPunct="0">
              <a:spcBef>
                <a:spcPct val="0"/>
              </a:spcBef>
              <a:spcAft>
                <a:spcPct val="0"/>
              </a:spcAft>
              <a:defRPr sz="2400">
                <a:solidFill>
                  <a:schemeClr val="tx1"/>
                </a:solidFill>
                <a:latin typeface="Arial" charset="0"/>
                <a:cs typeface="Arial" charset="0"/>
              </a:defRPr>
            </a:lvl7pPr>
            <a:lvl8pPr marL="3429000" indent="-228600" defTabSz="814388" eaLnBrk="0" fontAlgn="base" hangingPunct="0">
              <a:spcBef>
                <a:spcPct val="0"/>
              </a:spcBef>
              <a:spcAft>
                <a:spcPct val="0"/>
              </a:spcAft>
              <a:defRPr sz="2400">
                <a:solidFill>
                  <a:schemeClr val="tx1"/>
                </a:solidFill>
                <a:latin typeface="Arial" charset="0"/>
                <a:cs typeface="Arial" charset="0"/>
              </a:defRPr>
            </a:lvl8pPr>
            <a:lvl9pPr marL="3886200" indent="-228600" defTabSz="814388" eaLnBrk="0" fontAlgn="base" hangingPunct="0">
              <a:spcBef>
                <a:spcPct val="0"/>
              </a:spcBef>
              <a:spcAft>
                <a:spcPct val="0"/>
              </a:spcAft>
              <a:defRPr sz="2400">
                <a:solidFill>
                  <a:schemeClr val="tx1"/>
                </a:solidFill>
                <a:latin typeface="Arial" charset="0"/>
                <a:cs typeface="Arial" charset="0"/>
              </a:defRPr>
            </a:lvl9pPr>
          </a:lstStyle>
          <a:p>
            <a:pPr>
              <a:defRPr/>
            </a:pPr>
            <a:r>
              <a:rPr lang="en-US" altLang="en-US" sz="700">
                <a:solidFill>
                  <a:srgbClr val="D3D3D3"/>
                </a:solidFill>
              </a:rPr>
              <a:t>BSCI Module 6</a:t>
            </a:r>
          </a:p>
        </p:txBody>
      </p:sp>
      <p:sp>
        <p:nvSpPr>
          <p:cNvPr id="2056" name="Rectangle 8">
            <a:extLst>
              <a:ext uri="{FF2B5EF4-FFF2-40B4-BE49-F238E27FC236}">
                <a16:creationId xmlns:a16="http://schemas.microsoft.com/office/drawing/2014/main" id="{BBF113AC-8C4F-F46D-4A71-D0E9570A2530}"/>
              </a:ext>
            </a:extLst>
          </p:cNvPr>
          <p:cNvSpPr>
            <a:spLocks noChangeArrowheads="1"/>
          </p:cNvSpPr>
          <p:nvPr/>
        </p:nvSpPr>
        <p:spPr bwMode="auto">
          <a:xfrm>
            <a:off x="11566525" y="6624638"/>
            <a:ext cx="322263" cy="236537"/>
          </a:xfrm>
          <a:prstGeom prst="rect">
            <a:avLst/>
          </a:prstGeom>
          <a:noFill/>
          <a:ln>
            <a:noFill/>
          </a:ln>
        </p:spPr>
        <p:txBody>
          <a:bodyPr wrap="none" lIns="82124" tIns="41061" rIns="82124" bIns="41061" anchor="b">
            <a:spAutoFit/>
          </a:bodyPr>
          <a:lstStyle>
            <a:lvl1pPr defTabSz="814388">
              <a:defRPr sz="2400">
                <a:solidFill>
                  <a:schemeClr val="tx1"/>
                </a:solidFill>
                <a:latin typeface="Arial" panose="020B0604020202020204" pitchFamily="34" charset="0"/>
                <a:cs typeface="Arial" panose="020B0604020202020204" pitchFamily="34" charset="0"/>
              </a:defRPr>
            </a:lvl1pPr>
            <a:lvl2pPr marL="742950" indent="-285750" defTabSz="814388">
              <a:defRPr sz="2400">
                <a:solidFill>
                  <a:schemeClr val="tx1"/>
                </a:solidFill>
                <a:latin typeface="Arial" panose="020B0604020202020204" pitchFamily="34" charset="0"/>
                <a:cs typeface="Arial" panose="020B0604020202020204" pitchFamily="34" charset="0"/>
              </a:defRPr>
            </a:lvl2pPr>
            <a:lvl3pPr marL="1143000" indent="-228600" defTabSz="814388">
              <a:defRPr sz="2400">
                <a:solidFill>
                  <a:schemeClr val="tx1"/>
                </a:solidFill>
                <a:latin typeface="Arial" panose="020B0604020202020204" pitchFamily="34" charset="0"/>
                <a:cs typeface="Arial" panose="020B0604020202020204" pitchFamily="34" charset="0"/>
              </a:defRPr>
            </a:lvl3pPr>
            <a:lvl4pPr marL="1600200" indent="-228600" defTabSz="814388">
              <a:defRPr sz="2400">
                <a:solidFill>
                  <a:schemeClr val="tx1"/>
                </a:solidFill>
                <a:latin typeface="Arial" panose="020B0604020202020204" pitchFamily="34" charset="0"/>
                <a:cs typeface="Arial" panose="020B0604020202020204" pitchFamily="34" charset="0"/>
              </a:defRPr>
            </a:lvl4pPr>
            <a:lvl5pPr marL="2057400" indent="-228600" defTabSz="814388">
              <a:defRPr sz="2400">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r">
              <a:defRPr/>
            </a:pPr>
            <a:fld id="{5F9C1AAD-24D0-47E3-B688-A04C0A88A5FF}" type="slidenum">
              <a:rPr lang="en-US" altLang="en-US" sz="1000" smtClean="0">
                <a:solidFill>
                  <a:srgbClr val="D3D3D3"/>
                </a:solidFill>
              </a:rPr>
              <a:pPr algn="r">
                <a:defRPr/>
              </a:pPr>
              <a:t>‹#›</a:t>
            </a:fld>
            <a:endParaRPr lang="en-US" altLang="en-US" sz="1000">
              <a:solidFill>
                <a:srgbClr val="D3D3D3"/>
              </a:solidFill>
            </a:endParaRPr>
          </a:p>
        </p:txBody>
      </p:sp>
    </p:spTree>
  </p:cSld>
  <p:clrMap bg1="lt1" tx1="dk1" bg2="lt2" tx2="dk2" accent1="accent1" accent2="accent2" accent3="accent3" accent4="accent4" accent5="accent5" accent6="accent6" hlink="hlink" folHlink="folHlink"/>
  <p:sldLayoutIdLst>
    <p:sldLayoutId id="2147486072" r:id="rId1"/>
    <p:sldLayoutId id="2147486073" r:id="rId2"/>
    <p:sldLayoutId id="2147486074" r:id="rId3"/>
    <p:sldLayoutId id="2147486075" r:id="rId4"/>
    <p:sldLayoutId id="2147486076" r:id="rId5"/>
    <p:sldLayoutId id="2147486077" r:id="rId6"/>
    <p:sldLayoutId id="2147486078" r:id="rId7"/>
    <p:sldLayoutId id="2147486079" r:id="rId8"/>
    <p:sldLayoutId id="2147486080" r:id="rId9"/>
    <p:sldLayoutId id="2147486081" r:id="rId10"/>
    <p:sldLayoutId id="2147486082" r:id="rId11"/>
  </p:sldLayoutIdLst>
  <p:transition>
    <p:wipe dir="r"/>
  </p:transition>
  <p:hf hdr="0" ftr="0" dt="0"/>
  <p:txStyles>
    <p:titleStyle>
      <a:lvl1pPr algn="l" defTabSz="814388" rtl="0" eaLnBrk="0" fontAlgn="base" hangingPunct="0">
        <a:lnSpc>
          <a:spcPct val="90000"/>
        </a:lnSpc>
        <a:spcBef>
          <a:spcPct val="0"/>
        </a:spcBef>
        <a:spcAft>
          <a:spcPct val="0"/>
        </a:spcAft>
        <a:defRPr sz="3000">
          <a:solidFill>
            <a:srgbClr val="FFFFFF"/>
          </a:solidFill>
          <a:latin typeface="+mj-lt"/>
          <a:ea typeface="+mj-ea"/>
          <a:cs typeface="+mj-cs"/>
        </a:defRPr>
      </a:lvl1pPr>
      <a:lvl2pPr algn="l" defTabSz="814388" rtl="0" eaLnBrk="0" fontAlgn="base" hangingPunct="0">
        <a:lnSpc>
          <a:spcPct val="90000"/>
        </a:lnSpc>
        <a:spcBef>
          <a:spcPct val="0"/>
        </a:spcBef>
        <a:spcAft>
          <a:spcPct val="0"/>
        </a:spcAft>
        <a:defRPr sz="3000">
          <a:solidFill>
            <a:srgbClr val="FFFFFF"/>
          </a:solidFill>
          <a:latin typeface="Arial" charset="0"/>
        </a:defRPr>
      </a:lvl2pPr>
      <a:lvl3pPr algn="l" defTabSz="814388" rtl="0" eaLnBrk="0" fontAlgn="base" hangingPunct="0">
        <a:lnSpc>
          <a:spcPct val="90000"/>
        </a:lnSpc>
        <a:spcBef>
          <a:spcPct val="0"/>
        </a:spcBef>
        <a:spcAft>
          <a:spcPct val="0"/>
        </a:spcAft>
        <a:defRPr sz="3000">
          <a:solidFill>
            <a:srgbClr val="FFFFFF"/>
          </a:solidFill>
          <a:latin typeface="Arial" charset="0"/>
        </a:defRPr>
      </a:lvl3pPr>
      <a:lvl4pPr algn="l" defTabSz="814388" rtl="0" eaLnBrk="0" fontAlgn="base" hangingPunct="0">
        <a:lnSpc>
          <a:spcPct val="90000"/>
        </a:lnSpc>
        <a:spcBef>
          <a:spcPct val="0"/>
        </a:spcBef>
        <a:spcAft>
          <a:spcPct val="0"/>
        </a:spcAft>
        <a:defRPr sz="3000">
          <a:solidFill>
            <a:srgbClr val="FFFFFF"/>
          </a:solidFill>
          <a:latin typeface="Arial" charset="0"/>
        </a:defRPr>
      </a:lvl4pPr>
      <a:lvl5pPr algn="l" defTabSz="814388" rtl="0" eaLnBrk="0" fontAlgn="base" hangingPunct="0">
        <a:lnSpc>
          <a:spcPct val="90000"/>
        </a:lnSpc>
        <a:spcBef>
          <a:spcPct val="0"/>
        </a:spcBef>
        <a:spcAft>
          <a:spcPct val="0"/>
        </a:spcAft>
        <a:defRPr sz="3000">
          <a:solidFill>
            <a:srgbClr val="FFFFFF"/>
          </a:solidFill>
          <a:latin typeface="Arial" charset="0"/>
        </a:defRPr>
      </a:lvl5pPr>
      <a:lvl6pPr marL="457200" algn="l" defTabSz="814388" rtl="0" fontAlgn="base">
        <a:lnSpc>
          <a:spcPct val="90000"/>
        </a:lnSpc>
        <a:spcBef>
          <a:spcPct val="0"/>
        </a:spcBef>
        <a:spcAft>
          <a:spcPct val="0"/>
        </a:spcAft>
        <a:defRPr sz="3000">
          <a:solidFill>
            <a:srgbClr val="FFFFFF"/>
          </a:solidFill>
          <a:latin typeface="Arial" charset="0"/>
        </a:defRPr>
      </a:lvl6pPr>
      <a:lvl7pPr marL="914400" algn="l" defTabSz="814388" rtl="0" fontAlgn="base">
        <a:lnSpc>
          <a:spcPct val="90000"/>
        </a:lnSpc>
        <a:spcBef>
          <a:spcPct val="0"/>
        </a:spcBef>
        <a:spcAft>
          <a:spcPct val="0"/>
        </a:spcAft>
        <a:defRPr sz="3000">
          <a:solidFill>
            <a:srgbClr val="FFFFFF"/>
          </a:solidFill>
          <a:latin typeface="Arial" charset="0"/>
        </a:defRPr>
      </a:lvl7pPr>
      <a:lvl8pPr marL="1371600" algn="l" defTabSz="814388" rtl="0" fontAlgn="base">
        <a:lnSpc>
          <a:spcPct val="90000"/>
        </a:lnSpc>
        <a:spcBef>
          <a:spcPct val="0"/>
        </a:spcBef>
        <a:spcAft>
          <a:spcPct val="0"/>
        </a:spcAft>
        <a:defRPr sz="3000">
          <a:solidFill>
            <a:srgbClr val="FFFFFF"/>
          </a:solidFill>
          <a:latin typeface="Arial" charset="0"/>
        </a:defRPr>
      </a:lvl8pPr>
      <a:lvl9pPr marL="1828800" algn="l" defTabSz="814388" rtl="0" fontAlgn="base">
        <a:lnSpc>
          <a:spcPct val="90000"/>
        </a:lnSpc>
        <a:spcBef>
          <a:spcPct val="0"/>
        </a:spcBef>
        <a:spcAft>
          <a:spcPct val="0"/>
        </a:spcAft>
        <a:defRPr sz="3000">
          <a:solidFill>
            <a:srgbClr val="FFFFFF"/>
          </a:solidFill>
          <a:latin typeface="Arial" charset="0"/>
        </a:defRPr>
      </a:lvl9pPr>
    </p:titleStyle>
    <p:bodyStyle>
      <a:lvl1pPr marL="342900" indent="-342900" algn="l" defTabSz="814388" rtl="0" eaLnBrk="0" fontAlgn="base" hangingPunct="0">
        <a:lnSpc>
          <a:spcPct val="90000"/>
        </a:lnSpc>
        <a:spcBef>
          <a:spcPct val="0"/>
        </a:spcBef>
        <a:spcAft>
          <a:spcPct val="0"/>
        </a:spcAft>
        <a:defRPr sz="2000">
          <a:solidFill>
            <a:schemeClr val="bg2"/>
          </a:solidFill>
          <a:latin typeface="+mn-lt"/>
          <a:ea typeface="+mn-ea"/>
          <a:cs typeface="+mn-cs"/>
        </a:defRPr>
      </a:lvl1pPr>
      <a:lvl2pPr marL="742950" indent="-285750" algn="l" defTabSz="814388" rtl="0" eaLnBrk="0" fontAlgn="base" hangingPunct="0">
        <a:lnSpc>
          <a:spcPct val="90000"/>
        </a:lnSpc>
        <a:spcBef>
          <a:spcPct val="0"/>
        </a:spcBef>
        <a:spcAft>
          <a:spcPct val="0"/>
        </a:spcAft>
        <a:defRPr sz="3000">
          <a:solidFill>
            <a:srgbClr val="717171"/>
          </a:solidFill>
          <a:latin typeface="+mn-lt"/>
        </a:defRPr>
      </a:lvl2pPr>
      <a:lvl3pPr marL="1143000" indent="-228600" algn="l" defTabSz="814388" rtl="0" eaLnBrk="0" fontAlgn="base" hangingPunct="0">
        <a:lnSpc>
          <a:spcPct val="90000"/>
        </a:lnSpc>
        <a:spcBef>
          <a:spcPct val="0"/>
        </a:spcBef>
        <a:spcAft>
          <a:spcPct val="0"/>
        </a:spcAft>
        <a:defRPr sz="3000">
          <a:solidFill>
            <a:srgbClr val="717171"/>
          </a:solidFill>
          <a:latin typeface="+mn-lt"/>
        </a:defRPr>
      </a:lvl3pPr>
      <a:lvl4pPr marL="1600200" indent="-228600" algn="l" defTabSz="814388" rtl="0" eaLnBrk="0" fontAlgn="base" hangingPunct="0">
        <a:lnSpc>
          <a:spcPct val="90000"/>
        </a:lnSpc>
        <a:spcBef>
          <a:spcPct val="0"/>
        </a:spcBef>
        <a:spcAft>
          <a:spcPct val="0"/>
        </a:spcAft>
        <a:defRPr sz="3000">
          <a:solidFill>
            <a:srgbClr val="717171"/>
          </a:solidFill>
          <a:latin typeface="+mn-lt"/>
        </a:defRPr>
      </a:lvl4pPr>
      <a:lvl5pPr marL="2057400" indent="-228600" algn="l" defTabSz="814388" rtl="0" eaLnBrk="0" fontAlgn="base" hangingPunct="0">
        <a:lnSpc>
          <a:spcPct val="90000"/>
        </a:lnSpc>
        <a:spcBef>
          <a:spcPct val="0"/>
        </a:spcBef>
        <a:spcAft>
          <a:spcPct val="0"/>
        </a:spcAft>
        <a:defRPr sz="3000">
          <a:solidFill>
            <a:srgbClr val="717171"/>
          </a:solidFill>
          <a:latin typeface="+mn-lt"/>
        </a:defRPr>
      </a:lvl5pPr>
      <a:lvl6pPr marL="457200" algn="l" defTabSz="814388" rtl="0" fontAlgn="base">
        <a:lnSpc>
          <a:spcPct val="90000"/>
        </a:lnSpc>
        <a:spcBef>
          <a:spcPct val="0"/>
        </a:spcBef>
        <a:spcAft>
          <a:spcPct val="0"/>
        </a:spcAft>
        <a:defRPr sz="3000">
          <a:solidFill>
            <a:srgbClr val="717171"/>
          </a:solidFill>
          <a:latin typeface="+mn-lt"/>
        </a:defRPr>
      </a:lvl6pPr>
      <a:lvl7pPr marL="914400" algn="l" defTabSz="814388" rtl="0" fontAlgn="base">
        <a:lnSpc>
          <a:spcPct val="90000"/>
        </a:lnSpc>
        <a:spcBef>
          <a:spcPct val="0"/>
        </a:spcBef>
        <a:spcAft>
          <a:spcPct val="0"/>
        </a:spcAft>
        <a:defRPr sz="3000">
          <a:solidFill>
            <a:srgbClr val="717171"/>
          </a:solidFill>
          <a:latin typeface="+mn-lt"/>
        </a:defRPr>
      </a:lvl7pPr>
      <a:lvl8pPr marL="1371600" algn="l" defTabSz="814388" rtl="0" fontAlgn="base">
        <a:lnSpc>
          <a:spcPct val="90000"/>
        </a:lnSpc>
        <a:spcBef>
          <a:spcPct val="0"/>
        </a:spcBef>
        <a:spcAft>
          <a:spcPct val="0"/>
        </a:spcAft>
        <a:defRPr sz="3000">
          <a:solidFill>
            <a:srgbClr val="717171"/>
          </a:solidFill>
          <a:latin typeface="+mn-lt"/>
        </a:defRPr>
      </a:lvl8pPr>
      <a:lvl9pPr marL="1828800" algn="l" defTabSz="814388" rtl="0" fontAlgn="base">
        <a:lnSpc>
          <a:spcPct val="90000"/>
        </a:lnSpc>
        <a:spcBef>
          <a:spcPct val="0"/>
        </a:spcBef>
        <a:spcAft>
          <a:spcPct val="0"/>
        </a:spcAft>
        <a:defRPr sz="3000">
          <a:solidFill>
            <a:srgbClr val="71717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325596A-AF64-8781-00B7-59FCE593CE20}"/>
              </a:ext>
            </a:extLst>
          </p:cNvPr>
          <p:cNvSpPr/>
          <p:nvPr/>
        </p:nvSpPr>
        <p:spPr>
          <a:xfrm>
            <a:off x="0" y="220663"/>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defRPr/>
            </a:pPr>
            <a:endParaRPr lang="en-US">
              <a:solidFill>
                <a:srgbClr val="FFFFFF"/>
              </a:solidFill>
            </a:endParaRPr>
          </a:p>
        </p:txBody>
      </p:sp>
      <p:sp>
        <p:nvSpPr>
          <p:cNvPr id="2" name="Title Placeholder 1">
            <a:extLst>
              <a:ext uri="{FF2B5EF4-FFF2-40B4-BE49-F238E27FC236}">
                <a16:creationId xmlns:a16="http://schemas.microsoft.com/office/drawing/2014/main" id="{FDB6AA61-B536-A1D5-762E-A5ACE88031AE}"/>
              </a:ext>
            </a:extLst>
          </p:cNvPr>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76" name="Text Placeholder 2">
            <a:extLst>
              <a:ext uri="{FF2B5EF4-FFF2-40B4-BE49-F238E27FC236}">
                <a16:creationId xmlns:a16="http://schemas.microsoft.com/office/drawing/2014/main" id="{F1A97987-D95C-E4A4-1CBA-72F7586BC7B8}"/>
              </a:ext>
            </a:extLst>
          </p:cNvPr>
          <p:cNvSpPr>
            <a:spLocks noGrp="1"/>
          </p:cNvSpPr>
          <p:nvPr>
            <p:ph type="body" idx="1"/>
          </p:nvPr>
        </p:nvSpPr>
        <p:spPr bwMode="auto">
          <a:xfrm>
            <a:off x="609600" y="1600200"/>
            <a:ext cx="10972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61F6858-7F62-A021-0B45-28AFCF1C8B13}"/>
              </a:ext>
            </a:extLst>
          </p:cNvPr>
          <p:cNvSpPr>
            <a:spLocks noGrp="1"/>
          </p:cNvSpPr>
          <p:nvPr>
            <p:ph type="dt" sz="half" idx="2"/>
          </p:nvPr>
        </p:nvSpPr>
        <p:spPr>
          <a:xfrm>
            <a:off x="609600" y="19050"/>
            <a:ext cx="3860800" cy="328613"/>
          </a:xfrm>
          <a:prstGeom prst="rect">
            <a:avLst/>
          </a:prstGeom>
        </p:spPr>
        <p:txBody>
          <a:bodyPr vert="horz" lIns="91440" tIns="45720" rIns="91440" bIns="45720" rtlCol="0" anchor="ctr"/>
          <a:lstStyle>
            <a:lvl1pPr algn="l" eaLnBrk="0" hangingPunct="0">
              <a:lnSpc>
                <a:spcPct val="90000"/>
              </a:lnSpc>
              <a:defRPr sz="1200">
                <a:solidFill>
                  <a:srgbClr val="FFFFFF"/>
                </a:solidFill>
                <a:latin typeface="Arial" charset="0"/>
                <a:cs typeface="+mn-cs"/>
              </a:defRPr>
            </a:lvl1pPr>
          </a:lstStyle>
          <a:p>
            <a:pPr>
              <a:defRPr/>
            </a:pPr>
            <a:fld id="{D75848D7-88C4-4D34-9ECB-0907C417EC00}" type="datetime1">
              <a:rPr lang="en-US"/>
              <a:pPr>
                <a:defRPr/>
              </a:pPr>
              <a:t>10/19/2025</a:t>
            </a:fld>
            <a:endParaRPr lang="en-US" dirty="0"/>
          </a:p>
        </p:txBody>
      </p:sp>
      <p:sp>
        <p:nvSpPr>
          <p:cNvPr id="5" name="Footer Placeholder 4">
            <a:extLst>
              <a:ext uri="{FF2B5EF4-FFF2-40B4-BE49-F238E27FC236}">
                <a16:creationId xmlns:a16="http://schemas.microsoft.com/office/drawing/2014/main" id="{CB1695C6-84A5-03DE-5F03-63ADFB35812D}"/>
              </a:ext>
            </a:extLst>
          </p:cNvPr>
          <p:cNvSpPr>
            <a:spLocks noGrp="1"/>
          </p:cNvSpPr>
          <p:nvPr>
            <p:ph type="ftr" sz="quarter" idx="3"/>
          </p:nvPr>
        </p:nvSpPr>
        <p:spPr>
          <a:xfrm>
            <a:off x="4572000" y="19050"/>
            <a:ext cx="5486400" cy="328613"/>
          </a:xfrm>
          <a:prstGeom prst="rect">
            <a:avLst/>
          </a:prstGeom>
        </p:spPr>
        <p:txBody>
          <a:bodyPr vert="horz" lIns="91440" tIns="45720" rIns="91440" bIns="45720" rtlCol="0" anchor="ctr"/>
          <a:lstStyle>
            <a:lvl1pPr algn="r" eaLnBrk="0" hangingPunct="0">
              <a:lnSpc>
                <a:spcPct val="90000"/>
              </a:lnSpc>
              <a:defRPr sz="1200">
                <a:solidFill>
                  <a:srgbClr val="FFFFFF"/>
                </a:solidFill>
                <a:latin typeface="Arial" charset="0"/>
                <a:cs typeface="+mn-cs"/>
              </a:defRPr>
            </a:lvl1pPr>
          </a:lstStyle>
          <a:p>
            <a:pPr>
              <a:defRPr/>
            </a:pPr>
            <a:endParaRPr lang="en-US"/>
          </a:p>
        </p:txBody>
      </p:sp>
      <p:sp>
        <p:nvSpPr>
          <p:cNvPr id="6" name="Slide Number Placeholder 5">
            <a:extLst>
              <a:ext uri="{FF2B5EF4-FFF2-40B4-BE49-F238E27FC236}">
                <a16:creationId xmlns:a16="http://schemas.microsoft.com/office/drawing/2014/main" id="{7A6ADA0D-74D2-FD43-16B6-06E2D3285A61}"/>
              </a:ext>
            </a:extLst>
          </p:cNvPr>
          <p:cNvSpPr>
            <a:spLocks noGrp="1"/>
          </p:cNvSpPr>
          <p:nvPr>
            <p:ph type="sldNum" sz="quarter" idx="4"/>
          </p:nvPr>
        </p:nvSpPr>
        <p:spPr>
          <a:xfrm>
            <a:off x="10160000" y="19050"/>
            <a:ext cx="1422400" cy="328613"/>
          </a:xfrm>
          <a:prstGeom prst="rect">
            <a:avLst/>
          </a:prstGeom>
        </p:spPr>
        <p:txBody>
          <a:bodyPr vert="horz" wrap="square" lIns="91440" tIns="45720" rIns="91440" bIns="45720" numCol="1" anchor="ctr" anchorCtr="0" compatLnSpc="1">
            <a:prstTxWarp prst="textNoShape">
              <a:avLst/>
            </a:prstTxWarp>
          </a:bodyPr>
          <a:lstStyle>
            <a:lvl1pPr>
              <a:lnSpc>
                <a:spcPct val="90000"/>
              </a:lnSpc>
              <a:defRPr sz="1400" b="1">
                <a:solidFill>
                  <a:srgbClr val="FFFFFF"/>
                </a:solidFill>
              </a:defRPr>
            </a:lvl1pPr>
          </a:lstStyle>
          <a:p>
            <a:pPr>
              <a:defRPr/>
            </a:pPr>
            <a:fld id="{C76227FB-4E19-408A-890A-C4493216270B}" type="slidenum">
              <a:rPr lang="en-US" altLang="en-US"/>
              <a:pPr>
                <a:defRPr/>
              </a:pPr>
              <a:t>‹#›</a:t>
            </a:fld>
            <a:endParaRPr lang="en-US" altLang="en-US"/>
          </a:p>
        </p:txBody>
      </p:sp>
      <p:sp>
        <p:nvSpPr>
          <p:cNvPr id="3080" name="Google Shape;90;p1">
            <a:extLst>
              <a:ext uri="{FF2B5EF4-FFF2-40B4-BE49-F238E27FC236}">
                <a16:creationId xmlns:a16="http://schemas.microsoft.com/office/drawing/2014/main" id="{7313876A-313A-FD0E-4868-2BD85CA81725}"/>
              </a:ext>
            </a:extLst>
          </p:cNvPr>
          <p:cNvSpPr>
            <a:spLocks noChangeArrowheads="1"/>
          </p:cNvSpPr>
          <p:nvPr userDrawn="1"/>
        </p:nvSpPr>
        <p:spPr bwMode="auto">
          <a:xfrm>
            <a:off x="0" y="0"/>
            <a:ext cx="12192000" cy="6858000"/>
          </a:xfrm>
          <a:prstGeom prst="rect">
            <a:avLst/>
          </a:prstGeom>
          <a:noFill/>
          <a:ln w="76200">
            <a:solidFill>
              <a:srgbClr val="C00000"/>
            </a:solidFill>
            <a:miter lim="800000"/>
            <a:headEnd type="none" w="sm" len="sm"/>
            <a:tailEnd type="none" w="sm" len="sm"/>
          </a:ln>
        </p:spPr>
        <p:txBody>
          <a:bodyPr lIns="91425" tIns="45700" rIns="91425" bIns="45700"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defRPr/>
            </a:pPr>
            <a:endParaRPr lang="en-US" altLang="en-US">
              <a:solidFill>
                <a:srgbClr val="FFFFFF"/>
              </a:solidFill>
              <a:sym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6084" r:id="rId1"/>
    <p:sldLayoutId id="2147486085" r:id="rId2"/>
    <p:sldLayoutId id="2147486086" r:id="rId3"/>
    <p:sldLayoutId id="2147486087" r:id="rId4"/>
    <p:sldLayoutId id="2147486088" r:id="rId5"/>
    <p:sldLayoutId id="2147486089" r:id="rId6"/>
    <p:sldLayoutId id="2147486090" r:id="rId7"/>
    <p:sldLayoutId id="2147486091" r:id="rId8"/>
    <p:sldLayoutId id="2147486092" r:id="rId9"/>
    <p:sldLayoutId id="2147486093" r:id="rId10"/>
    <p:sldLayoutId id="2147486094" r:id="rId11"/>
    <p:sldLayoutId id="2147486095" r:id="rId12"/>
    <p:sldLayoutId id="2147486096" r:id="rId13"/>
  </p:sldLayoutIdLst>
  <p:hf hdr="0" ftr="0" dt="0"/>
  <p:txStyles>
    <p:titleStyle>
      <a:lvl1pPr algn="l" rtl="0" eaLnBrk="0" fontAlgn="base" hangingPunct="0">
        <a:spcBef>
          <a:spcPct val="0"/>
        </a:spcBef>
        <a:spcAft>
          <a:spcPct val="0"/>
        </a:spcAft>
        <a:defRPr sz="4000" kern="1200" spc="-1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182563" indent="-182563" algn="l" rtl="0" eaLnBrk="0" fontAlgn="base" hangingPunct="0">
        <a:spcBef>
          <a:spcPct val="20000"/>
        </a:spcBef>
        <a:spcAft>
          <a:spcPct val="0"/>
        </a:spcAft>
        <a:buClr>
          <a:schemeClr val="accent1"/>
        </a:buClr>
        <a:buSzPct val="85000"/>
        <a:buFont typeface="Arial" panose="020B0604020202020204" pitchFamily="34" charset="0"/>
        <a:buChar char="•"/>
        <a:defRPr sz="2400" kern="1200">
          <a:solidFill>
            <a:schemeClr val="tx1"/>
          </a:solidFill>
          <a:latin typeface="+mn-lt"/>
          <a:ea typeface="+mn-ea"/>
          <a:cs typeface="+mn-cs"/>
        </a:defRPr>
      </a:lvl1pPr>
      <a:lvl2pPr marL="457200" indent="-182563" algn="l" rtl="0" eaLnBrk="0" fontAlgn="base" hangingPunct="0">
        <a:spcBef>
          <a:spcPct val="20000"/>
        </a:spcBef>
        <a:spcAft>
          <a:spcPct val="0"/>
        </a:spcAft>
        <a:buClr>
          <a:schemeClr val="accent1"/>
        </a:buClr>
        <a:buSzPct val="85000"/>
        <a:buFont typeface="Arial" panose="020B0604020202020204" pitchFamily="34" charset="0"/>
        <a:buChar char="•"/>
        <a:defRPr sz="2000" kern="1200">
          <a:solidFill>
            <a:schemeClr val="tx1"/>
          </a:solidFill>
          <a:latin typeface="+mn-lt"/>
          <a:ea typeface="+mn-ea"/>
          <a:cs typeface="+mn-cs"/>
        </a:defRPr>
      </a:lvl2pPr>
      <a:lvl3pPr marL="730250" indent="-182563" algn="l" rtl="0" eaLnBrk="0" fontAlgn="base" hangingPunct="0">
        <a:spcBef>
          <a:spcPct val="20000"/>
        </a:spcBef>
        <a:spcAft>
          <a:spcPct val="0"/>
        </a:spcAft>
        <a:buClr>
          <a:schemeClr val="accent1"/>
        </a:buClr>
        <a:buSzPct val="90000"/>
        <a:buFont typeface="Arial" panose="020B0604020202020204" pitchFamily="34" charset="0"/>
        <a:buChar char="•"/>
        <a:defRPr kern="1200">
          <a:solidFill>
            <a:schemeClr val="tx1"/>
          </a:solidFill>
          <a:latin typeface="+mn-lt"/>
          <a:ea typeface="+mn-ea"/>
          <a:cs typeface="+mn-cs"/>
        </a:defRPr>
      </a:lvl3pPr>
      <a:lvl4pPr marL="1004888" indent="-182563" algn="l" rtl="0" eaLnBrk="0" fontAlgn="base" hangingPunct="0">
        <a:spcBef>
          <a:spcPct val="20000"/>
        </a:spcBef>
        <a:spcAft>
          <a:spcPct val="0"/>
        </a:spcAft>
        <a:buClr>
          <a:schemeClr val="accent1"/>
        </a:buClr>
        <a:buFont typeface="Arial" panose="020B0604020202020204" pitchFamily="34" charset="0"/>
        <a:buChar char="•"/>
        <a:defRPr sz="1600" kern="1200">
          <a:solidFill>
            <a:schemeClr val="tx1"/>
          </a:solidFill>
          <a:latin typeface="+mn-lt"/>
          <a:ea typeface="+mn-ea"/>
          <a:cs typeface="+mn-cs"/>
        </a:defRPr>
      </a:lvl4pPr>
      <a:lvl5pPr marL="1187450" indent="-136525" algn="l" rtl="0" eaLnBrk="0" fontAlgn="base" hangingPunct="0">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AE1BF6A-BD2C-76A9-09DA-0D256FDE970E}"/>
              </a:ext>
            </a:extLst>
          </p:cNvPr>
          <p:cNvSpPr>
            <a:spLocks noGrp="1"/>
          </p:cNvSpPr>
          <p:nvPr>
            <p:ph type="sldNum" sz="quarter" idx="11"/>
          </p:nvPr>
        </p:nvSpPr>
        <p:spPr/>
        <p:txBody>
          <a:bodyPr rtlCol="0"/>
          <a:lstStyle>
            <a:defPPr>
              <a:defRPr lang="en-US"/>
            </a:defPPr>
            <a:lvl1pPr marL="0" algn="r" defTabSz="457200" rtl="0" eaLnBrk="1" latinLnBrk="0" hangingPunct="1">
              <a:defRPr sz="105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2F647B25-8BCB-4A2F-AFC3-6BF8444D5093}" type="slidenum">
              <a:rPr lang="en-US" smtClean="0"/>
              <a:pPr>
                <a:defRPr/>
              </a:pPr>
              <a:t>1</a:t>
            </a:fld>
            <a:endParaRPr lang="en-US"/>
          </a:p>
        </p:txBody>
      </p:sp>
      <p:sp>
        <p:nvSpPr>
          <p:cNvPr id="2" name="Rectangle 1">
            <a:extLst>
              <a:ext uri="{FF2B5EF4-FFF2-40B4-BE49-F238E27FC236}">
                <a16:creationId xmlns:a16="http://schemas.microsoft.com/office/drawing/2014/main" id="{9490CF55-01B2-0BD3-1510-35CE1B66B4B5}"/>
              </a:ext>
            </a:extLst>
          </p:cNvPr>
          <p:cNvSpPr/>
          <p:nvPr/>
        </p:nvSpPr>
        <p:spPr>
          <a:xfrm>
            <a:off x="1997075" y="504825"/>
            <a:ext cx="8286750" cy="63198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cs typeface="Arial" panose="020B0604020202020204" pitchFamily="34" charset="0"/>
              </a:rPr>
              <a:t>ITEC 493: IT Security for Managers</a:t>
            </a:r>
          </a:p>
          <a:p>
            <a:pPr algn="ctr">
              <a:defRPr/>
            </a:pPr>
            <a:endParaRPr lang="en-US" dirty="0">
              <a:solidFill>
                <a:schemeClr val="tx1"/>
              </a:solidFill>
              <a:cs typeface="Arial" panose="020B0604020202020204" pitchFamily="34" charset="0"/>
            </a:endParaRPr>
          </a:p>
          <a:p>
            <a:pPr algn="ctr">
              <a:defRPr/>
            </a:pPr>
            <a:r>
              <a:rPr lang="en-US" dirty="0">
                <a:solidFill>
                  <a:schemeClr val="tx1"/>
                </a:solidFill>
              </a:rPr>
              <a:t>Network Security Appliances and Technologies</a:t>
            </a:r>
          </a:p>
          <a:p>
            <a:pPr algn="ctr">
              <a:defRPr/>
            </a:pPr>
            <a:endParaRPr lang="en-US" dirty="0">
              <a:solidFill>
                <a:schemeClr val="tx1"/>
              </a:solidFill>
              <a:cs typeface="Arial" panose="020B0604020202020204" pitchFamily="34" charset="0"/>
            </a:endParaRPr>
          </a:p>
          <a:p>
            <a:pPr algn="ctr">
              <a:defRPr/>
            </a:pPr>
            <a:r>
              <a:rPr lang="en-US" sz="2000" dirty="0">
                <a:solidFill>
                  <a:schemeClr val="tx1"/>
                </a:solidFill>
                <a:cs typeface="Arial" panose="020B0604020202020204" pitchFamily="34" charset="0"/>
              </a:rPr>
              <a:t>Ali Mazloum</a:t>
            </a:r>
          </a:p>
          <a:p>
            <a:pPr algn="ctr">
              <a:defRPr/>
            </a:pPr>
            <a:r>
              <a:rPr lang="en-US" sz="2000" dirty="0">
                <a:solidFill>
                  <a:schemeClr val="tx1"/>
                </a:solidFill>
                <a:cs typeface="Arial" panose="020B0604020202020204" pitchFamily="34" charset="0"/>
              </a:rPr>
              <a:t>Integrated Information Technology Department</a:t>
            </a:r>
          </a:p>
          <a:p>
            <a:pPr algn="ctr">
              <a:defRPr/>
            </a:pPr>
            <a:r>
              <a:rPr lang="en-US" sz="2000" dirty="0">
                <a:solidFill>
                  <a:schemeClr val="tx1"/>
                </a:solidFill>
                <a:cs typeface="Arial" panose="020B0604020202020204" pitchFamily="34" charset="0"/>
              </a:rPr>
              <a:t>College of Engineering and Computing</a:t>
            </a:r>
          </a:p>
          <a:p>
            <a:pPr algn="ctr">
              <a:defRPr/>
            </a:pPr>
            <a:r>
              <a:rPr lang="en-US" sz="2000" dirty="0">
                <a:solidFill>
                  <a:schemeClr val="tx1"/>
                </a:solidFill>
                <a:cs typeface="Arial" panose="020B0604020202020204" pitchFamily="34" charset="0"/>
              </a:rPr>
              <a:t>University of South Carolina</a:t>
            </a:r>
          </a:p>
          <a:p>
            <a:pPr algn="ctr">
              <a:defRPr/>
            </a:pPr>
            <a:endParaRPr lang="en-US" dirty="0">
              <a:solidFill>
                <a:schemeClr val="tx1"/>
              </a:solidFill>
              <a:cs typeface="Arial" panose="020B0604020202020204" pitchFamily="34" charset="0"/>
            </a:endParaRPr>
          </a:p>
          <a:p>
            <a:pPr algn="ctr">
              <a:defRPr/>
            </a:pPr>
            <a:endParaRPr lang="en-US" dirty="0">
              <a:solidFill>
                <a:schemeClr val="tx1"/>
              </a:solidFill>
              <a:cs typeface="Arial" panose="020B0604020202020204" pitchFamily="34" charset="0"/>
            </a:endParaRPr>
          </a:p>
          <a:p>
            <a:pPr algn="ctr">
              <a:defRPr/>
            </a:pPr>
            <a:r>
              <a:rPr lang="en-US">
                <a:solidFill>
                  <a:schemeClr val="tx1"/>
                </a:solidFill>
                <a:cs typeface="Arial" panose="020B0604020202020204" pitchFamily="34" charset="0"/>
              </a:rPr>
              <a:t>Fall 2025</a:t>
            </a:r>
            <a:endParaRPr lang="en-US" dirty="0">
              <a:solidFill>
                <a:schemeClr val="tx1"/>
              </a:solidFill>
              <a:cs typeface="Arial" panose="020B0604020202020204" pitchFamily="34" charset="0"/>
            </a:endParaRPr>
          </a:p>
        </p:txBody>
      </p:sp>
      <p:pic>
        <p:nvPicPr>
          <p:cNvPr id="20484" name="Picture 6">
            <a:extLst>
              <a:ext uri="{FF2B5EF4-FFF2-40B4-BE49-F238E27FC236}">
                <a16:creationId xmlns:a16="http://schemas.microsoft.com/office/drawing/2014/main" id="{D850F961-7B61-EE37-2C41-202F54E4DE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688" y="306388"/>
            <a:ext cx="1703387"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FE41D-1E77-A5AD-28C9-0F9FBC9945E5}"/>
              </a:ext>
            </a:extLst>
          </p:cNvPr>
          <p:cNvSpPr>
            <a:spLocks noGrp="1"/>
          </p:cNvSpPr>
          <p:nvPr>
            <p:ph type="title"/>
          </p:nvPr>
        </p:nvSpPr>
        <p:spPr/>
        <p:txBody>
          <a:bodyPr/>
          <a:lstStyle/>
          <a:p>
            <a:pPr>
              <a:defRPr/>
            </a:pPr>
            <a:r>
              <a:rPr lang="en-US" altLang="zh-CN" dirty="0"/>
              <a:t>Security Appliances</a:t>
            </a:r>
            <a:endParaRPr lang="zh-CN" altLang="en-US" dirty="0"/>
          </a:p>
        </p:txBody>
      </p:sp>
      <p:sp>
        <p:nvSpPr>
          <p:cNvPr id="22531" name="Text Placeholder 2">
            <a:extLst>
              <a:ext uri="{FF2B5EF4-FFF2-40B4-BE49-F238E27FC236}">
                <a16:creationId xmlns:a16="http://schemas.microsoft.com/office/drawing/2014/main" id="{19C50481-C6E9-8885-C6D8-CF5D1109CA54}"/>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Security can be achieved through </a:t>
            </a:r>
            <a:r>
              <a:rPr lang="en-US" altLang="zh-CN">
                <a:solidFill>
                  <a:srgbClr val="C00000"/>
                </a:solidFill>
              </a:rPr>
              <a:t>appliances</a:t>
            </a:r>
            <a:r>
              <a:rPr lang="en-US" altLang="zh-CN"/>
              <a:t> that directly address security and by using the security features in standard networking devices</a:t>
            </a:r>
          </a:p>
          <a:p>
            <a:pPr>
              <a:buFont typeface="Arial" panose="020B0604020202020204" pitchFamily="34" charset="0"/>
              <a:buChar char="•"/>
            </a:pPr>
            <a:r>
              <a:rPr lang="en-US" altLang="zh-CN"/>
              <a:t>Using both standard networking devices and security appliances can result in a </a:t>
            </a:r>
            <a:r>
              <a:rPr lang="en-US" altLang="zh-CN">
                <a:solidFill>
                  <a:srgbClr val="C00000"/>
                </a:solidFill>
              </a:rPr>
              <a:t>layered security approach</a:t>
            </a:r>
          </a:p>
          <a:p>
            <a:pPr>
              <a:buFont typeface="Arial" panose="020B0604020202020204" pitchFamily="34" charset="0"/>
              <a:buChar char="•"/>
            </a:pPr>
            <a:r>
              <a:rPr lang="en-US" altLang="zh-CN"/>
              <a:t>Appliances include:</a:t>
            </a:r>
          </a:p>
          <a:p>
            <a:pPr lvl="1">
              <a:buFont typeface="Arial" panose="020B0604020202020204" pitchFamily="34" charset="0"/>
              <a:buChar char="•"/>
            </a:pPr>
            <a:r>
              <a:rPr lang="en-US" altLang="zh-CN"/>
              <a:t>Firewalls</a:t>
            </a:r>
          </a:p>
          <a:p>
            <a:pPr lvl="1">
              <a:buFont typeface="Arial" panose="020B0604020202020204" pitchFamily="34" charset="0"/>
              <a:buChar char="•"/>
            </a:pPr>
            <a:r>
              <a:rPr lang="en-US" altLang="zh-CN"/>
              <a:t>Proxy servers</a:t>
            </a:r>
          </a:p>
          <a:p>
            <a:pPr lvl="1">
              <a:buFont typeface="Arial" panose="020B0604020202020204" pitchFamily="34" charset="0"/>
              <a:buChar char="•"/>
            </a:pPr>
            <a:r>
              <a:rPr lang="en-US" altLang="zh-CN"/>
              <a:t>Deception instruments</a:t>
            </a:r>
          </a:p>
          <a:p>
            <a:pPr lvl="1">
              <a:buFont typeface="Arial" panose="020B0604020202020204" pitchFamily="34" charset="0"/>
              <a:buChar char="•"/>
            </a:pPr>
            <a:r>
              <a:rPr lang="en-US" altLang="zh-CN"/>
              <a:t>Intrusion detection and prevention systems</a:t>
            </a:r>
          </a:p>
          <a:p>
            <a:pPr lvl="1">
              <a:buFont typeface="Arial" panose="020B0604020202020204" pitchFamily="34" charset="0"/>
              <a:buChar char="•"/>
            </a:pPr>
            <a:r>
              <a:rPr lang="en-US" altLang="zh-CN"/>
              <a:t>Network hardware security models</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C095-066D-4F73-8899-CEB645C1BE6C}"/>
              </a:ext>
            </a:extLst>
          </p:cNvPr>
          <p:cNvSpPr>
            <a:spLocks noGrp="1"/>
          </p:cNvSpPr>
          <p:nvPr>
            <p:ph type="title"/>
          </p:nvPr>
        </p:nvSpPr>
        <p:spPr/>
        <p:txBody>
          <a:bodyPr/>
          <a:lstStyle/>
          <a:p>
            <a:pPr>
              <a:defRPr/>
            </a:pPr>
            <a:r>
              <a:rPr lang="en-US" altLang="zh-CN" dirty="0"/>
              <a:t>Firewalls</a:t>
            </a:r>
            <a:endParaRPr lang="zh-CN" altLang="en-US" dirty="0"/>
          </a:p>
        </p:txBody>
      </p:sp>
      <p:sp>
        <p:nvSpPr>
          <p:cNvPr id="23555" name="Text Placeholder 2">
            <a:extLst>
              <a:ext uri="{FF2B5EF4-FFF2-40B4-BE49-F238E27FC236}">
                <a16:creationId xmlns:a16="http://schemas.microsoft.com/office/drawing/2014/main" id="{4267A17D-7B12-4CF0-F279-AFB74F733533}"/>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Different types of firewalls and specialized firewall appliances </a:t>
            </a:r>
          </a:p>
          <a:p>
            <a:pPr>
              <a:buFont typeface="Arial" panose="020B0604020202020204" pitchFamily="34" charset="0"/>
              <a:buChar char="•"/>
            </a:pPr>
            <a:r>
              <a:rPr lang="en-US" altLang="zh-CN"/>
              <a:t>Firewall Functions</a:t>
            </a:r>
          </a:p>
          <a:p>
            <a:pPr lvl="1">
              <a:buFont typeface="Arial" panose="020B0604020202020204" pitchFamily="34" charset="0"/>
              <a:buChar char="•"/>
            </a:pPr>
            <a:r>
              <a:rPr lang="en-US" altLang="zh-CN"/>
              <a:t>A firewall uses </a:t>
            </a:r>
            <a:r>
              <a:rPr lang="en-US" altLang="zh-CN">
                <a:solidFill>
                  <a:srgbClr val="C00000"/>
                </a:solidFill>
              </a:rPr>
              <a:t>bidirectional inspection </a:t>
            </a:r>
            <a:r>
              <a:rPr lang="en-US" altLang="zh-CN"/>
              <a:t>to examine </a:t>
            </a:r>
            <a:r>
              <a:rPr lang="en-US" altLang="zh-CN">
                <a:solidFill>
                  <a:srgbClr val="C00000"/>
                </a:solidFill>
              </a:rPr>
              <a:t>outgoing</a:t>
            </a:r>
            <a:r>
              <a:rPr lang="en-US" altLang="zh-CN"/>
              <a:t> and </a:t>
            </a:r>
            <a:r>
              <a:rPr lang="en-US" altLang="zh-CN">
                <a:solidFill>
                  <a:srgbClr val="C00000"/>
                </a:solidFill>
              </a:rPr>
              <a:t>incoming</a:t>
            </a:r>
            <a:r>
              <a:rPr lang="en-US" altLang="zh-CN"/>
              <a:t> packets</a:t>
            </a:r>
          </a:p>
          <a:p>
            <a:pPr lvl="1">
              <a:buFont typeface="Arial" panose="020B0604020202020204" pitchFamily="34" charset="0"/>
              <a:buChar char="•"/>
            </a:pPr>
            <a:r>
              <a:rPr lang="en-US" altLang="zh-CN"/>
              <a:t>The actions are based on specific criteria or rules (called </a:t>
            </a:r>
            <a:r>
              <a:rPr lang="en-US" altLang="zh-CN" i="1">
                <a:solidFill>
                  <a:srgbClr val="C00000"/>
                </a:solidFill>
              </a:rPr>
              <a:t>rule-based firewalls</a:t>
            </a:r>
            <a:r>
              <a:rPr lang="en-US" altLang="zh-CN"/>
              <a:t>)</a:t>
            </a:r>
          </a:p>
          <a:p>
            <a:pPr lvl="1">
              <a:buFont typeface="Arial" panose="020B0604020202020204" pitchFamily="34" charset="0"/>
              <a:buChar char="•"/>
            </a:pPr>
            <a:r>
              <a:rPr lang="en-US" altLang="zh-CN"/>
              <a:t>A more flexible type of firewall is a </a:t>
            </a:r>
            <a:r>
              <a:rPr lang="en-US" altLang="zh-CN" i="1">
                <a:solidFill>
                  <a:srgbClr val="C00000"/>
                </a:solidFill>
              </a:rPr>
              <a:t>policy-based firewall </a:t>
            </a:r>
            <a:r>
              <a:rPr lang="en-US" altLang="zh-CN"/>
              <a:t>which allows more generic statements instead of specific rules</a:t>
            </a:r>
          </a:p>
          <a:p>
            <a:pPr lvl="1">
              <a:buFont typeface="Arial" panose="020B0604020202020204" pitchFamily="34" charset="0"/>
              <a:buChar char="•"/>
            </a:pPr>
            <a:r>
              <a:rPr lang="en-US" altLang="zh-CN"/>
              <a:t>Firewalls can also apply </a:t>
            </a:r>
            <a:r>
              <a:rPr lang="en-US" altLang="zh-CN">
                <a:solidFill>
                  <a:srgbClr val="C00000"/>
                </a:solidFill>
              </a:rPr>
              <a:t>content/URL filtering</a:t>
            </a:r>
            <a:endParaRPr lang="zh-CN" altLang="en-US">
              <a:solidFill>
                <a:srgbClr val="C00000"/>
              </a:solidFill>
            </a:endParaRPr>
          </a:p>
        </p:txBody>
      </p:sp>
      <p:pic>
        <p:nvPicPr>
          <p:cNvPr id="23556" name="Picture 4">
            <a:extLst>
              <a:ext uri="{FF2B5EF4-FFF2-40B4-BE49-F238E27FC236}">
                <a16:creationId xmlns:a16="http://schemas.microsoft.com/office/drawing/2014/main" id="{B01925AB-82F6-BE07-4C18-D453104318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6250" y="4062413"/>
            <a:ext cx="3619500"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TextBox 6">
            <a:extLst>
              <a:ext uri="{FF2B5EF4-FFF2-40B4-BE49-F238E27FC236}">
                <a16:creationId xmlns:a16="http://schemas.microsoft.com/office/drawing/2014/main" id="{66958A46-8290-0F3F-3CA6-71C948F235CB}"/>
              </a:ext>
            </a:extLst>
          </p:cNvPr>
          <p:cNvSpPr txBox="1">
            <a:spLocks noChangeArrowheads="1"/>
          </p:cNvSpPr>
          <p:nvPr/>
        </p:nvSpPr>
        <p:spPr bwMode="auto">
          <a:xfrm>
            <a:off x="5446713" y="5921375"/>
            <a:ext cx="12985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zh-CN" sz="1800">
                <a:solidFill>
                  <a:srgbClr val="C00000"/>
                </a:solidFill>
              </a:rPr>
              <a:t>Firewall</a:t>
            </a:r>
            <a:endParaRPr lang="en-US" alt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91263-6ABF-C5F8-1CDC-D13E4288CF95}"/>
              </a:ext>
            </a:extLst>
          </p:cNvPr>
          <p:cNvSpPr>
            <a:spLocks noGrp="1"/>
          </p:cNvSpPr>
          <p:nvPr>
            <p:ph type="title"/>
          </p:nvPr>
        </p:nvSpPr>
        <p:spPr/>
        <p:txBody>
          <a:bodyPr/>
          <a:lstStyle/>
          <a:p>
            <a:pPr>
              <a:defRPr/>
            </a:pPr>
            <a:r>
              <a:rPr lang="en-US" altLang="zh-CN" dirty="0"/>
              <a:t>Firewalls</a:t>
            </a:r>
            <a:endParaRPr lang="zh-CN" altLang="en-US" dirty="0"/>
          </a:p>
        </p:txBody>
      </p:sp>
      <p:pic>
        <p:nvPicPr>
          <p:cNvPr id="24579" name="Picture Placeholder 4" descr="Screenshot of the Parental Control page in the Bull Guard antivirus software. The parental control feature is essentially a firewall that can be configured for content and U R L filtering. With parental control, a profile can be created for a user and a whitelists and blacklists of specific U R Ls can be created based on the content category of webpages. In Bull Guard's Parental Control page, the filter allows selection of age of the user and filters can be configured based on webpage categories such as Adult or Sexual, Controversial, Communication or Media, and Shopping and Entertainment. All these categories have various sub categories listed which can be selected or left out.">
            <a:extLst>
              <a:ext uri="{FF2B5EF4-FFF2-40B4-BE49-F238E27FC236}">
                <a16:creationId xmlns:a16="http://schemas.microsoft.com/office/drawing/2014/main" id="{D474B224-D056-DB2D-036C-6ECA2C891A59}"/>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708025" y="1619250"/>
            <a:ext cx="6205538" cy="4048125"/>
          </a:xfrm>
        </p:spPr>
      </p:pic>
      <p:sp>
        <p:nvSpPr>
          <p:cNvPr id="24580" name="Text Placeholder 3">
            <a:extLst>
              <a:ext uri="{FF2B5EF4-FFF2-40B4-BE49-F238E27FC236}">
                <a16:creationId xmlns:a16="http://schemas.microsoft.com/office/drawing/2014/main" id="{2CADE637-0145-83FA-38AC-F9CD08913742}"/>
              </a:ext>
            </a:extLst>
          </p:cNvPr>
          <p:cNvSpPr>
            <a:spLocks noGrp="1"/>
          </p:cNvSpPr>
          <p:nvPr>
            <p:ph type="body" sz="quarter" idx="11"/>
          </p:nvPr>
        </p:nvSpPr>
        <p:spPr>
          <a:xfrm>
            <a:off x="7146925" y="5337175"/>
            <a:ext cx="3976688" cy="330200"/>
          </a:xfrm>
        </p:spPr>
        <p:txBody>
          <a:bodyPr/>
          <a:lstStyle/>
          <a:p>
            <a:r>
              <a:rPr lang="en-US" altLang="zh-CN"/>
              <a:t>Figure 9-1 Content/URL filtering</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20D49-D592-365A-6E3F-C531A060C10C}"/>
              </a:ext>
            </a:extLst>
          </p:cNvPr>
          <p:cNvSpPr>
            <a:spLocks noGrp="1"/>
          </p:cNvSpPr>
          <p:nvPr>
            <p:ph type="title"/>
          </p:nvPr>
        </p:nvSpPr>
        <p:spPr/>
        <p:txBody>
          <a:bodyPr/>
          <a:lstStyle/>
          <a:p>
            <a:pPr>
              <a:defRPr/>
            </a:pPr>
            <a:r>
              <a:rPr lang="en-US" altLang="zh-CN" dirty="0"/>
              <a:t>Firewalls</a:t>
            </a:r>
            <a:endParaRPr lang="zh-CN" altLang="en-US" dirty="0"/>
          </a:p>
        </p:txBody>
      </p:sp>
      <p:sp>
        <p:nvSpPr>
          <p:cNvPr id="25603" name="Text Placeholder 2">
            <a:extLst>
              <a:ext uri="{FF2B5EF4-FFF2-40B4-BE49-F238E27FC236}">
                <a16:creationId xmlns:a16="http://schemas.microsoft.com/office/drawing/2014/main" id="{5BDC5866-6D01-BD12-CF6F-8F5B72115EB5}"/>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Firewall Categories</a:t>
            </a:r>
          </a:p>
          <a:p>
            <a:pPr lvl="1">
              <a:buFont typeface="Arial" panose="020B0604020202020204" pitchFamily="34" charset="0"/>
              <a:buChar char="•"/>
            </a:pPr>
            <a:r>
              <a:rPr lang="en-US" altLang="zh-CN" i="1"/>
              <a:t>Stateful vs. stateless</a:t>
            </a:r>
          </a:p>
          <a:p>
            <a:pPr lvl="1">
              <a:buFont typeface="Arial" panose="020B0604020202020204" pitchFamily="34" charset="0"/>
              <a:buChar char="•"/>
            </a:pPr>
            <a:r>
              <a:rPr lang="en-US" altLang="zh-CN" i="1"/>
              <a:t>Open source vs. proprietary</a:t>
            </a:r>
          </a:p>
          <a:p>
            <a:pPr lvl="1">
              <a:buFont typeface="Arial" panose="020B0604020202020204" pitchFamily="34" charset="0"/>
              <a:buChar char="•"/>
            </a:pPr>
            <a:r>
              <a:rPr lang="en-US" altLang="zh-CN" i="1"/>
              <a:t>Hardware vs. software</a:t>
            </a:r>
          </a:p>
          <a:p>
            <a:pPr lvl="1">
              <a:buFont typeface="Arial" panose="020B0604020202020204" pitchFamily="34" charset="0"/>
              <a:buChar char="•"/>
            </a:pPr>
            <a:r>
              <a:rPr lang="en-US" altLang="zh-CN" i="1"/>
              <a:t>Host vs. appliance vs. virtual </a:t>
            </a:r>
            <a:endParaRPr lang="zh-CN" altLang="en-US" i="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4E2F-F36D-A946-4FB3-33EB29771606}"/>
              </a:ext>
            </a:extLst>
          </p:cNvPr>
          <p:cNvSpPr>
            <a:spLocks noGrp="1"/>
          </p:cNvSpPr>
          <p:nvPr>
            <p:ph type="title"/>
          </p:nvPr>
        </p:nvSpPr>
        <p:spPr/>
        <p:txBody>
          <a:bodyPr/>
          <a:lstStyle/>
          <a:p>
            <a:pPr>
              <a:defRPr/>
            </a:pPr>
            <a:r>
              <a:rPr lang="en-US" altLang="zh-CN" dirty="0"/>
              <a:t>Firewalls</a:t>
            </a:r>
            <a:endParaRPr lang="zh-CN" altLang="en-US" dirty="0"/>
          </a:p>
        </p:txBody>
      </p:sp>
      <p:pic>
        <p:nvPicPr>
          <p:cNvPr id="26627" name="Picture Placeholder 4" descr="Screenshot of the host based Windows Defender Firewall available in the Windows 10 operating system. The status of connection to private networks and guest or public networks are listed and the status of the firewall is listed as being on.">
            <a:extLst>
              <a:ext uri="{FF2B5EF4-FFF2-40B4-BE49-F238E27FC236}">
                <a16:creationId xmlns:a16="http://schemas.microsoft.com/office/drawing/2014/main" id="{A2EE4A1D-4B18-1307-1DEA-9EE84B7C2F8A}"/>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1782763" y="1766888"/>
            <a:ext cx="3929062" cy="3514725"/>
          </a:xfrm>
        </p:spPr>
      </p:pic>
      <p:sp>
        <p:nvSpPr>
          <p:cNvPr id="26628" name="Text Placeholder 3">
            <a:extLst>
              <a:ext uri="{FF2B5EF4-FFF2-40B4-BE49-F238E27FC236}">
                <a16:creationId xmlns:a16="http://schemas.microsoft.com/office/drawing/2014/main" id="{1B6EB4F8-FCFD-7DCE-AFFB-928500AEA65A}"/>
              </a:ext>
            </a:extLst>
          </p:cNvPr>
          <p:cNvSpPr>
            <a:spLocks noGrp="1"/>
          </p:cNvSpPr>
          <p:nvPr>
            <p:ph type="body" sz="quarter" idx="11"/>
          </p:nvPr>
        </p:nvSpPr>
        <p:spPr>
          <a:xfrm>
            <a:off x="6731000" y="4684713"/>
            <a:ext cx="3976688" cy="596900"/>
          </a:xfrm>
        </p:spPr>
        <p:txBody>
          <a:bodyPr/>
          <a:lstStyle/>
          <a:p>
            <a:r>
              <a:rPr lang="en-US" altLang="zh-CN"/>
              <a:t>Figure 9-3 Windows host-based firewall</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EE806-831F-C616-42F0-294D7DAC0583}"/>
              </a:ext>
            </a:extLst>
          </p:cNvPr>
          <p:cNvSpPr>
            <a:spLocks noGrp="1"/>
          </p:cNvSpPr>
          <p:nvPr>
            <p:ph type="title"/>
          </p:nvPr>
        </p:nvSpPr>
        <p:spPr/>
        <p:txBody>
          <a:bodyPr/>
          <a:lstStyle/>
          <a:p>
            <a:pPr>
              <a:defRPr/>
            </a:pPr>
            <a:r>
              <a:rPr lang="en-US" altLang="zh-CN" dirty="0"/>
              <a:t>Firewalls</a:t>
            </a:r>
            <a:endParaRPr lang="zh-CN" altLang="en-US" dirty="0"/>
          </a:p>
        </p:txBody>
      </p:sp>
      <p:sp>
        <p:nvSpPr>
          <p:cNvPr id="27651" name="Text Placeholder 3">
            <a:extLst>
              <a:ext uri="{FF2B5EF4-FFF2-40B4-BE49-F238E27FC236}">
                <a16:creationId xmlns:a16="http://schemas.microsoft.com/office/drawing/2014/main" id="{FF346F75-295C-11FD-1A57-208B1723478C}"/>
              </a:ext>
            </a:extLst>
          </p:cNvPr>
          <p:cNvSpPr>
            <a:spLocks noGrp="1"/>
          </p:cNvSpPr>
          <p:nvPr>
            <p:ph type="body" sz="quarter" idx="11"/>
          </p:nvPr>
        </p:nvSpPr>
        <p:spPr>
          <a:xfrm>
            <a:off x="6824663" y="4926013"/>
            <a:ext cx="3976687" cy="355600"/>
          </a:xfrm>
        </p:spPr>
        <p:txBody>
          <a:bodyPr/>
          <a:lstStyle/>
          <a:p>
            <a:r>
              <a:rPr lang="en-US" altLang="zh-CN"/>
              <a:t>Figure 9-4 Appliance firewall</a:t>
            </a:r>
            <a:endParaRPr lang="zh-CN" altLang="en-US"/>
          </a:p>
        </p:txBody>
      </p:sp>
      <p:pic>
        <p:nvPicPr>
          <p:cNvPr id="27652" name="Picture Placeholder 5" descr="A network diagram shows an appliance firewall installed in an enterprise network. The Internal network has a web server and an email server that is connected to a switch. Connected to another switch is a database server and an application server. Both of the switches are connected to a firewall. This is an appliance firewall that is connected to a router which further connects to the Internet.">
            <a:extLst>
              <a:ext uri="{FF2B5EF4-FFF2-40B4-BE49-F238E27FC236}">
                <a16:creationId xmlns:a16="http://schemas.microsoft.com/office/drawing/2014/main" id="{15DBFA89-ECBA-709D-A748-4D6BB668131E}"/>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838200" y="2111375"/>
            <a:ext cx="5603875" cy="3170238"/>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9B2A8-5908-883F-2534-598B1E1A90A9}"/>
              </a:ext>
            </a:extLst>
          </p:cNvPr>
          <p:cNvSpPr>
            <a:spLocks noGrp="1"/>
          </p:cNvSpPr>
          <p:nvPr>
            <p:ph type="title"/>
          </p:nvPr>
        </p:nvSpPr>
        <p:spPr/>
        <p:txBody>
          <a:bodyPr/>
          <a:lstStyle/>
          <a:p>
            <a:pPr>
              <a:defRPr/>
            </a:pPr>
            <a:r>
              <a:rPr lang="en-US" altLang="zh-CN" dirty="0"/>
              <a:t>Firewalls</a:t>
            </a:r>
            <a:endParaRPr lang="zh-CN" altLang="en-US" dirty="0"/>
          </a:p>
        </p:txBody>
      </p:sp>
      <p:sp>
        <p:nvSpPr>
          <p:cNvPr id="28675" name="Text Placeholder 2">
            <a:extLst>
              <a:ext uri="{FF2B5EF4-FFF2-40B4-BE49-F238E27FC236}">
                <a16:creationId xmlns:a16="http://schemas.microsoft.com/office/drawing/2014/main" id="{4721A447-DAE1-D4E3-521A-F0285499FBA3}"/>
              </a:ext>
            </a:extLst>
          </p:cNvPr>
          <p:cNvSpPr>
            <a:spLocks noGrp="1"/>
          </p:cNvSpPr>
          <p:nvPr>
            <p:ph type="body" sz="quarter" idx="17"/>
          </p:nvPr>
        </p:nvSpPr>
        <p:spPr>
          <a:xfrm>
            <a:off x="742950" y="1638300"/>
            <a:ext cx="5456238" cy="4394200"/>
          </a:xfrm>
        </p:spPr>
        <p:txBody>
          <a:bodyPr/>
          <a:lstStyle/>
          <a:p>
            <a:pPr>
              <a:buFont typeface="Arial" panose="020B0604020202020204" pitchFamily="34" charset="0"/>
              <a:buChar char="•"/>
            </a:pPr>
            <a:r>
              <a:rPr lang="en-US" altLang="zh-CN"/>
              <a:t>Specialized Firewall Appliances </a:t>
            </a:r>
          </a:p>
          <a:p>
            <a:pPr lvl="1">
              <a:buFont typeface="Arial" panose="020B0604020202020204" pitchFamily="34" charset="0"/>
              <a:buChar char="•"/>
            </a:pPr>
            <a:r>
              <a:rPr lang="en-US" altLang="zh-CN" i="1"/>
              <a:t>Web application firewall</a:t>
            </a:r>
          </a:p>
          <a:p>
            <a:pPr lvl="1">
              <a:buFont typeface="Arial" panose="020B0604020202020204" pitchFamily="34" charset="0"/>
              <a:buChar char="•"/>
            </a:pPr>
            <a:r>
              <a:rPr lang="en-US" altLang="zh-CN" i="1"/>
              <a:t>Network address translation gateway</a:t>
            </a:r>
          </a:p>
          <a:p>
            <a:pPr lvl="2">
              <a:buFont typeface="Arial" panose="020B0604020202020204" pitchFamily="34" charset="0"/>
              <a:buChar char="•"/>
            </a:pPr>
            <a:r>
              <a:rPr lang="en-US" altLang="zh-CN"/>
              <a:t>Network address translation (NAT) is a technique that allows private IP addresses to be used on the public internet</a:t>
            </a:r>
          </a:p>
          <a:p>
            <a:pPr lvl="2">
              <a:buFont typeface="Arial" panose="020B0604020202020204" pitchFamily="34" charset="0"/>
              <a:buChar char="•"/>
            </a:pPr>
            <a:endParaRPr lang="zh-CN" altLang="en-US"/>
          </a:p>
        </p:txBody>
      </p:sp>
      <p:pic>
        <p:nvPicPr>
          <p:cNvPr id="28676" name="Picture 2" descr="How does a WAF work? | Indusface Blog">
            <a:extLst>
              <a:ext uri="{FF2B5EF4-FFF2-40B4-BE49-F238E27FC236}">
                <a16:creationId xmlns:a16="http://schemas.microsoft.com/office/drawing/2014/main" id="{D3065C04-E329-8D65-4255-71D3042EC0DE}"/>
              </a:ext>
            </a:extLst>
          </p:cNvPr>
          <p:cNvPicPr>
            <a:picLocks noChangeAspect="1" noChangeArrowheads="1"/>
          </p:cNvPicPr>
          <p:nvPr/>
        </p:nvPicPr>
        <p:blipFill>
          <a:blip r:embed="rId2">
            <a:clrChange>
              <a:clrFrom>
                <a:srgbClr val="D9FFFF"/>
              </a:clrFrom>
              <a:clrTo>
                <a:srgbClr val="D9FFFF">
                  <a:alpha val="0"/>
                </a:srgbClr>
              </a:clrTo>
            </a:clrChange>
            <a:extLst>
              <a:ext uri="{28A0092B-C50C-407E-A947-70E740481C1C}">
                <a14:useLocalDpi xmlns:a14="http://schemas.microsoft.com/office/drawing/2010/main" val="0"/>
              </a:ext>
            </a:extLst>
          </a:blip>
          <a:srcRect/>
          <a:stretch>
            <a:fillRect/>
          </a:stretch>
        </p:blipFill>
        <p:spPr bwMode="auto">
          <a:xfrm>
            <a:off x="6626225" y="1028700"/>
            <a:ext cx="5356225" cy="201295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8677" name="Picture 4" descr="What Is NAT and What Are the Benefits of NAT Firewalls? | FS Community">
            <a:extLst>
              <a:ext uri="{FF2B5EF4-FFF2-40B4-BE49-F238E27FC236}">
                <a16:creationId xmlns:a16="http://schemas.microsoft.com/office/drawing/2014/main" id="{98697EBA-DBF6-02E5-AF84-32EAF60FF432}"/>
              </a:ext>
            </a:extLst>
          </p:cNvPr>
          <p:cNvPicPr>
            <a:picLocks noChangeAspect="1" noChangeArrowheads="1"/>
          </p:cNvPicPr>
          <p:nvPr/>
        </p:nvPicPr>
        <p:blipFill>
          <a:blip r:embed="rId3">
            <a:clrChange>
              <a:clrFrom>
                <a:srgbClr val="FBFBFB"/>
              </a:clrFrom>
              <a:clrTo>
                <a:srgbClr val="FBFBFB">
                  <a:alpha val="0"/>
                </a:srgbClr>
              </a:clrTo>
            </a:clrChange>
            <a:extLst>
              <a:ext uri="{28A0092B-C50C-407E-A947-70E740481C1C}">
                <a14:useLocalDpi xmlns:a14="http://schemas.microsoft.com/office/drawing/2010/main" val="0"/>
              </a:ext>
            </a:extLst>
          </a:blip>
          <a:srcRect/>
          <a:stretch>
            <a:fillRect/>
          </a:stretch>
        </p:blipFill>
        <p:spPr bwMode="auto">
          <a:xfrm>
            <a:off x="6626225" y="3429000"/>
            <a:ext cx="5356225" cy="281146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851C2-31A0-1FCD-B66F-162F12D9A9AD}"/>
              </a:ext>
            </a:extLst>
          </p:cNvPr>
          <p:cNvSpPr>
            <a:spLocks noGrp="1"/>
          </p:cNvSpPr>
          <p:nvPr>
            <p:ph type="title"/>
          </p:nvPr>
        </p:nvSpPr>
        <p:spPr/>
        <p:txBody>
          <a:bodyPr/>
          <a:lstStyle/>
          <a:p>
            <a:pPr>
              <a:defRPr/>
            </a:pPr>
            <a:r>
              <a:rPr lang="en-US" altLang="zh-CN" dirty="0"/>
              <a:t>Firewalls</a:t>
            </a:r>
            <a:endParaRPr lang="zh-CN" altLang="en-US" dirty="0"/>
          </a:p>
        </p:txBody>
      </p:sp>
      <p:sp>
        <p:nvSpPr>
          <p:cNvPr id="29699" name="Text Placeholder 2">
            <a:extLst>
              <a:ext uri="{FF2B5EF4-FFF2-40B4-BE49-F238E27FC236}">
                <a16:creationId xmlns:a16="http://schemas.microsoft.com/office/drawing/2014/main" id="{E433C8E7-64BE-8B46-AD27-9CFA2883D075}"/>
              </a:ext>
            </a:extLst>
          </p:cNvPr>
          <p:cNvSpPr>
            <a:spLocks noGrp="1"/>
          </p:cNvSpPr>
          <p:nvPr>
            <p:ph type="body" sz="quarter" idx="17"/>
          </p:nvPr>
        </p:nvSpPr>
        <p:spPr>
          <a:xfrm>
            <a:off x="742950" y="1638300"/>
            <a:ext cx="5456238" cy="4394200"/>
          </a:xfrm>
        </p:spPr>
        <p:txBody>
          <a:bodyPr/>
          <a:lstStyle/>
          <a:p>
            <a:pPr>
              <a:buFont typeface="Arial" panose="020B0604020202020204" pitchFamily="34" charset="0"/>
              <a:buChar char="•"/>
            </a:pPr>
            <a:r>
              <a:rPr lang="en-US" altLang="zh-CN"/>
              <a:t>Specialized Firewall Appliances </a:t>
            </a:r>
          </a:p>
          <a:p>
            <a:pPr lvl="1">
              <a:buFont typeface="Arial" panose="020B0604020202020204" pitchFamily="34" charset="0"/>
              <a:buChar char="•"/>
            </a:pPr>
            <a:r>
              <a:rPr lang="en-US" altLang="zh-CN" i="1"/>
              <a:t>Next generation firewall (NGFW)</a:t>
            </a:r>
          </a:p>
          <a:p>
            <a:pPr lvl="1">
              <a:buFont typeface="Arial" panose="020B0604020202020204" pitchFamily="34" charset="0"/>
              <a:buChar char="•"/>
            </a:pPr>
            <a:r>
              <a:rPr lang="en-US" altLang="zh-CN" i="1"/>
              <a:t>Unified threat management (UTM)</a:t>
            </a:r>
          </a:p>
          <a:p>
            <a:pPr lvl="2">
              <a:buFont typeface="Arial" panose="020B0604020202020204" pitchFamily="34" charset="0"/>
              <a:buChar char="•"/>
            </a:pPr>
            <a:r>
              <a:rPr lang="en-US" altLang="zh-CN"/>
              <a:t>UTM is a device that combines several security functions such as </a:t>
            </a:r>
            <a:r>
              <a:rPr lang="en-US" altLang="zh-CN">
                <a:solidFill>
                  <a:srgbClr val="C00000"/>
                </a:solidFill>
              </a:rPr>
              <a:t>packet filtering, antispam, antiphishing, antispyware, encryption, intrusion protection, and web filtering</a:t>
            </a:r>
          </a:p>
          <a:p>
            <a:pPr lvl="2">
              <a:buFont typeface="Arial" panose="020B0604020202020204" pitchFamily="34" charset="0"/>
              <a:buChar char="•"/>
            </a:pPr>
            <a:endParaRPr lang="zh-CN" altLang="en-US"/>
          </a:p>
        </p:txBody>
      </p:sp>
      <p:pic>
        <p:nvPicPr>
          <p:cNvPr id="29700" name="Picture 2" descr="What is Unified Threat Management? Quick Guide">
            <a:extLst>
              <a:ext uri="{FF2B5EF4-FFF2-40B4-BE49-F238E27FC236}">
                <a16:creationId xmlns:a16="http://schemas.microsoft.com/office/drawing/2014/main" id="{0D7D8125-CC68-989E-8404-4A0561F350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9188" y="1638300"/>
            <a:ext cx="5646737" cy="338772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2E732-E79D-A558-28B8-7EE01996A16E}"/>
              </a:ext>
            </a:extLst>
          </p:cNvPr>
          <p:cNvSpPr>
            <a:spLocks noGrp="1"/>
          </p:cNvSpPr>
          <p:nvPr>
            <p:ph type="title"/>
          </p:nvPr>
        </p:nvSpPr>
        <p:spPr/>
        <p:txBody>
          <a:bodyPr/>
          <a:lstStyle/>
          <a:p>
            <a:pPr>
              <a:defRPr/>
            </a:pPr>
            <a:r>
              <a:rPr lang="en-US" altLang="zh-CN" dirty="0"/>
              <a:t>Proxy Servers</a:t>
            </a:r>
            <a:endParaRPr lang="zh-CN" altLang="en-US" dirty="0"/>
          </a:p>
        </p:txBody>
      </p:sp>
      <p:sp>
        <p:nvSpPr>
          <p:cNvPr id="30723" name="Text Placeholder 2">
            <a:extLst>
              <a:ext uri="{FF2B5EF4-FFF2-40B4-BE49-F238E27FC236}">
                <a16:creationId xmlns:a16="http://schemas.microsoft.com/office/drawing/2014/main" id="{F97DD2F1-AC87-4B1F-4C1B-ADC009EA1FBF}"/>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Proxies are devices that act as substitutes on behalf of the primary device</a:t>
            </a:r>
          </a:p>
          <a:p>
            <a:pPr>
              <a:buFont typeface="Arial" panose="020B0604020202020204" pitchFamily="34" charset="0"/>
              <a:buChar char="•"/>
            </a:pPr>
            <a:r>
              <a:rPr lang="en-US" altLang="zh-CN"/>
              <a:t>A </a:t>
            </a:r>
            <a:r>
              <a:rPr lang="en-US" altLang="zh-CN" b="1"/>
              <a:t>forward proxy </a:t>
            </a:r>
            <a:r>
              <a:rPr lang="en-US" altLang="zh-CN"/>
              <a:t>is a computer or an application that intercepts user requests from the internal secure network and processes the requests on behalf of the user</a:t>
            </a:r>
          </a:p>
          <a:p>
            <a:pPr>
              <a:buFont typeface="Arial" panose="020B0604020202020204" pitchFamily="34" charset="0"/>
              <a:buChar char="•"/>
            </a:pPr>
            <a:r>
              <a:rPr lang="en-US" altLang="zh-CN"/>
              <a:t>A </a:t>
            </a:r>
            <a:r>
              <a:rPr lang="en-US" altLang="zh-CN" b="1"/>
              <a:t>reverse proxy </a:t>
            </a:r>
            <a:r>
              <a:rPr lang="en-US" altLang="zh-CN"/>
              <a:t>routes requests coming from an external network to the correct internal server</a:t>
            </a:r>
          </a:p>
          <a:p>
            <a:pPr>
              <a:buFont typeface="Arial" panose="020B0604020202020204" pitchFamily="34" charset="0"/>
              <a:buChar char="•"/>
            </a:pPr>
            <a:r>
              <a:rPr lang="en-US" altLang="zh-CN"/>
              <a:t>A proxy server can provide a degree of protection</a:t>
            </a:r>
          </a:p>
          <a:p>
            <a:pPr lvl="1">
              <a:buFont typeface="Arial" panose="020B0604020202020204" pitchFamily="34" charset="0"/>
              <a:buChar char="•"/>
            </a:pPr>
            <a:r>
              <a:rPr lang="en-US" altLang="zh-CN"/>
              <a:t>It can </a:t>
            </a:r>
            <a:r>
              <a:rPr lang="en-US" altLang="zh-CN">
                <a:solidFill>
                  <a:srgbClr val="C00000"/>
                </a:solidFill>
              </a:rPr>
              <a:t>look for malware by intercepting </a:t>
            </a:r>
            <a:r>
              <a:rPr lang="en-US" altLang="zh-CN"/>
              <a:t>it before it reaches the internal endpoint</a:t>
            </a:r>
          </a:p>
          <a:p>
            <a:pPr lvl="1">
              <a:buFont typeface="Arial" panose="020B0604020202020204" pitchFamily="34" charset="0"/>
              <a:buChar char="•"/>
            </a:pPr>
            <a:r>
              <a:rPr lang="en-US" altLang="zh-CN"/>
              <a:t>It can </a:t>
            </a:r>
            <a:r>
              <a:rPr lang="en-US" altLang="zh-CN">
                <a:solidFill>
                  <a:srgbClr val="C00000"/>
                </a:solidFill>
              </a:rPr>
              <a:t>hide the IP address of endpoints </a:t>
            </a:r>
            <a:r>
              <a:rPr lang="en-US" altLang="zh-CN"/>
              <a:t>inside the secure network so that only the proxy server’s IP address is used on the open Internet</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B98DF-05F0-B50E-3406-3FF3F0D7E2EB}"/>
              </a:ext>
            </a:extLst>
          </p:cNvPr>
          <p:cNvSpPr>
            <a:spLocks noGrp="1"/>
          </p:cNvSpPr>
          <p:nvPr>
            <p:ph type="title"/>
          </p:nvPr>
        </p:nvSpPr>
        <p:spPr/>
        <p:txBody>
          <a:bodyPr/>
          <a:lstStyle/>
          <a:p>
            <a:pPr>
              <a:defRPr/>
            </a:pPr>
            <a:r>
              <a:rPr lang="en-US" altLang="zh-CN" dirty="0"/>
              <a:t>Proxy Servers</a:t>
            </a:r>
            <a:endParaRPr lang="zh-CN" altLang="en-US" dirty="0"/>
          </a:p>
        </p:txBody>
      </p:sp>
      <p:pic>
        <p:nvPicPr>
          <p:cNvPr id="31747" name="Picture Placeholder 4" descr="A network diagram illustrates forward and reverse proxy servers. The network diagram shows a reverse proxy server named 1 2 3 dot org connected to three internal servers, web server 1, web server 2, and web server 3. The reverse proxy server is connected to the Internet. The source I P address of the reverse proxy server is 192 dot 146 dot 118 dot 254. A user on the Internet with a source I P address of 192 dot 146 dot 118 dot 20 makes a request to get a webpage from 1 2 3 dot org. The request goes to a forward proxy server which has the I P address 192 dot 146 dot 118 dot 254. The forward proxy server replaces the source I P address with its own I P. The request for the web page goes from the forward proxy server through the Internet to the reverse proxy server which routes the request to the correct server such as getting the webpage from web server 1. Only the reverse proxy has access to the internal servers. The requested webpage is then forwarded to the requesting user on the Internet.">
            <a:extLst>
              <a:ext uri="{FF2B5EF4-FFF2-40B4-BE49-F238E27FC236}">
                <a16:creationId xmlns:a16="http://schemas.microsoft.com/office/drawing/2014/main" id="{0B4EAEF8-0AC6-3B7F-1CA3-1CB5905C9311}"/>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1876425" y="1884363"/>
            <a:ext cx="8882063" cy="4273550"/>
          </a:xfrm>
          <a:ln>
            <a:solidFill>
              <a:schemeClr val="accent1"/>
            </a:solid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7A19E-923C-7D11-27F8-2176792547DC}"/>
              </a:ext>
            </a:extLst>
          </p:cNvPr>
          <p:cNvSpPr>
            <a:spLocks noGrp="1"/>
          </p:cNvSpPr>
          <p:nvPr>
            <p:ph type="title"/>
          </p:nvPr>
        </p:nvSpPr>
        <p:spPr/>
        <p:txBody>
          <a:bodyPr/>
          <a:lstStyle/>
          <a:p>
            <a:pPr>
              <a:defRPr/>
            </a:pPr>
            <a:r>
              <a:rPr lang="en-US" altLang="zh-CN" dirty="0"/>
              <a:t>Deception Instruments</a:t>
            </a:r>
            <a:endParaRPr lang="zh-CN" altLang="en-US" dirty="0"/>
          </a:p>
        </p:txBody>
      </p:sp>
      <p:sp>
        <p:nvSpPr>
          <p:cNvPr id="32771" name="Text Placeholder 2">
            <a:extLst>
              <a:ext uri="{FF2B5EF4-FFF2-40B4-BE49-F238E27FC236}">
                <a16:creationId xmlns:a16="http://schemas.microsoft.com/office/drawing/2014/main" id="{4629CB48-C089-608F-4269-09C238FC8FBB}"/>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solidFill>
                  <a:srgbClr val="C00000"/>
                </a:solidFill>
              </a:rPr>
              <a:t>Deception</a:t>
            </a:r>
            <a:r>
              <a:rPr lang="en-US" altLang="zh-CN"/>
              <a:t> can be used as a </a:t>
            </a:r>
            <a:r>
              <a:rPr lang="en-US" altLang="zh-CN">
                <a:solidFill>
                  <a:srgbClr val="C00000"/>
                </a:solidFill>
              </a:rPr>
              <a:t>security defense</a:t>
            </a:r>
          </a:p>
          <a:p>
            <a:pPr lvl="1">
              <a:buFont typeface="Arial" panose="020B0604020202020204" pitchFamily="34" charset="0"/>
              <a:buChar char="•"/>
            </a:pPr>
            <a:r>
              <a:rPr lang="en-US" altLang="zh-CN"/>
              <a:t>By directing threat actors away from a valuable asset to something that has little or no value</a:t>
            </a:r>
          </a:p>
          <a:p>
            <a:pPr>
              <a:buFont typeface="Arial" panose="020B0604020202020204" pitchFamily="34" charset="0"/>
              <a:buChar char="•"/>
            </a:pPr>
            <a:r>
              <a:rPr lang="en-US" altLang="zh-CN"/>
              <a:t>Network deception can involve creating and using </a:t>
            </a:r>
            <a:r>
              <a:rPr lang="en-US" altLang="zh-CN">
                <a:solidFill>
                  <a:srgbClr val="C00000"/>
                </a:solidFill>
              </a:rPr>
              <a:t>honeypots</a:t>
            </a:r>
            <a:r>
              <a:rPr lang="en-US" altLang="zh-CN"/>
              <a:t> and </a:t>
            </a:r>
            <a:r>
              <a:rPr lang="en-US" altLang="zh-CN">
                <a:solidFill>
                  <a:srgbClr val="C00000"/>
                </a:solidFill>
              </a:rPr>
              <a:t>sinkholes</a:t>
            </a:r>
          </a:p>
          <a:p>
            <a:pPr>
              <a:buFont typeface="Arial" panose="020B0604020202020204" pitchFamily="34" charset="0"/>
              <a:buChar char="•"/>
            </a:pPr>
            <a:r>
              <a:rPr lang="en-US" altLang="zh-CN"/>
              <a:t>Honeypots</a:t>
            </a:r>
          </a:p>
          <a:p>
            <a:pPr lvl="1">
              <a:buFont typeface="Arial" panose="020B0604020202020204" pitchFamily="34" charset="0"/>
              <a:buChar char="•"/>
            </a:pPr>
            <a:r>
              <a:rPr lang="en-US" altLang="zh-CN"/>
              <a:t>A </a:t>
            </a:r>
            <a:r>
              <a:rPr lang="en-US" altLang="zh-CN" b="1"/>
              <a:t>honeypot</a:t>
            </a:r>
            <a:r>
              <a:rPr lang="en-US" altLang="zh-CN"/>
              <a:t> is a computer located in an area with limited security that </a:t>
            </a:r>
            <a:r>
              <a:rPr lang="en-US" altLang="zh-CN">
                <a:solidFill>
                  <a:srgbClr val="C00000"/>
                </a:solidFill>
              </a:rPr>
              <a:t>serves as “bait” </a:t>
            </a:r>
            <a:r>
              <a:rPr lang="en-US" altLang="zh-CN"/>
              <a:t>to threat actors</a:t>
            </a:r>
          </a:p>
          <a:p>
            <a:pPr lvl="1">
              <a:buFont typeface="Arial" panose="020B0604020202020204" pitchFamily="34" charset="0"/>
              <a:buChar char="•"/>
            </a:pPr>
            <a:r>
              <a:rPr lang="en-US" altLang="zh-CN"/>
              <a:t>Two goals of using a honeypot:</a:t>
            </a:r>
          </a:p>
          <a:p>
            <a:pPr lvl="2">
              <a:buFont typeface="Arial" panose="020B0604020202020204" pitchFamily="34" charset="0"/>
              <a:buChar char="•"/>
            </a:pPr>
            <a:r>
              <a:rPr lang="en-US" altLang="zh-CN" i="1"/>
              <a:t>Deflect</a:t>
            </a:r>
          </a:p>
          <a:p>
            <a:pPr lvl="2">
              <a:buFont typeface="Arial" panose="020B0604020202020204" pitchFamily="34" charset="0"/>
              <a:buChar char="•"/>
            </a:pPr>
            <a:r>
              <a:rPr lang="en-US" altLang="zh-CN" i="1"/>
              <a:t>Discover</a:t>
            </a:r>
            <a:endParaRPr lang="zh-CN" altLang="en-US" i="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6FC9C-83CE-F797-A169-874B5E7CD1EC}"/>
              </a:ext>
            </a:extLst>
          </p:cNvPr>
          <p:cNvSpPr>
            <a:spLocks noGrp="1"/>
          </p:cNvSpPr>
          <p:nvPr>
            <p:ph type="title"/>
          </p:nvPr>
        </p:nvSpPr>
        <p:spPr/>
        <p:txBody>
          <a:bodyPr/>
          <a:lstStyle/>
          <a:p>
            <a:pPr>
              <a:defRPr/>
            </a:pPr>
            <a:r>
              <a:rPr lang="en-US" altLang="zh-CN" dirty="0"/>
              <a:t>Deception Instruments</a:t>
            </a:r>
            <a:endParaRPr lang="zh-CN" altLang="en-US" dirty="0"/>
          </a:p>
        </p:txBody>
      </p:sp>
      <p:pic>
        <p:nvPicPr>
          <p:cNvPr id="33795" name="Picture Placeholder 4" descr="Screenshot of a honeypot dashboard that lists information about attacks in different kinds of graphs such as pie charts, bar graphs, histograms, and line graphs. Attacks by country and operating systems used are also listed.">
            <a:extLst>
              <a:ext uri="{FF2B5EF4-FFF2-40B4-BE49-F238E27FC236}">
                <a16:creationId xmlns:a16="http://schemas.microsoft.com/office/drawing/2014/main" id="{29B908D5-7CC8-B341-0376-447421AEB1FE}"/>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838200" y="2160588"/>
            <a:ext cx="6099175" cy="3582987"/>
          </a:xfrm>
        </p:spPr>
      </p:pic>
      <p:sp>
        <p:nvSpPr>
          <p:cNvPr id="33796" name="Text Placeholder 3">
            <a:extLst>
              <a:ext uri="{FF2B5EF4-FFF2-40B4-BE49-F238E27FC236}">
                <a16:creationId xmlns:a16="http://schemas.microsoft.com/office/drawing/2014/main" id="{A6C878AD-56AE-92C4-3C7A-E3C7C58E7B27}"/>
              </a:ext>
            </a:extLst>
          </p:cNvPr>
          <p:cNvSpPr>
            <a:spLocks noGrp="1"/>
          </p:cNvSpPr>
          <p:nvPr>
            <p:ph type="body" sz="quarter" idx="11"/>
          </p:nvPr>
        </p:nvSpPr>
        <p:spPr>
          <a:xfrm>
            <a:off x="7177088" y="5218113"/>
            <a:ext cx="3976687" cy="320675"/>
          </a:xfrm>
        </p:spPr>
        <p:txBody>
          <a:bodyPr/>
          <a:lstStyle/>
          <a:p>
            <a:r>
              <a:rPr lang="en-US" altLang="zh-CN"/>
              <a:t>Figure 9-6 Honeypot dashboard</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E065E-B486-F76C-DEB2-4D8B9460E4F6}"/>
              </a:ext>
            </a:extLst>
          </p:cNvPr>
          <p:cNvSpPr>
            <a:spLocks noGrp="1"/>
          </p:cNvSpPr>
          <p:nvPr>
            <p:ph type="title"/>
          </p:nvPr>
        </p:nvSpPr>
        <p:spPr/>
        <p:txBody>
          <a:bodyPr/>
          <a:lstStyle/>
          <a:p>
            <a:pPr>
              <a:defRPr/>
            </a:pPr>
            <a:r>
              <a:rPr lang="en-US" altLang="zh-CN" dirty="0"/>
              <a:t>Deception Instruments</a:t>
            </a:r>
            <a:endParaRPr lang="zh-CN" altLang="en-US" dirty="0"/>
          </a:p>
        </p:txBody>
      </p:sp>
      <p:sp>
        <p:nvSpPr>
          <p:cNvPr id="34819" name="Text Placeholder 2">
            <a:extLst>
              <a:ext uri="{FF2B5EF4-FFF2-40B4-BE49-F238E27FC236}">
                <a16:creationId xmlns:a16="http://schemas.microsoft.com/office/drawing/2014/main" id="{1D29C820-ECAD-886E-1A8E-6351B1E3DE62}"/>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Sinkholes</a:t>
            </a:r>
          </a:p>
          <a:p>
            <a:pPr lvl="1">
              <a:buFont typeface="Arial" panose="020B0604020202020204" pitchFamily="34" charset="0"/>
              <a:buChar char="•"/>
            </a:pPr>
            <a:r>
              <a:rPr lang="en-US" altLang="zh-CN"/>
              <a:t>A </a:t>
            </a:r>
            <a:r>
              <a:rPr lang="en-US" altLang="zh-CN" b="1">
                <a:solidFill>
                  <a:srgbClr val="C00000"/>
                </a:solidFill>
              </a:rPr>
              <a:t>sinkhole</a:t>
            </a:r>
            <a:r>
              <a:rPr lang="en-US" altLang="zh-CN"/>
              <a:t> is a “bottomless pit” designed to steer unwanted traffic away from its intended destination to another device</a:t>
            </a:r>
          </a:p>
          <a:p>
            <a:pPr lvl="2">
              <a:buFont typeface="Arial" panose="020B0604020202020204" pitchFamily="34" charset="0"/>
              <a:buChar char="•"/>
            </a:pPr>
            <a:r>
              <a:rPr lang="en-US" altLang="zh-CN"/>
              <a:t>The goal is to </a:t>
            </a:r>
            <a:r>
              <a:rPr lang="en-US" altLang="zh-CN">
                <a:solidFill>
                  <a:srgbClr val="C00000"/>
                </a:solidFill>
              </a:rPr>
              <a:t>deceive the threat actor into thinking the attack was successful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EE052-6374-FD38-BAC5-BEAEE279DECC}"/>
              </a:ext>
            </a:extLst>
          </p:cNvPr>
          <p:cNvSpPr>
            <a:spLocks noGrp="1"/>
          </p:cNvSpPr>
          <p:nvPr>
            <p:ph type="title"/>
          </p:nvPr>
        </p:nvSpPr>
        <p:spPr/>
        <p:txBody>
          <a:bodyPr/>
          <a:lstStyle/>
          <a:p>
            <a:pPr>
              <a:defRPr/>
            </a:pPr>
            <a:r>
              <a:rPr lang="en-US" altLang="zh-CN" dirty="0"/>
              <a:t>Intrusion Detection and Prevention Systems</a:t>
            </a:r>
            <a:endParaRPr lang="zh-CN" altLang="en-US" dirty="0"/>
          </a:p>
        </p:txBody>
      </p:sp>
      <p:sp>
        <p:nvSpPr>
          <p:cNvPr id="36867" name="Text Placeholder 2">
            <a:extLst>
              <a:ext uri="{FF2B5EF4-FFF2-40B4-BE49-F238E27FC236}">
                <a16:creationId xmlns:a16="http://schemas.microsoft.com/office/drawing/2014/main" id="{068FCBA3-53BE-0F40-FFCD-FD5CAC666D41}"/>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en-US"/>
              <a:t>An </a:t>
            </a:r>
            <a:r>
              <a:rPr lang="en-US" altLang="en-US" i="1"/>
              <a:t>intrusion detection system (IDS) </a:t>
            </a:r>
            <a:r>
              <a:rPr lang="en-US" altLang="en-US"/>
              <a:t>can detect an attack as it occurs</a:t>
            </a:r>
          </a:p>
          <a:p>
            <a:pPr>
              <a:buFont typeface="Arial" panose="020B0604020202020204" pitchFamily="34" charset="0"/>
              <a:buChar char="•"/>
            </a:pPr>
            <a:r>
              <a:rPr lang="en-US" altLang="en-US"/>
              <a:t>An </a:t>
            </a:r>
            <a:r>
              <a:rPr lang="en-US" altLang="en-US" i="1"/>
              <a:t>intrusion prevention system (IPS) </a:t>
            </a:r>
            <a:r>
              <a:rPr lang="en-US" altLang="en-US"/>
              <a:t>attempts to block the attack</a:t>
            </a:r>
          </a:p>
          <a:p>
            <a:pPr>
              <a:buFont typeface="Arial" panose="020B0604020202020204" pitchFamily="34" charset="0"/>
              <a:buChar char="•"/>
            </a:pPr>
            <a:r>
              <a:rPr lang="en-US" altLang="zh-CN" b="1"/>
              <a:t>Inline system </a:t>
            </a:r>
            <a:r>
              <a:rPr lang="en-US" altLang="zh-CN"/>
              <a:t>is connected directly to the network and monitors the flow of data as it occurs</a:t>
            </a:r>
          </a:p>
          <a:p>
            <a:pPr>
              <a:buFont typeface="Arial" panose="020B0604020202020204" pitchFamily="34" charset="0"/>
              <a:buChar char="•"/>
            </a:pPr>
            <a:r>
              <a:rPr lang="en-US" altLang="zh-CN"/>
              <a:t>A </a:t>
            </a:r>
            <a:r>
              <a:rPr lang="en-US" altLang="zh-CN" b="1"/>
              <a:t>passive system </a:t>
            </a:r>
            <a:r>
              <a:rPr lang="en-US" altLang="zh-CN"/>
              <a:t>is connected to a port on a switch, which receives a copy of network traffic</a:t>
            </a:r>
          </a:p>
          <a:p>
            <a:pPr>
              <a:buFont typeface="Arial" panose="020B0604020202020204" pitchFamily="34" charset="0"/>
              <a:buChar char="•"/>
            </a:pPr>
            <a:r>
              <a:rPr lang="en-US" altLang="zh-CN"/>
              <a:t>IDS systems can be managed in different ways:</a:t>
            </a:r>
          </a:p>
          <a:p>
            <a:pPr lvl="1">
              <a:buFont typeface="Arial" panose="020B0604020202020204" pitchFamily="34" charset="0"/>
              <a:buChar char="•"/>
            </a:pPr>
            <a:r>
              <a:rPr lang="en-US" altLang="zh-CN"/>
              <a:t>In-band management is through the network itself by using network protocols and tools</a:t>
            </a:r>
          </a:p>
          <a:p>
            <a:pPr lvl="1">
              <a:buFont typeface="Arial" panose="020B0604020202020204" pitchFamily="34" charset="0"/>
              <a:buChar char="•"/>
            </a:pPr>
            <a:r>
              <a:rPr lang="en-US" altLang="zh-CN"/>
              <a:t>Out-of-band management is using an independent and dedicated channel to reach the device</a:t>
            </a:r>
          </a:p>
          <a:p>
            <a:pPr>
              <a:buFont typeface="Arial" panose="020B0604020202020204" pitchFamily="34" charset="0"/>
              <a:buChar char="•"/>
            </a:pP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6882F-B203-8EDC-FCDD-DA08C4EB6273}"/>
              </a:ext>
            </a:extLst>
          </p:cNvPr>
          <p:cNvSpPr>
            <a:spLocks noGrp="1"/>
          </p:cNvSpPr>
          <p:nvPr>
            <p:ph type="title"/>
          </p:nvPr>
        </p:nvSpPr>
        <p:spPr/>
        <p:txBody>
          <a:bodyPr/>
          <a:lstStyle/>
          <a:p>
            <a:pPr>
              <a:defRPr/>
            </a:pPr>
            <a:r>
              <a:rPr lang="en-US" altLang="zh-CN" dirty="0"/>
              <a:t>Intrusion Detection and Prevention Systems</a:t>
            </a:r>
            <a:endParaRPr lang="zh-CN" altLang="en-US" dirty="0"/>
          </a:p>
        </p:txBody>
      </p:sp>
      <p:pic>
        <p:nvPicPr>
          <p:cNvPr id="37891" name="Picture 4">
            <a:extLst>
              <a:ext uri="{FF2B5EF4-FFF2-40B4-BE49-F238E27FC236}">
                <a16:creationId xmlns:a16="http://schemas.microsoft.com/office/drawing/2014/main" id="{B991949C-804B-94E8-C055-6956EED1BA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09725" y="1524000"/>
            <a:ext cx="3295650" cy="418147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
        <p:nvSpPr>
          <p:cNvPr id="37892" name="TextBox 6">
            <a:extLst>
              <a:ext uri="{FF2B5EF4-FFF2-40B4-BE49-F238E27FC236}">
                <a16:creationId xmlns:a16="http://schemas.microsoft.com/office/drawing/2014/main" id="{6D3E5E11-D7C9-F747-6F06-4E5BC83E5CE1}"/>
              </a:ext>
            </a:extLst>
          </p:cNvPr>
          <p:cNvSpPr txBox="1">
            <a:spLocks noChangeArrowheads="1"/>
          </p:cNvSpPr>
          <p:nvPr/>
        </p:nvSpPr>
        <p:spPr bwMode="auto">
          <a:xfrm>
            <a:off x="1609725" y="5705475"/>
            <a:ext cx="32956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r>
              <a:rPr lang="en-US" altLang="en-US">
                <a:solidFill>
                  <a:srgbClr val="292934"/>
                </a:solidFill>
                <a:latin typeface="ArialMT"/>
              </a:rPr>
              <a:t>IDS</a:t>
            </a:r>
            <a:r>
              <a:rPr lang="en-US" altLang="en-US"/>
              <a:t> </a:t>
            </a:r>
            <a:br>
              <a:rPr lang="en-US" altLang="en-US"/>
            </a:br>
            <a:endParaRPr lang="en-US" altLang="en-US"/>
          </a:p>
        </p:txBody>
      </p:sp>
      <p:sp>
        <p:nvSpPr>
          <p:cNvPr id="37893" name="TextBox 9">
            <a:extLst>
              <a:ext uri="{FF2B5EF4-FFF2-40B4-BE49-F238E27FC236}">
                <a16:creationId xmlns:a16="http://schemas.microsoft.com/office/drawing/2014/main" id="{7851A3BB-E6E6-BFB3-9712-82FE4A786FD8}"/>
              </a:ext>
            </a:extLst>
          </p:cNvPr>
          <p:cNvSpPr txBox="1">
            <a:spLocks noChangeArrowheads="1"/>
          </p:cNvSpPr>
          <p:nvPr/>
        </p:nvSpPr>
        <p:spPr bwMode="auto">
          <a:xfrm>
            <a:off x="6907213" y="5741988"/>
            <a:ext cx="34718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r>
              <a:rPr lang="en-US" altLang="en-US">
                <a:solidFill>
                  <a:srgbClr val="292934"/>
                </a:solidFill>
                <a:latin typeface="ArialMT"/>
              </a:rPr>
              <a:t>IPS</a:t>
            </a:r>
            <a:r>
              <a:rPr lang="en-US" altLang="en-US"/>
              <a:t> </a:t>
            </a:r>
            <a:br>
              <a:rPr lang="en-US" altLang="en-US"/>
            </a:br>
            <a:endParaRPr lang="en-US" altLang="en-US"/>
          </a:p>
        </p:txBody>
      </p:sp>
      <p:pic>
        <p:nvPicPr>
          <p:cNvPr id="37894" name="Picture 11">
            <a:extLst>
              <a:ext uri="{FF2B5EF4-FFF2-40B4-BE49-F238E27FC236}">
                <a16:creationId xmlns:a16="http://schemas.microsoft.com/office/drawing/2014/main" id="{04BD6C23-5B5D-FB3E-FE53-8F27AE0685D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07213" y="1503363"/>
            <a:ext cx="3471862" cy="422275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96879-0F2A-549A-FC0D-31C33B1986DC}"/>
              </a:ext>
            </a:extLst>
          </p:cNvPr>
          <p:cNvSpPr>
            <a:spLocks noGrp="1"/>
          </p:cNvSpPr>
          <p:nvPr>
            <p:ph type="title"/>
          </p:nvPr>
        </p:nvSpPr>
        <p:spPr/>
        <p:txBody>
          <a:bodyPr/>
          <a:lstStyle/>
          <a:p>
            <a:pPr>
              <a:defRPr/>
            </a:pPr>
            <a:r>
              <a:rPr lang="en-US" altLang="zh-CN" dirty="0"/>
              <a:t>Intrusion Detection and Prevention Systems</a:t>
            </a:r>
            <a:endParaRPr lang="zh-CN" altLang="en-US" dirty="0"/>
          </a:p>
        </p:txBody>
      </p:sp>
      <p:pic>
        <p:nvPicPr>
          <p:cNvPr id="38915" name="Picture 3">
            <a:extLst>
              <a:ext uri="{FF2B5EF4-FFF2-40B4-BE49-F238E27FC236}">
                <a16:creationId xmlns:a16="http://schemas.microsoft.com/office/drawing/2014/main" id="{52017176-6D20-786E-F468-4342B8EC84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4850" y="1697038"/>
            <a:ext cx="7894638"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8C263-EE57-EAD9-85EB-7CE946889D03}"/>
              </a:ext>
            </a:extLst>
          </p:cNvPr>
          <p:cNvSpPr>
            <a:spLocks noGrp="1"/>
          </p:cNvSpPr>
          <p:nvPr>
            <p:ph type="title"/>
          </p:nvPr>
        </p:nvSpPr>
        <p:spPr/>
        <p:txBody>
          <a:bodyPr/>
          <a:lstStyle/>
          <a:p>
            <a:pPr>
              <a:defRPr/>
            </a:pPr>
            <a:r>
              <a:rPr lang="en-US" altLang="zh-CN" dirty="0"/>
              <a:t>Intrusion Detection and Prevention Systems</a:t>
            </a:r>
            <a:endParaRPr lang="zh-CN" altLang="en-US" dirty="0"/>
          </a:p>
        </p:txBody>
      </p:sp>
      <p:sp>
        <p:nvSpPr>
          <p:cNvPr id="39939" name="Text Placeholder 2">
            <a:extLst>
              <a:ext uri="{FF2B5EF4-FFF2-40B4-BE49-F238E27FC236}">
                <a16:creationId xmlns:a16="http://schemas.microsoft.com/office/drawing/2014/main" id="{06337F11-0256-4D4B-94E4-5DE495FAC764}"/>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Monitoring Methodologies</a:t>
            </a:r>
          </a:p>
          <a:p>
            <a:pPr lvl="1">
              <a:buFont typeface="Arial" panose="020B0604020202020204" pitchFamily="34" charset="0"/>
              <a:buChar char="•"/>
            </a:pPr>
            <a:r>
              <a:rPr lang="en-US" altLang="en-US" b="1"/>
              <a:t>Anomaly-based monitoring </a:t>
            </a:r>
            <a:r>
              <a:rPr lang="en-US" altLang="en-US"/>
              <a:t>compares current detected behavior with baseline</a:t>
            </a:r>
          </a:p>
          <a:p>
            <a:pPr lvl="1">
              <a:buFont typeface="Arial" panose="020B0604020202020204" pitchFamily="34" charset="0"/>
              <a:buChar char="•"/>
            </a:pPr>
            <a:r>
              <a:rPr lang="en-US" altLang="en-US" b="1"/>
              <a:t>Signature-based monitoring </a:t>
            </a:r>
            <a:r>
              <a:rPr lang="en-US" altLang="en-US"/>
              <a:t>looks for well-known attack signature patterns</a:t>
            </a:r>
          </a:p>
          <a:p>
            <a:pPr lvl="1">
              <a:buFont typeface="Arial" panose="020B0604020202020204" pitchFamily="34" charset="0"/>
              <a:buChar char="•"/>
            </a:pPr>
            <a:r>
              <a:rPr lang="en-US" altLang="en-US" b="1"/>
              <a:t>Heuristic monitoring </a:t>
            </a:r>
            <a:r>
              <a:rPr lang="en-US" altLang="en-US"/>
              <a:t>uses experience-based techniques</a:t>
            </a:r>
          </a:p>
          <a:p>
            <a:pPr lvl="1">
              <a:buFont typeface="Arial" panose="020B0604020202020204" pitchFamily="34" charset="0"/>
              <a:buChar char="•"/>
            </a:pP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D4B05-D188-0493-21C1-4E1A9124AAC4}"/>
              </a:ext>
            </a:extLst>
          </p:cNvPr>
          <p:cNvSpPr>
            <a:spLocks noGrp="1"/>
          </p:cNvSpPr>
          <p:nvPr>
            <p:ph type="title"/>
          </p:nvPr>
        </p:nvSpPr>
        <p:spPr/>
        <p:txBody>
          <a:bodyPr/>
          <a:lstStyle/>
          <a:p>
            <a:pPr>
              <a:defRPr/>
            </a:pPr>
            <a:r>
              <a:rPr lang="en-US" altLang="zh-CN" dirty="0"/>
              <a:t>Intrusion Detection and Prevention Systems</a:t>
            </a:r>
            <a:endParaRPr lang="zh-CN" altLang="en-US" dirty="0"/>
          </a:p>
        </p:txBody>
      </p:sp>
      <p:sp>
        <p:nvSpPr>
          <p:cNvPr id="40963" name="Text Placeholder 2">
            <a:extLst>
              <a:ext uri="{FF2B5EF4-FFF2-40B4-BE49-F238E27FC236}">
                <a16:creationId xmlns:a16="http://schemas.microsoft.com/office/drawing/2014/main" id="{128E5E1D-E560-8CFB-FE63-440AE9754F2B}"/>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en-US">
                <a:solidFill>
                  <a:schemeClr val="tx1"/>
                </a:solidFill>
              </a:rPr>
              <a:t>A network intrusion detection system (NIDS) watches for attacks on the network</a:t>
            </a:r>
          </a:p>
          <a:p>
            <a:pPr lvl="1">
              <a:buFont typeface="Arial" panose="020B0604020202020204" pitchFamily="34" charset="0"/>
              <a:buChar char="•"/>
            </a:pPr>
            <a:r>
              <a:rPr lang="en-US" altLang="en-US"/>
              <a:t>NIDS sensors installed on firewalls and routers gather information and report back to central device</a:t>
            </a:r>
          </a:p>
          <a:p>
            <a:pPr>
              <a:buFont typeface="Arial" panose="020B0604020202020204" pitchFamily="34" charset="0"/>
              <a:buChar char="•"/>
            </a:pPr>
            <a:r>
              <a:rPr lang="en-US" altLang="en-US">
                <a:solidFill>
                  <a:schemeClr val="tx1"/>
                </a:solidFill>
              </a:rPr>
              <a:t>A network intrusion prevention system (NIPS) monitors to detect malicious activities and also attempts to stop them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540A1-D9AB-1E2B-2E20-F52DA2A1B48E}"/>
              </a:ext>
            </a:extLst>
          </p:cNvPr>
          <p:cNvSpPr>
            <a:spLocks noGrp="1"/>
          </p:cNvSpPr>
          <p:nvPr>
            <p:ph type="title"/>
          </p:nvPr>
        </p:nvSpPr>
        <p:spPr/>
        <p:txBody>
          <a:bodyPr/>
          <a:lstStyle/>
          <a:p>
            <a:pPr>
              <a:defRPr/>
            </a:pPr>
            <a:r>
              <a:rPr lang="en-US" altLang="zh-CN" dirty="0"/>
              <a:t>Security Technologies</a:t>
            </a:r>
            <a:endParaRPr lang="zh-CN" altLang="en-US" dirty="0"/>
          </a:p>
        </p:txBody>
      </p:sp>
      <p:sp>
        <p:nvSpPr>
          <p:cNvPr id="3" name="Text Placeholder 2">
            <a:extLst>
              <a:ext uri="{FF2B5EF4-FFF2-40B4-BE49-F238E27FC236}">
                <a16:creationId xmlns:a16="http://schemas.microsoft.com/office/drawing/2014/main" id="{D673D374-E232-B302-B1B4-EE15B1E7CF48}"/>
              </a:ext>
            </a:extLst>
          </p:cNvPr>
          <p:cNvSpPr>
            <a:spLocks noGrp="1"/>
          </p:cNvSpPr>
          <p:nvPr>
            <p:ph type="body" sz="quarter" idx="17"/>
          </p:nvPr>
        </p:nvSpPr>
        <p:spPr>
          <a:xfrm>
            <a:off x="742950" y="1638300"/>
            <a:ext cx="10712450" cy="4394200"/>
          </a:xfrm>
        </p:spPr>
        <p:txBody>
          <a:bodyPr/>
          <a:lstStyle/>
          <a:p>
            <a:pPr>
              <a:defRPr/>
            </a:pPr>
            <a:r>
              <a:rPr lang="en-US" altLang="zh-CN" dirty="0"/>
              <a:t>There are general </a:t>
            </a:r>
            <a:r>
              <a:rPr lang="en-US" altLang="zh-CN" dirty="0">
                <a:solidFill>
                  <a:srgbClr val="C00000"/>
                </a:solidFill>
              </a:rPr>
              <a:t>security technologies that can provide a defense</a:t>
            </a:r>
          </a:p>
          <a:p>
            <a:pPr>
              <a:defRPr/>
            </a:pPr>
            <a:r>
              <a:rPr lang="en-US" altLang="zh-CN" dirty="0"/>
              <a:t>Some of these technologies can be found in both standard networking devices (switches and routers) and specialized security appliances</a:t>
            </a:r>
          </a:p>
          <a:p>
            <a:pPr>
              <a:defRPr/>
            </a:pPr>
            <a:r>
              <a:rPr lang="en-US" altLang="zh-CN" dirty="0"/>
              <a:t>Categories of security technologies include:</a:t>
            </a:r>
          </a:p>
          <a:p>
            <a:pPr lvl="1">
              <a:defRPr/>
            </a:pPr>
            <a:r>
              <a:rPr lang="en-US" altLang="zh-CN" dirty="0">
                <a:solidFill>
                  <a:srgbClr val="C00000"/>
                </a:solidFill>
              </a:rPr>
              <a:t>Access technologies</a:t>
            </a:r>
          </a:p>
          <a:p>
            <a:pPr lvl="1">
              <a:defRPr/>
            </a:pPr>
            <a:r>
              <a:rPr lang="en-US" altLang="zh-CN" dirty="0">
                <a:solidFill>
                  <a:srgbClr val="C00000"/>
                </a:solidFill>
              </a:rPr>
              <a:t>Monitoring</a:t>
            </a:r>
            <a:r>
              <a:rPr lang="en-US" altLang="zh-CN" dirty="0"/>
              <a:t> and managing technologies</a:t>
            </a:r>
          </a:p>
          <a:p>
            <a:pPr lvl="1">
              <a:defRPr/>
            </a:pPr>
            <a:r>
              <a:rPr lang="en-US" altLang="zh-CN" dirty="0">
                <a:solidFill>
                  <a:srgbClr val="C00000"/>
                </a:solidFill>
              </a:rPr>
              <a:t>Design</a:t>
            </a:r>
            <a:r>
              <a:rPr lang="en-US" altLang="zh-CN" dirty="0"/>
              <a:t> technologies</a:t>
            </a:r>
          </a:p>
          <a:p>
            <a:pPr marL="457200" lvl="1" indent="0">
              <a:buFont typeface="Arial" charset="0"/>
              <a:buNone/>
              <a:defRPr/>
            </a:pP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4F5FB-F0A1-6322-E0A3-C50A92A9D158}"/>
              </a:ext>
            </a:extLst>
          </p:cNvPr>
          <p:cNvSpPr>
            <a:spLocks noGrp="1"/>
          </p:cNvSpPr>
          <p:nvPr>
            <p:ph type="title"/>
          </p:nvPr>
        </p:nvSpPr>
        <p:spPr/>
        <p:txBody>
          <a:bodyPr/>
          <a:lstStyle/>
          <a:p>
            <a:pPr>
              <a:defRPr/>
            </a:pPr>
            <a:r>
              <a:rPr lang="en-US" altLang="zh-CN" dirty="0"/>
              <a:t>Access Technologies</a:t>
            </a:r>
            <a:endParaRPr lang="zh-CN" altLang="en-US" dirty="0"/>
          </a:p>
        </p:txBody>
      </p:sp>
      <p:sp>
        <p:nvSpPr>
          <p:cNvPr id="43011" name="Text Placeholder 2">
            <a:extLst>
              <a:ext uri="{FF2B5EF4-FFF2-40B4-BE49-F238E27FC236}">
                <a16:creationId xmlns:a16="http://schemas.microsoft.com/office/drawing/2014/main" id="{0C71A62F-2BB0-5B72-AB83-B27D33F8F0B9}"/>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Access Control List (ACL)</a:t>
            </a:r>
          </a:p>
          <a:p>
            <a:pPr lvl="1">
              <a:buFont typeface="Arial" panose="020B0604020202020204" pitchFamily="34" charset="0"/>
              <a:buChar char="•"/>
            </a:pPr>
            <a:r>
              <a:rPr lang="en-US" altLang="zh-CN"/>
              <a:t>An </a:t>
            </a:r>
            <a:r>
              <a:rPr lang="en-US" altLang="zh-CN" b="1"/>
              <a:t>access control list (ACL) </a:t>
            </a:r>
            <a:r>
              <a:rPr lang="en-US" altLang="zh-CN"/>
              <a:t>contains rules that administer the availability of digital assets by granting or denying access to the assets</a:t>
            </a:r>
          </a:p>
          <a:p>
            <a:pPr lvl="1">
              <a:buFont typeface="Arial" panose="020B0604020202020204" pitchFamily="34" charset="0"/>
              <a:buChar char="•"/>
            </a:pPr>
            <a:r>
              <a:rPr lang="en-US" altLang="zh-CN"/>
              <a:t>Two types of ACLS include:</a:t>
            </a:r>
          </a:p>
          <a:p>
            <a:pPr lvl="2">
              <a:buFont typeface="Arial" panose="020B0604020202020204" pitchFamily="34" charset="0"/>
              <a:buChar char="•"/>
            </a:pPr>
            <a:r>
              <a:rPr lang="en-US" altLang="zh-CN" i="1"/>
              <a:t>Filesystem ACLs </a:t>
            </a:r>
            <a:r>
              <a:rPr lang="en-US" altLang="zh-CN"/>
              <a:t>filter access to </a:t>
            </a:r>
            <a:r>
              <a:rPr lang="en-US" altLang="zh-CN">
                <a:solidFill>
                  <a:srgbClr val="C00000"/>
                </a:solidFill>
              </a:rPr>
              <a:t>files and directories </a:t>
            </a:r>
            <a:r>
              <a:rPr lang="en-US" altLang="zh-CN"/>
              <a:t>on an endpoint by telling the OS who can access the device and what privileges they are allowed</a:t>
            </a:r>
          </a:p>
          <a:p>
            <a:pPr lvl="2">
              <a:buFont typeface="Arial" panose="020B0604020202020204" pitchFamily="34" charset="0"/>
              <a:buChar char="•"/>
            </a:pPr>
            <a:r>
              <a:rPr lang="en-US" altLang="zh-CN" i="1"/>
              <a:t>Networking ACLs </a:t>
            </a:r>
            <a:r>
              <a:rPr lang="en-US" altLang="zh-CN"/>
              <a:t>filter access to a network</a:t>
            </a:r>
          </a:p>
          <a:p>
            <a:pPr lvl="3">
              <a:buFont typeface="Calibri" panose="020F0502020204030204" pitchFamily="34" charset="0"/>
              <a:buChar char="▶"/>
            </a:pPr>
            <a:r>
              <a:rPr lang="en-US" altLang="zh-CN"/>
              <a:t>Often found on routers</a:t>
            </a:r>
          </a:p>
          <a:p>
            <a:pPr lvl="1">
              <a:buFont typeface="Arial" panose="020B0604020202020204" pitchFamily="34" charset="0"/>
              <a:buChar char="•"/>
            </a:pPr>
            <a:r>
              <a:rPr lang="en-US" altLang="zh-CN"/>
              <a:t>Router ACLs can be used on external routers to restrict vulnerable protocols and limit traffic from entering the network</a:t>
            </a:r>
          </a:p>
          <a:p>
            <a:pPr lvl="1">
              <a:buFont typeface="Arial" panose="020B0604020202020204" pitchFamily="34" charset="0"/>
              <a:buChar char="•"/>
            </a:pPr>
            <a:r>
              <a:rPr lang="en-US" altLang="zh-CN"/>
              <a:t>Internal router ACLs are often configured with explicit </a:t>
            </a:r>
            <a:r>
              <a:rPr lang="en-US" altLang="zh-CN" i="1"/>
              <a:t>allow</a:t>
            </a:r>
            <a:r>
              <a:rPr lang="en-US" altLang="zh-CN"/>
              <a:t> and </a:t>
            </a:r>
            <a:r>
              <a:rPr lang="en-US" altLang="zh-CN" i="1"/>
              <a:t>deny</a:t>
            </a:r>
            <a:r>
              <a:rPr lang="en-US" altLang="zh-CN"/>
              <a:t> statements for specific addresses and protocol services</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A067C-42AA-6399-C29D-7D7370F31BF4}"/>
              </a:ext>
            </a:extLst>
          </p:cNvPr>
          <p:cNvSpPr>
            <a:spLocks noGrp="1"/>
          </p:cNvSpPr>
          <p:nvPr>
            <p:ph type="title"/>
          </p:nvPr>
        </p:nvSpPr>
        <p:spPr/>
        <p:txBody>
          <a:bodyPr/>
          <a:lstStyle/>
          <a:p>
            <a:pPr>
              <a:defRPr/>
            </a:pPr>
            <a:r>
              <a:rPr lang="en-US" altLang="zh-CN" dirty="0"/>
              <a:t>Access Technologies </a:t>
            </a:r>
            <a:endParaRPr lang="zh-CN" altLang="en-US" dirty="0"/>
          </a:p>
        </p:txBody>
      </p:sp>
      <p:sp>
        <p:nvSpPr>
          <p:cNvPr id="44035" name="Text Placeholder 2">
            <a:extLst>
              <a:ext uri="{FF2B5EF4-FFF2-40B4-BE49-F238E27FC236}">
                <a16:creationId xmlns:a16="http://schemas.microsoft.com/office/drawing/2014/main" id="{BF6E2752-4A13-71AB-A31B-856FF4A658EC}"/>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ACLs are usually part of a router firewall, which permits or denies traffic based on Layer 3 and Layer 4 information</a:t>
            </a:r>
          </a:p>
          <a:p>
            <a:pPr>
              <a:buFont typeface="Arial" panose="020B0604020202020204" pitchFamily="34" charset="0"/>
              <a:buChar char="•"/>
            </a:pPr>
            <a:r>
              <a:rPr lang="en-US" altLang="zh-CN"/>
              <a:t>They are stateless; simple policy table; it filters traffic based on specific criteria</a:t>
            </a:r>
            <a:endParaRPr lang="zh-CN" altLang="en-US"/>
          </a:p>
        </p:txBody>
      </p:sp>
      <p:pic>
        <p:nvPicPr>
          <p:cNvPr id="44036" name="Picture 4">
            <a:extLst>
              <a:ext uri="{FF2B5EF4-FFF2-40B4-BE49-F238E27FC236}">
                <a16:creationId xmlns:a16="http://schemas.microsoft.com/office/drawing/2014/main" id="{5986897E-9206-01E4-6961-73ECCAA96BD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81175" y="3108325"/>
            <a:ext cx="8629650" cy="303847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F303C-6225-2F7A-58D7-B76FFBF551E7}"/>
              </a:ext>
            </a:extLst>
          </p:cNvPr>
          <p:cNvSpPr>
            <a:spLocks noGrp="1"/>
          </p:cNvSpPr>
          <p:nvPr>
            <p:ph type="title"/>
          </p:nvPr>
        </p:nvSpPr>
        <p:spPr/>
        <p:txBody>
          <a:bodyPr/>
          <a:lstStyle/>
          <a:p>
            <a:pPr>
              <a:defRPr/>
            </a:pPr>
            <a:r>
              <a:rPr lang="en-US" altLang="zh-CN" dirty="0"/>
              <a:t>Access Technologies</a:t>
            </a:r>
            <a:endParaRPr lang="zh-CN" altLang="en-US" dirty="0"/>
          </a:p>
        </p:txBody>
      </p:sp>
      <p:sp>
        <p:nvSpPr>
          <p:cNvPr id="45059" name="Text Placeholder 2">
            <a:extLst>
              <a:ext uri="{FF2B5EF4-FFF2-40B4-BE49-F238E27FC236}">
                <a16:creationId xmlns:a16="http://schemas.microsoft.com/office/drawing/2014/main" id="{5C49282F-4795-AB36-14C8-AAA69DB5BDC8}"/>
              </a:ext>
            </a:extLst>
          </p:cNvPr>
          <p:cNvSpPr>
            <a:spLocks noGrp="1"/>
          </p:cNvSpPr>
          <p:nvPr>
            <p:ph type="body" sz="quarter" idx="17"/>
          </p:nvPr>
        </p:nvSpPr>
        <p:spPr>
          <a:xfrm>
            <a:off x="742950" y="1638300"/>
            <a:ext cx="5443538" cy="4394200"/>
          </a:xfrm>
        </p:spPr>
        <p:txBody>
          <a:bodyPr/>
          <a:lstStyle/>
          <a:p>
            <a:pPr>
              <a:buFont typeface="Arial" panose="020B0604020202020204" pitchFamily="34" charset="0"/>
              <a:buChar char="•"/>
            </a:pPr>
            <a:r>
              <a:rPr lang="en-US" altLang="zh-CN"/>
              <a:t>Sequential list of permit or deny statements that apply to addresses or upper-layer protocols.</a:t>
            </a:r>
          </a:p>
          <a:p>
            <a:pPr>
              <a:buFont typeface="Arial" panose="020B0604020202020204" pitchFamily="34" charset="0"/>
              <a:buChar char="•"/>
            </a:pPr>
            <a:r>
              <a:rPr lang="en-US" altLang="zh-CN"/>
              <a:t>Control traffic into and out of your network.</a:t>
            </a:r>
          </a:p>
          <a:p>
            <a:pPr>
              <a:buFont typeface="Arial" panose="020B0604020202020204" pitchFamily="34" charset="0"/>
              <a:buChar char="•"/>
            </a:pPr>
            <a:r>
              <a:rPr lang="en-US" altLang="zh-CN"/>
              <a:t>Permitting or denying network hosts or addresses.</a:t>
            </a:r>
            <a:endParaRPr lang="zh-CN" altLang="en-US"/>
          </a:p>
        </p:txBody>
      </p:sp>
      <p:pic>
        <p:nvPicPr>
          <p:cNvPr id="45060" name="Picture 5">
            <a:extLst>
              <a:ext uri="{FF2B5EF4-FFF2-40B4-BE49-F238E27FC236}">
                <a16:creationId xmlns:a16="http://schemas.microsoft.com/office/drawing/2014/main" id="{2A06D185-C586-EE8B-40F9-74727E0D96E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989388"/>
            <a:ext cx="5276850" cy="204311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pic>
        <p:nvPicPr>
          <p:cNvPr id="45061" name="Picture 7">
            <a:extLst>
              <a:ext uri="{FF2B5EF4-FFF2-40B4-BE49-F238E27FC236}">
                <a16:creationId xmlns:a16="http://schemas.microsoft.com/office/drawing/2014/main" id="{D45A1769-B9B1-3718-4C24-CF78FE0D34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21425" y="1876425"/>
            <a:ext cx="5308600" cy="42037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2872F-2536-5416-65F6-ED41CD5D7A0B}"/>
              </a:ext>
            </a:extLst>
          </p:cNvPr>
          <p:cNvSpPr>
            <a:spLocks noGrp="1"/>
          </p:cNvSpPr>
          <p:nvPr>
            <p:ph type="title"/>
          </p:nvPr>
        </p:nvSpPr>
        <p:spPr/>
        <p:txBody>
          <a:bodyPr/>
          <a:lstStyle/>
          <a:p>
            <a:pPr>
              <a:defRPr/>
            </a:pPr>
            <a:r>
              <a:rPr lang="en-US" altLang="zh-CN" dirty="0"/>
              <a:t>Access Technologies</a:t>
            </a:r>
            <a:endParaRPr lang="zh-CN" altLang="en-US" dirty="0"/>
          </a:p>
        </p:txBody>
      </p:sp>
      <p:sp>
        <p:nvSpPr>
          <p:cNvPr id="46083" name="Text Placeholder 2">
            <a:extLst>
              <a:ext uri="{FF2B5EF4-FFF2-40B4-BE49-F238E27FC236}">
                <a16:creationId xmlns:a16="http://schemas.microsoft.com/office/drawing/2014/main" id="{1E2D2CDC-BEC2-27C5-128C-CCAD0B536EE5}"/>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Virtual Private Network (VPN)</a:t>
            </a:r>
          </a:p>
          <a:p>
            <a:pPr lvl="1">
              <a:buFont typeface="Arial" panose="020B0604020202020204" pitchFamily="34" charset="0"/>
              <a:buChar char="•"/>
            </a:pPr>
            <a:r>
              <a:rPr lang="en-US" altLang="zh-CN"/>
              <a:t>A </a:t>
            </a:r>
            <a:r>
              <a:rPr lang="en-US" altLang="zh-CN" b="1"/>
              <a:t>VPN</a:t>
            </a:r>
            <a:r>
              <a:rPr lang="en-US" altLang="zh-CN"/>
              <a:t> is a security technology that enables authorized users to use an unsecured public network (the Internet) as if it were a secure private network</a:t>
            </a:r>
          </a:p>
          <a:p>
            <a:pPr lvl="1">
              <a:buFont typeface="Arial" panose="020B0604020202020204" pitchFamily="34" charset="0"/>
              <a:buChar char="•"/>
            </a:pPr>
            <a:r>
              <a:rPr lang="en-US" altLang="zh-CN"/>
              <a:t>Two common types of VPNs:</a:t>
            </a:r>
          </a:p>
          <a:p>
            <a:pPr lvl="2">
              <a:buFont typeface="Arial" panose="020B0604020202020204" pitchFamily="34" charset="0"/>
              <a:buChar char="•"/>
            </a:pPr>
            <a:r>
              <a:rPr lang="en-US" altLang="zh-CN"/>
              <a:t>A </a:t>
            </a:r>
            <a:r>
              <a:rPr lang="en-US" altLang="zh-CN" b="1"/>
              <a:t>point-to-point VPN</a:t>
            </a:r>
            <a:r>
              <a:rPr lang="en-US" altLang="zh-CN"/>
              <a:t> (</a:t>
            </a:r>
            <a:r>
              <a:rPr lang="en-US" altLang="zh-CN" b="1"/>
              <a:t>remote access VPN)</a:t>
            </a:r>
          </a:p>
          <a:p>
            <a:pPr lvl="2">
              <a:buFont typeface="Arial" panose="020B0604020202020204" pitchFamily="34" charset="0"/>
              <a:buChar char="•"/>
            </a:pPr>
            <a:r>
              <a:rPr lang="en-US" altLang="zh-CN"/>
              <a:t>A </a:t>
            </a:r>
            <a:r>
              <a:rPr lang="en-US" altLang="zh-CN" b="1"/>
              <a:t>site-to-site VPN</a:t>
            </a:r>
          </a:p>
        </p:txBody>
      </p:sp>
      <p:pic>
        <p:nvPicPr>
          <p:cNvPr id="46084" name="Picture 2" descr="What Are Virtual Private Networks? | Baeldung on Computer Science">
            <a:extLst>
              <a:ext uri="{FF2B5EF4-FFF2-40B4-BE49-F238E27FC236}">
                <a16:creationId xmlns:a16="http://schemas.microsoft.com/office/drawing/2014/main" id="{5D92FFFB-5D3C-5F1F-9987-4FF1561AEE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1588" y="3776663"/>
            <a:ext cx="7108825" cy="288607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F7561-116D-CC63-B680-F8A59FD5B901}"/>
              </a:ext>
            </a:extLst>
          </p:cNvPr>
          <p:cNvSpPr>
            <a:spLocks noGrp="1"/>
          </p:cNvSpPr>
          <p:nvPr>
            <p:ph type="title"/>
          </p:nvPr>
        </p:nvSpPr>
        <p:spPr/>
        <p:txBody>
          <a:bodyPr/>
          <a:lstStyle/>
          <a:p>
            <a:pPr>
              <a:defRPr/>
            </a:pPr>
            <a:r>
              <a:rPr lang="en-US" altLang="zh-CN" dirty="0"/>
              <a:t>Access Technologies</a:t>
            </a:r>
            <a:endParaRPr lang="zh-CN" altLang="en-US" dirty="0"/>
          </a:p>
        </p:txBody>
      </p:sp>
      <p:sp>
        <p:nvSpPr>
          <p:cNvPr id="47107" name="Text Placeholder 2">
            <a:extLst>
              <a:ext uri="{FF2B5EF4-FFF2-40B4-BE49-F238E27FC236}">
                <a16:creationId xmlns:a16="http://schemas.microsoft.com/office/drawing/2014/main" id="{059B9FFB-8E17-B5D8-CE9D-A0632000A13A}"/>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Network Access Control (NAC)</a:t>
            </a:r>
          </a:p>
          <a:p>
            <a:pPr lvl="1">
              <a:buFont typeface="Arial" panose="020B0604020202020204" pitchFamily="34" charset="0"/>
              <a:buChar char="•"/>
            </a:pPr>
            <a:r>
              <a:rPr lang="en-US" altLang="zh-CN" b="1"/>
              <a:t>NAC </a:t>
            </a:r>
            <a:r>
              <a:rPr lang="en-US" altLang="zh-CN"/>
              <a:t>examines the current state of a system or network device before it can connect to the network</a:t>
            </a:r>
          </a:p>
          <a:p>
            <a:pPr lvl="1">
              <a:buFont typeface="Arial" panose="020B0604020202020204" pitchFamily="34" charset="0"/>
              <a:buChar char="•"/>
            </a:pPr>
            <a:r>
              <a:rPr lang="en-US" altLang="zh-CN"/>
              <a:t>Any device that does not meet a specified set of criteria can connect only to a “quarantine” network where the security deficiencies are corrected</a:t>
            </a:r>
          </a:p>
          <a:p>
            <a:pPr lvl="1">
              <a:buFont typeface="Arial" panose="020B0604020202020204" pitchFamily="34" charset="0"/>
              <a:buChar char="•"/>
            </a:pPr>
            <a:r>
              <a:rPr lang="en-US" altLang="zh-CN"/>
              <a:t>NAC uses software “agents” to gather information and report back (called host agent health checks)</a:t>
            </a:r>
          </a:p>
          <a:p>
            <a:pPr lvl="1">
              <a:buFont typeface="Arial" panose="020B0604020202020204" pitchFamily="34" charset="0"/>
              <a:buChar char="•"/>
            </a:pPr>
            <a:r>
              <a:rPr lang="en-US" altLang="zh-CN"/>
              <a:t>An agent may be a </a:t>
            </a:r>
            <a:r>
              <a:rPr lang="en-US" altLang="zh-CN" i="1"/>
              <a:t>permanent </a:t>
            </a:r>
            <a:r>
              <a:rPr lang="en-US" altLang="zh-CN"/>
              <a:t>NAC agent or a </a:t>
            </a:r>
            <a:r>
              <a:rPr lang="en-US" altLang="zh-CN" i="1"/>
              <a:t>dissolvable</a:t>
            </a:r>
            <a:r>
              <a:rPr lang="en-US" altLang="zh-CN"/>
              <a:t> NAC agent that disappears after reporting information to the NAC</a:t>
            </a:r>
          </a:p>
          <a:p>
            <a:pPr lvl="1">
              <a:buFont typeface="Arial" panose="020B0604020202020204" pitchFamily="34" charset="0"/>
              <a:buChar char="•"/>
            </a:pPr>
            <a:r>
              <a:rPr lang="en-US" altLang="zh-CN"/>
              <a:t>The NAC technology can be embedded within a Microsoft Windows Active Directory (AD) domain controller</a:t>
            </a:r>
          </a:p>
          <a:p>
            <a:pPr lvl="2">
              <a:buFont typeface="Arial" panose="020B0604020202020204" pitchFamily="34" charset="0"/>
              <a:buChar char="•"/>
            </a:pPr>
            <a:r>
              <a:rPr lang="en-US" altLang="zh-CN"/>
              <a:t>NAC uses AD to scan the device (called </a:t>
            </a:r>
            <a:r>
              <a:rPr lang="en-US" altLang="zh-CN" b="1"/>
              <a:t>agentless NAC</a:t>
            </a:r>
            <a:r>
              <a:rPr lang="en-US" altLang="zh-CN"/>
              <a:t>)</a:t>
            </a:r>
          </a:p>
          <a:p>
            <a:pPr lvl="1">
              <a:buFont typeface="Arial" panose="020B0604020202020204" pitchFamily="34" charset="0"/>
              <a:buChar char="•"/>
            </a:pP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8347D-6015-0EE5-CD1F-BCACC8BE2B7C}"/>
              </a:ext>
            </a:extLst>
          </p:cNvPr>
          <p:cNvSpPr>
            <a:spLocks noGrp="1"/>
          </p:cNvSpPr>
          <p:nvPr>
            <p:ph type="title"/>
          </p:nvPr>
        </p:nvSpPr>
        <p:spPr/>
        <p:txBody>
          <a:bodyPr/>
          <a:lstStyle/>
          <a:p>
            <a:pPr>
              <a:defRPr/>
            </a:pPr>
            <a:r>
              <a:rPr lang="en-US" altLang="zh-CN" dirty="0"/>
              <a:t>Access Technologies</a:t>
            </a:r>
            <a:endParaRPr lang="zh-CN" altLang="en-US" dirty="0"/>
          </a:p>
        </p:txBody>
      </p:sp>
      <p:sp>
        <p:nvSpPr>
          <p:cNvPr id="48131" name="Text Placeholder 2">
            <a:extLst>
              <a:ext uri="{FF2B5EF4-FFF2-40B4-BE49-F238E27FC236}">
                <a16:creationId xmlns:a16="http://schemas.microsoft.com/office/drawing/2014/main" id="{51DC4EF7-8E6B-3F78-D810-661AAC5FC00C}"/>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Data Loss Prevention</a:t>
            </a:r>
          </a:p>
          <a:p>
            <a:pPr lvl="1">
              <a:buFont typeface="Arial" panose="020B0604020202020204" pitchFamily="34" charset="0"/>
              <a:buChar char="•"/>
            </a:pPr>
            <a:r>
              <a:rPr lang="en-US" altLang="zh-CN"/>
              <a:t>DLP is considered as rights management, or the authority of the owner of the data to impose restrictions on its use</a:t>
            </a:r>
          </a:p>
          <a:p>
            <a:pPr lvl="1">
              <a:buFont typeface="Arial" panose="020B0604020202020204" pitchFamily="34" charset="0"/>
              <a:buChar char="•"/>
            </a:pPr>
            <a:r>
              <a:rPr lang="en-US" altLang="zh-CN"/>
              <a:t>DLP is a system of security tools that is used to recognize and identify data that is critical to the organization</a:t>
            </a:r>
          </a:p>
          <a:p>
            <a:pPr lvl="1">
              <a:buFont typeface="Arial" panose="020B0604020202020204" pitchFamily="34" charset="0"/>
              <a:buChar char="•"/>
            </a:pPr>
            <a:r>
              <a:rPr lang="en-US" altLang="zh-CN"/>
              <a:t>Most DLP systems use </a:t>
            </a:r>
            <a:r>
              <a:rPr lang="en-US" altLang="zh-CN" b="1"/>
              <a:t>content inspection </a:t>
            </a:r>
            <a:r>
              <a:rPr lang="en-US" altLang="zh-CN"/>
              <a:t>which is defined as a security analysis of the transaction within its approved context</a:t>
            </a:r>
          </a:p>
          <a:p>
            <a:pPr lvl="1">
              <a:buFont typeface="Arial" panose="020B0604020202020204" pitchFamily="34" charset="0"/>
              <a:buChar char="•"/>
            </a:pPr>
            <a:r>
              <a:rPr lang="en-US" altLang="zh-CN"/>
              <a:t>An administrator creates DLP rules based on the data and the policy</a:t>
            </a:r>
          </a:p>
          <a:p>
            <a:pPr lvl="1">
              <a:buFont typeface="Arial" panose="020B0604020202020204" pitchFamily="34" charset="0"/>
              <a:buChar char="•"/>
            </a:pPr>
            <a:r>
              <a:rPr lang="en-US" altLang="zh-CN"/>
              <a:t>These rules are loaded into a DLP server</a:t>
            </a:r>
          </a:p>
          <a:p>
            <a:pPr lvl="1">
              <a:buFont typeface="Arial" panose="020B0604020202020204" pitchFamily="34" charset="0"/>
              <a:buChar char="•"/>
            </a:pPr>
            <a:r>
              <a:rPr lang="en-US" altLang="zh-CN"/>
              <a:t>When a policy violation is detected by the DLP agent it is reported back to the DLP server</a:t>
            </a:r>
          </a:p>
          <a:p>
            <a:pPr lvl="1">
              <a:buFont typeface="Arial" panose="020B0604020202020204" pitchFamily="34" charset="0"/>
              <a:buChar char="•"/>
            </a:pPr>
            <a:endParaRPr lang="en-US" altLang="zh-CN"/>
          </a:p>
          <a:p>
            <a:pPr>
              <a:buFont typeface="Arial" panose="020B0604020202020204" pitchFamily="34" charset="0"/>
              <a:buChar char="•"/>
            </a:pP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B618B-249A-5FE4-EBAA-FADEA97801E1}"/>
              </a:ext>
            </a:extLst>
          </p:cNvPr>
          <p:cNvSpPr>
            <a:spLocks noGrp="1"/>
          </p:cNvSpPr>
          <p:nvPr>
            <p:ph type="title"/>
          </p:nvPr>
        </p:nvSpPr>
        <p:spPr/>
        <p:txBody>
          <a:bodyPr/>
          <a:lstStyle/>
          <a:p>
            <a:pPr>
              <a:defRPr/>
            </a:pPr>
            <a:r>
              <a:rPr lang="en-US" altLang="zh-CN" dirty="0"/>
              <a:t>Access Technologies</a:t>
            </a:r>
            <a:endParaRPr lang="zh-CN" altLang="en-US" dirty="0"/>
          </a:p>
        </p:txBody>
      </p:sp>
      <p:sp>
        <p:nvSpPr>
          <p:cNvPr id="49155" name="Text Placeholder 2">
            <a:extLst>
              <a:ext uri="{FF2B5EF4-FFF2-40B4-BE49-F238E27FC236}">
                <a16:creationId xmlns:a16="http://schemas.microsoft.com/office/drawing/2014/main" id="{3C50FC8B-47B9-6ED3-C6AE-A98C7205C6F5}"/>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Data Loss Prevention (continued)</a:t>
            </a:r>
          </a:p>
          <a:p>
            <a:pPr lvl="1">
              <a:buFont typeface="Arial" panose="020B0604020202020204" pitchFamily="34" charset="0"/>
              <a:buChar char="•"/>
            </a:pPr>
            <a:r>
              <a:rPr lang="en-US" altLang="zh-CN"/>
              <a:t>When a server is notified of a policy violation different actions can be taken:</a:t>
            </a:r>
          </a:p>
          <a:p>
            <a:pPr lvl="2">
              <a:buFont typeface="Arial" panose="020B0604020202020204" pitchFamily="34" charset="0"/>
              <a:buChar char="•"/>
            </a:pPr>
            <a:r>
              <a:rPr lang="en-US" altLang="zh-CN"/>
              <a:t>Block the data</a:t>
            </a:r>
          </a:p>
          <a:p>
            <a:pPr lvl="2">
              <a:buFont typeface="Arial" panose="020B0604020202020204" pitchFamily="34" charset="0"/>
              <a:buChar char="•"/>
            </a:pPr>
            <a:r>
              <a:rPr lang="en-US" altLang="zh-CN"/>
              <a:t>Redirect it to an individual who can examine the request</a:t>
            </a:r>
          </a:p>
          <a:p>
            <a:pPr lvl="2">
              <a:buFont typeface="Arial" panose="020B0604020202020204" pitchFamily="34" charset="0"/>
              <a:buChar char="•"/>
            </a:pPr>
            <a:r>
              <a:rPr lang="en-US" altLang="zh-CN"/>
              <a:t>Quarantine the data until later</a:t>
            </a:r>
          </a:p>
          <a:p>
            <a:pPr lvl="2">
              <a:buFont typeface="Arial" panose="020B0604020202020204" pitchFamily="34" charset="0"/>
              <a:buChar char="•"/>
            </a:pPr>
            <a:r>
              <a:rPr lang="en-US" altLang="zh-CN"/>
              <a:t>Alert a supervisor of the request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C7CCC-B762-1ED8-D0C5-66D8EB0E8BC1}"/>
              </a:ext>
            </a:extLst>
          </p:cNvPr>
          <p:cNvSpPr>
            <a:spLocks noGrp="1"/>
          </p:cNvSpPr>
          <p:nvPr>
            <p:ph type="title"/>
          </p:nvPr>
        </p:nvSpPr>
        <p:spPr/>
        <p:txBody>
          <a:bodyPr/>
          <a:lstStyle/>
          <a:p>
            <a:pPr>
              <a:defRPr/>
            </a:pPr>
            <a:r>
              <a:rPr lang="en-US" altLang="zh-CN" dirty="0"/>
              <a:t>Technologies for Monitoring and Managing</a:t>
            </a:r>
            <a:endParaRPr lang="zh-CN" altLang="en-US" dirty="0"/>
          </a:p>
        </p:txBody>
      </p:sp>
      <p:sp>
        <p:nvSpPr>
          <p:cNvPr id="50179" name="Text Placeholder 2">
            <a:extLst>
              <a:ext uri="{FF2B5EF4-FFF2-40B4-BE49-F238E27FC236}">
                <a16:creationId xmlns:a16="http://schemas.microsoft.com/office/drawing/2014/main" id="{5912F4F4-0F1F-3841-5064-D385B7EDAE13}"/>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Packet Capture and Analysis</a:t>
            </a:r>
          </a:p>
          <a:p>
            <a:pPr lvl="1">
              <a:buFont typeface="Arial" panose="020B0604020202020204" pitchFamily="34" charset="0"/>
              <a:buChar char="•"/>
            </a:pPr>
            <a:r>
              <a:rPr lang="en-US" altLang="zh-CN"/>
              <a:t>Analyzing packets helps to monitor network performance and reveal cybersecurity incidents</a:t>
            </a:r>
          </a:p>
          <a:p>
            <a:pPr lvl="1">
              <a:buFont typeface="Arial" panose="020B0604020202020204" pitchFamily="34" charset="0"/>
              <a:buChar char="•"/>
            </a:pPr>
            <a:r>
              <a:rPr lang="en-US" altLang="zh-CN"/>
              <a:t>Monitoring traffic on switches can be done in two ways:</a:t>
            </a:r>
          </a:p>
          <a:p>
            <a:pPr lvl="2">
              <a:buFont typeface="Arial" panose="020B0604020202020204" pitchFamily="34" charset="0"/>
              <a:buChar char="•"/>
            </a:pPr>
            <a:r>
              <a:rPr lang="en-US" altLang="zh-CN"/>
              <a:t>A </a:t>
            </a:r>
            <a:r>
              <a:rPr lang="en-US" altLang="zh-CN" b="1"/>
              <a:t>separate port TAP </a:t>
            </a:r>
            <a:r>
              <a:rPr lang="en-US" altLang="zh-CN"/>
              <a:t>(test access point) can be installed</a:t>
            </a:r>
          </a:p>
          <a:p>
            <a:pPr lvl="2">
              <a:buFont typeface="Arial" panose="020B0604020202020204" pitchFamily="34" charset="0"/>
              <a:buChar char="•"/>
            </a:pPr>
            <a:r>
              <a:rPr lang="en-US" altLang="zh-CN" b="1"/>
              <a:t>Port mirroring </a:t>
            </a:r>
            <a:r>
              <a:rPr lang="en-US" altLang="zh-CN"/>
              <a:t>(also called </a:t>
            </a:r>
            <a:r>
              <a:rPr lang="en-US" altLang="zh-CN" b="1"/>
              <a:t>port spanning</a:t>
            </a:r>
            <a:r>
              <a:rPr lang="en-US" altLang="zh-CN"/>
              <a:t>) allows the administrator to configure the switch to copy traffic on some or all ports to a designated monitoring port on the switch</a:t>
            </a:r>
          </a:p>
          <a:p>
            <a:pPr>
              <a:buFont typeface="Arial" panose="020B0604020202020204" pitchFamily="34" charset="0"/>
              <a:buChar char="•"/>
            </a:pPr>
            <a:r>
              <a:rPr lang="en-US" altLang="zh-CN"/>
              <a:t>Monitoring Services</a:t>
            </a:r>
          </a:p>
          <a:p>
            <a:pPr lvl="1">
              <a:buFont typeface="Arial" panose="020B0604020202020204" pitchFamily="34" charset="0"/>
              <a:buChar char="•"/>
            </a:pPr>
            <a:r>
              <a:rPr lang="en-US" altLang="zh-CN"/>
              <a:t>An external third-party monitoring service can be used to provide additional resources to assist an organization in its cybersecurity defenses</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9E08C-7FE9-41F4-B90F-13759376A80A}"/>
              </a:ext>
            </a:extLst>
          </p:cNvPr>
          <p:cNvSpPr>
            <a:spLocks noGrp="1"/>
          </p:cNvSpPr>
          <p:nvPr>
            <p:ph type="title"/>
          </p:nvPr>
        </p:nvSpPr>
        <p:spPr/>
        <p:txBody>
          <a:bodyPr/>
          <a:lstStyle/>
          <a:p>
            <a:pPr>
              <a:defRPr/>
            </a:pPr>
            <a:r>
              <a:rPr lang="en-US" altLang="zh-CN" dirty="0"/>
              <a:t>Technologies for Monitoring and Managing</a:t>
            </a:r>
            <a:endParaRPr lang="zh-CN" altLang="en-US" dirty="0"/>
          </a:p>
        </p:txBody>
      </p:sp>
      <p:pic>
        <p:nvPicPr>
          <p:cNvPr id="51203" name="Picture Placeholder 4" descr="An illustration showing a port TAP or test access point. The diagram shows a switch and a router with a test access point connected in between them. An out-of-band monitoring tool is connected to the test access point. The port TAP has dedicated channels to transmit the send and receive data streams to the monitoring tool in real time.">
            <a:extLst>
              <a:ext uri="{FF2B5EF4-FFF2-40B4-BE49-F238E27FC236}">
                <a16:creationId xmlns:a16="http://schemas.microsoft.com/office/drawing/2014/main" id="{F9DF6A0C-EB7A-2B04-FCF1-15BF43E3F9CF}"/>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1636713" y="2119313"/>
            <a:ext cx="4491037" cy="2854325"/>
          </a:xfrm>
        </p:spPr>
      </p:pic>
      <p:sp>
        <p:nvSpPr>
          <p:cNvPr id="51204" name="Text Placeholder 3">
            <a:extLst>
              <a:ext uri="{FF2B5EF4-FFF2-40B4-BE49-F238E27FC236}">
                <a16:creationId xmlns:a16="http://schemas.microsoft.com/office/drawing/2014/main" id="{9F99A2F2-5326-40F6-2949-7BF4370C5391}"/>
              </a:ext>
            </a:extLst>
          </p:cNvPr>
          <p:cNvSpPr>
            <a:spLocks noGrp="1"/>
          </p:cNvSpPr>
          <p:nvPr>
            <p:ph type="body" sz="quarter" idx="11"/>
          </p:nvPr>
        </p:nvSpPr>
        <p:spPr>
          <a:xfrm>
            <a:off x="7115175" y="4652963"/>
            <a:ext cx="3976688" cy="320675"/>
          </a:xfrm>
        </p:spPr>
        <p:txBody>
          <a:bodyPr/>
          <a:lstStyle/>
          <a:p>
            <a:r>
              <a:rPr lang="en-US" altLang="zh-CN"/>
              <a:t>Figure 9-10 Port TAP</a:t>
            </a: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E562C-7896-DE55-DC57-8C61F3550EAB}"/>
              </a:ext>
            </a:extLst>
          </p:cNvPr>
          <p:cNvSpPr>
            <a:spLocks noGrp="1"/>
          </p:cNvSpPr>
          <p:nvPr>
            <p:ph type="title"/>
          </p:nvPr>
        </p:nvSpPr>
        <p:spPr/>
        <p:txBody>
          <a:bodyPr/>
          <a:lstStyle/>
          <a:p>
            <a:pPr>
              <a:defRPr/>
            </a:pPr>
            <a:r>
              <a:rPr lang="en-US" altLang="zh-CN" dirty="0"/>
              <a:t>Technologies for Monitoring and Managing</a:t>
            </a:r>
            <a:endParaRPr lang="zh-CN" altLang="en-US" dirty="0"/>
          </a:p>
        </p:txBody>
      </p:sp>
      <p:sp>
        <p:nvSpPr>
          <p:cNvPr id="52227" name="Text Placeholder 3">
            <a:extLst>
              <a:ext uri="{FF2B5EF4-FFF2-40B4-BE49-F238E27FC236}">
                <a16:creationId xmlns:a16="http://schemas.microsoft.com/office/drawing/2014/main" id="{6B1E39AE-9448-3F29-A968-B37E178D8EE0}"/>
              </a:ext>
            </a:extLst>
          </p:cNvPr>
          <p:cNvSpPr>
            <a:spLocks noGrp="1"/>
          </p:cNvSpPr>
          <p:nvPr>
            <p:ph type="body" sz="quarter" idx="11"/>
          </p:nvPr>
        </p:nvSpPr>
        <p:spPr>
          <a:xfrm>
            <a:off x="7115175" y="4652963"/>
            <a:ext cx="3976688" cy="320675"/>
          </a:xfrm>
        </p:spPr>
        <p:txBody>
          <a:bodyPr/>
          <a:lstStyle/>
          <a:p>
            <a:r>
              <a:rPr lang="en-US" altLang="zh-CN"/>
              <a:t>Figure 9-11 Port Mirroring</a:t>
            </a:r>
            <a:endParaRPr lang="zh-CN" altLang="en-US"/>
          </a:p>
        </p:txBody>
      </p:sp>
      <p:pic>
        <p:nvPicPr>
          <p:cNvPr id="52228" name="Picture Placeholder 5" descr="An illustration explaining port mirroring. The diagram shows a switch and a router connected to each other. An out-of-band monitoring tool is connected to the switch. The switch is a managed one which supports port mirroring. This allows the switch to be configured in order to copy or mirror the traffic on some or all ports to a designated monitoring port on the switch.">
            <a:extLst>
              <a:ext uri="{FF2B5EF4-FFF2-40B4-BE49-F238E27FC236}">
                <a16:creationId xmlns:a16="http://schemas.microsoft.com/office/drawing/2014/main" id="{F1411B5F-8C80-5F6C-3249-81BB888222EF}"/>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1684338" y="1939925"/>
            <a:ext cx="4756150" cy="3033713"/>
          </a:xfr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B04A8-A6A8-F726-9023-20688DEE036E}"/>
              </a:ext>
            </a:extLst>
          </p:cNvPr>
          <p:cNvSpPr>
            <a:spLocks noGrp="1"/>
          </p:cNvSpPr>
          <p:nvPr>
            <p:ph type="title"/>
          </p:nvPr>
        </p:nvSpPr>
        <p:spPr/>
        <p:txBody>
          <a:bodyPr/>
          <a:lstStyle/>
          <a:p>
            <a:pPr>
              <a:defRPr/>
            </a:pPr>
            <a:r>
              <a:rPr lang="en-US" altLang="zh-CN" dirty="0"/>
              <a:t>Technologies for Monitoring and Managing</a:t>
            </a:r>
            <a:endParaRPr lang="zh-CN" altLang="en-US" dirty="0"/>
          </a:p>
        </p:txBody>
      </p:sp>
      <p:sp>
        <p:nvSpPr>
          <p:cNvPr id="53251" name="Text Placeholder 2">
            <a:extLst>
              <a:ext uri="{FF2B5EF4-FFF2-40B4-BE49-F238E27FC236}">
                <a16:creationId xmlns:a16="http://schemas.microsoft.com/office/drawing/2014/main" id="{0900C608-1736-3D8F-A9A5-E5976FCBD106}"/>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File Integrity Monitors</a:t>
            </a:r>
          </a:p>
          <a:p>
            <a:pPr lvl="1">
              <a:buFont typeface="Arial" panose="020B0604020202020204" pitchFamily="34" charset="0"/>
              <a:buChar char="•"/>
            </a:pPr>
            <a:r>
              <a:rPr lang="en-US" altLang="zh-CN" b="1"/>
              <a:t>File integrity monitors </a:t>
            </a:r>
            <a:r>
              <a:rPr lang="en-US" altLang="zh-CN"/>
              <a:t>examine files to see if they have changed</a:t>
            </a:r>
          </a:p>
          <a:p>
            <a:pPr lvl="1">
              <a:buFont typeface="Arial" panose="020B0604020202020204" pitchFamily="34" charset="0"/>
              <a:buChar char="•"/>
            </a:pPr>
            <a:r>
              <a:rPr lang="en-US" altLang="zh-CN"/>
              <a:t>File integrity monitors are used for detecting malware as well as maintaining compliance with industry-specific regulations</a:t>
            </a:r>
          </a:p>
          <a:p>
            <a:pPr>
              <a:buFont typeface="Arial" panose="020B0604020202020204" pitchFamily="34" charset="0"/>
              <a:buChar char="•"/>
            </a:pPr>
            <a:r>
              <a:rPr lang="en-US" altLang="zh-CN"/>
              <a:t>Quality of Service (QoS)</a:t>
            </a:r>
          </a:p>
          <a:p>
            <a:pPr lvl="1">
              <a:buFont typeface="Arial" panose="020B0604020202020204" pitchFamily="34" charset="0"/>
              <a:buChar char="•"/>
            </a:pPr>
            <a:r>
              <a:rPr lang="en-US" altLang="zh-CN" b="1"/>
              <a:t>QoS</a:t>
            </a:r>
            <a:r>
              <a:rPr lang="en-US" altLang="zh-CN"/>
              <a:t> is a set of network technologies used to guarantee its ability to dependably serve network resources and high-priority applications to endpoints</a:t>
            </a:r>
          </a:p>
          <a:p>
            <a:pPr lvl="1">
              <a:buFont typeface="Arial" panose="020B0604020202020204" pitchFamily="34" charset="0"/>
              <a:buChar char="•"/>
            </a:pPr>
            <a:r>
              <a:rPr lang="en-US" altLang="zh-CN"/>
              <a:t>A network administrator can assign the order in which packets are handled and the amount of bandwidth given to an application or traffic flow (called </a:t>
            </a:r>
            <a:r>
              <a:rPr lang="en-US" altLang="zh-CN" b="1"/>
              <a:t>traffic shaping</a:t>
            </a:r>
            <a:r>
              <a:rPr lang="en-US" altLang="zh-CN"/>
              <a:t>)</a:t>
            </a:r>
          </a:p>
          <a:p>
            <a:pPr lvl="1">
              <a:buFont typeface="Arial" panose="020B0604020202020204" pitchFamily="34" charset="0"/>
              <a:buChar char="•"/>
            </a:pPr>
            <a:r>
              <a:rPr lang="en-US" altLang="zh-CN"/>
              <a:t>Almost all firewalls today recognize QoS settings</a:t>
            </a: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E47F2-589C-7A81-D6E6-EE9DF88F0689}"/>
              </a:ext>
            </a:extLst>
          </p:cNvPr>
          <p:cNvSpPr>
            <a:spLocks noGrp="1"/>
          </p:cNvSpPr>
          <p:nvPr>
            <p:ph type="title"/>
          </p:nvPr>
        </p:nvSpPr>
        <p:spPr/>
        <p:txBody>
          <a:bodyPr/>
          <a:lstStyle/>
          <a:p>
            <a:pPr>
              <a:defRPr/>
            </a:pPr>
            <a:r>
              <a:rPr lang="en-US" altLang="zh-CN" dirty="0"/>
              <a:t>Design Technologies</a:t>
            </a:r>
            <a:endParaRPr lang="zh-CN" altLang="en-US" dirty="0"/>
          </a:p>
        </p:txBody>
      </p:sp>
      <p:sp>
        <p:nvSpPr>
          <p:cNvPr id="54275" name="Text Placeholder 2">
            <a:extLst>
              <a:ext uri="{FF2B5EF4-FFF2-40B4-BE49-F238E27FC236}">
                <a16:creationId xmlns:a16="http://schemas.microsoft.com/office/drawing/2014/main" id="{6A4A2884-B9B4-75A4-EACD-B3C1FB25EEB5}"/>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Network Segmentation</a:t>
            </a:r>
          </a:p>
          <a:p>
            <a:pPr lvl="1">
              <a:buFont typeface="Arial" panose="020B0604020202020204" pitchFamily="34" charset="0"/>
              <a:buChar char="•"/>
            </a:pPr>
            <a:r>
              <a:rPr lang="en-US" altLang="zh-CN"/>
              <a:t>Examples of network segmentation include virtual LANs and a demilitarized zone</a:t>
            </a:r>
          </a:p>
          <a:p>
            <a:pPr lvl="1">
              <a:buFont typeface="Arial" panose="020B0604020202020204" pitchFamily="34" charset="0"/>
              <a:buChar char="•"/>
            </a:pPr>
            <a:r>
              <a:rPr lang="en-US" altLang="zh-CN"/>
              <a:t>Zero trust is a strategic initiative about networks that is designed to prevent successful attacks</a:t>
            </a:r>
          </a:p>
          <a:p>
            <a:pPr lvl="2">
              <a:buFont typeface="Arial" panose="020B0604020202020204" pitchFamily="34" charset="0"/>
              <a:buChar char="•"/>
            </a:pPr>
            <a:r>
              <a:rPr lang="en-US" altLang="zh-CN"/>
              <a:t>It attempts to eliminate the concept of trust from an organization’s network architecture</a:t>
            </a:r>
          </a:p>
          <a:p>
            <a:pPr lvl="1">
              <a:buFont typeface="Arial" panose="020B0604020202020204" pitchFamily="34" charset="0"/>
              <a:buChar char="•"/>
            </a:pPr>
            <a:r>
              <a:rPr lang="en-US" altLang="zh-CN"/>
              <a:t>Zero trust requires that networks be segmented</a:t>
            </a:r>
          </a:p>
          <a:p>
            <a:pPr lvl="1">
              <a:buFont typeface="Arial" panose="020B0604020202020204" pitchFamily="34" charset="0"/>
              <a:buChar char="•"/>
            </a:pPr>
            <a:r>
              <a:rPr lang="en-US" altLang="zh-CN"/>
              <a:t>A network can be segmented by separating devices into logical groups by creating a </a:t>
            </a:r>
            <a:r>
              <a:rPr lang="en-US" altLang="zh-CN" b="1"/>
              <a:t>virtual LAN (VLAN)</a:t>
            </a:r>
          </a:p>
          <a:p>
            <a:pPr lvl="1">
              <a:buFont typeface="Arial" panose="020B0604020202020204" pitchFamily="34" charset="0"/>
              <a:buChar char="•"/>
            </a:pPr>
            <a:r>
              <a:rPr lang="en-US" altLang="zh-CN"/>
              <a:t>VLANs can be isolated so that sensitive data is transported only to members of the VLAN</a:t>
            </a: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5921-3157-87C7-75B6-9FA137A7D3B1}"/>
              </a:ext>
            </a:extLst>
          </p:cNvPr>
          <p:cNvSpPr>
            <a:spLocks noGrp="1"/>
          </p:cNvSpPr>
          <p:nvPr>
            <p:ph type="title"/>
          </p:nvPr>
        </p:nvSpPr>
        <p:spPr/>
        <p:txBody>
          <a:bodyPr/>
          <a:lstStyle/>
          <a:p>
            <a:pPr>
              <a:defRPr/>
            </a:pPr>
            <a:r>
              <a:rPr lang="en-US" altLang="zh-CN" dirty="0"/>
              <a:t>Design Technologies</a:t>
            </a:r>
            <a:endParaRPr lang="zh-CN" altLang="en-US" dirty="0"/>
          </a:p>
        </p:txBody>
      </p:sp>
      <p:sp>
        <p:nvSpPr>
          <p:cNvPr id="55299" name="Text Placeholder 2">
            <a:extLst>
              <a:ext uri="{FF2B5EF4-FFF2-40B4-BE49-F238E27FC236}">
                <a16:creationId xmlns:a16="http://schemas.microsoft.com/office/drawing/2014/main" id="{2CA42242-0C13-A653-5D32-67DC2E2413B9}"/>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Network Segmentation (continued)</a:t>
            </a:r>
          </a:p>
          <a:p>
            <a:pPr lvl="1">
              <a:buFont typeface="Arial" panose="020B0604020202020204" pitchFamily="34" charset="0"/>
              <a:buChar char="•"/>
            </a:pPr>
            <a:r>
              <a:rPr lang="en-US" altLang="en-US"/>
              <a:t>A </a:t>
            </a:r>
            <a:r>
              <a:rPr lang="en-US" altLang="en-US" i="1"/>
              <a:t>demilitarized zone (DMZ)</a:t>
            </a:r>
            <a:r>
              <a:rPr lang="en-US" altLang="en-US"/>
              <a:t> is a separate network located outside secure network perimeter</a:t>
            </a:r>
          </a:p>
          <a:p>
            <a:pPr lvl="1">
              <a:buFont typeface="Arial" panose="020B0604020202020204" pitchFamily="34" charset="0"/>
              <a:buChar char="•"/>
            </a:pPr>
            <a:r>
              <a:rPr lang="en-US" altLang="en-US"/>
              <a:t>Untrusted outside users can access DMZ but cannot enter the secure network</a:t>
            </a:r>
          </a:p>
          <a:p>
            <a:pPr lvl="1">
              <a:buFont typeface="Arial" panose="020B0604020202020204" pitchFamily="34" charset="0"/>
              <a:buChar char="•"/>
            </a:pPr>
            <a:r>
              <a:rPr lang="en-US" altLang="en-US"/>
              <a:t>A common approach to configuring a DMZ is to use a </a:t>
            </a:r>
            <a:r>
              <a:rPr lang="en-US" altLang="en-US" b="1"/>
              <a:t>jump box </a:t>
            </a:r>
            <a:r>
              <a:rPr lang="en-US" altLang="en-US"/>
              <a:t>(sometimes called a </a:t>
            </a:r>
            <a:r>
              <a:rPr lang="en-US" altLang="en-US" i="1"/>
              <a:t>jump server </a:t>
            </a:r>
            <a:r>
              <a:rPr lang="en-US" altLang="en-US"/>
              <a:t>or </a:t>
            </a:r>
            <a:r>
              <a:rPr lang="en-US" altLang="en-US" i="1"/>
              <a:t>jump host</a:t>
            </a:r>
            <a:r>
              <a:rPr lang="en-US" altLang="en-US"/>
              <a:t>)</a:t>
            </a:r>
          </a:p>
          <a:p>
            <a:pPr lvl="2">
              <a:buFont typeface="Arial" panose="020B0604020202020204" pitchFamily="34" charset="0"/>
              <a:buChar char="•"/>
            </a:pPr>
            <a:r>
              <a:rPr lang="en-US" altLang="en-US"/>
              <a:t>A jump box is a minimally configured administrator server that connects two dissimilar security zones while providing tightly restricted access between them</a:t>
            </a:r>
          </a:p>
          <a:p>
            <a:pPr>
              <a:buFont typeface="Arial" panose="020B0604020202020204" pitchFamily="34" charset="0"/>
              <a:buChar char="•"/>
            </a:pPr>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C039C-F338-2EDD-7C9E-A4177DE1CD80}"/>
              </a:ext>
            </a:extLst>
          </p:cNvPr>
          <p:cNvSpPr>
            <a:spLocks noGrp="1"/>
          </p:cNvSpPr>
          <p:nvPr>
            <p:ph type="title"/>
          </p:nvPr>
        </p:nvSpPr>
        <p:spPr/>
        <p:txBody>
          <a:bodyPr/>
          <a:lstStyle/>
          <a:p>
            <a:pPr>
              <a:defRPr/>
            </a:pPr>
            <a:r>
              <a:rPr lang="en-US" altLang="zh-CN" dirty="0"/>
              <a:t>Design Technologies</a:t>
            </a:r>
            <a:endParaRPr lang="zh-CN" altLang="en-US" dirty="0"/>
          </a:p>
        </p:txBody>
      </p:sp>
      <p:pic>
        <p:nvPicPr>
          <p:cNvPr id="56323" name="Picture Placeholder 4" descr="A network diagram illustrating a demilitarized zone with two firewalls. The diagram shows a firewall that has three network interfaces. The first network interface is connected to a router that is further connected to the Internet. The second network interface is connected to a switch that is further connected to the demilitarized zone. The web server and email server are connected to the switch in the demilitarized zone. The third network interface is connected to another firewall which forms a secure internal local area network. This network has a switch that is connected to  a database server and application server. ">
            <a:extLst>
              <a:ext uri="{FF2B5EF4-FFF2-40B4-BE49-F238E27FC236}">
                <a16:creationId xmlns:a16="http://schemas.microsoft.com/office/drawing/2014/main" id="{1246633F-0CA2-B26A-629D-D75CA946180D}"/>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1406525" y="2252663"/>
            <a:ext cx="5270500" cy="2984500"/>
          </a:xfrm>
        </p:spPr>
      </p:pic>
      <p:sp>
        <p:nvSpPr>
          <p:cNvPr id="56324" name="Text Placeholder 3">
            <a:extLst>
              <a:ext uri="{FF2B5EF4-FFF2-40B4-BE49-F238E27FC236}">
                <a16:creationId xmlns:a16="http://schemas.microsoft.com/office/drawing/2014/main" id="{C12F86B1-50CC-59FF-5E3C-902BE6AAB9D9}"/>
              </a:ext>
            </a:extLst>
          </p:cNvPr>
          <p:cNvSpPr>
            <a:spLocks noGrp="1"/>
          </p:cNvSpPr>
          <p:nvPr>
            <p:ph type="body" sz="quarter" idx="11"/>
          </p:nvPr>
        </p:nvSpPr>
        <p:spPr>
          <a:xfrm>
            <a:off x="7208838" y="4875213"/>
            <a:ext cx="3976687" cy="350837"/>
          </a:xfrm>
        </p:spPr>
        <p:txBody>
          <a:bodyPr/>
          <a:lstStyle/>
          <a:p>
            <a:r>
              <a:rPr lang="en-US" altLang="zh-CN"/>
              <a:t>Figure 9-12 DMZ with two firewalls</a:t>
            </a: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2DCB6-25EF-505E-254F-2E669D671F8E}"/>
              </a:ext>
            </a:extLst>
          </p:cNvPr>
          <p:cNvSpPr>
            <a:spLocks noGrp="1"/>
          </p:cNvSpPr>
          <p:nvPr>
            <p:ph type="title"/>
          </p:nvPr>
        </p:nvSpPr>
        <p:spPr/>
        <p:txBody>
          <a:bodyPr/>
          <a:lstStyle/>
          <a:p>
            <a:pPr>
              <a:defRPr/>
            </a:pPr>
            <a:r>
              <a:rPr lang="en-US" altLang="zh-CN" dirty="0"/>
              <a:t>Design Technologies</a:t>
            </a:r>
            <a:endParaRPr lang="zh-CN" altLang="en-US" dirty="0"/>
          </a:p>
        </p:txBody>
      </p:sp>
      <p:sp>
        <p:nvSpPr>
          <p:cNvPr id="57347" name="Text Placeholder 3">
            <a:extLst>
              <a:ext uri="{FF2B5EF4-FFF2-40B4-BE49-F238E27FC236}">
                <a16:creationId xmlns:a16="http://schemas.microsoft.com/office/drawing/2014/main" id="{E6ACE489-E9AA-0F9A-7D2E-55FC7AC915EC}"/>
              </a:ext>
            </a:extLst>
          </p:cNvPr>
          <p:cNvSpPr>
            <a:spLocks noGrp="1"/>
          </p:cNvSpPr>
          <p:nvPr>
            <p:ph type="body" sz="quarter" idx="11"/>
          </p:nvPr>
        </p:nvSpPr>
        <p:spPr>
          <a:xfrm>
            <a:off x="7208838" y="4875213"/>
            <a:ext cx="3976687" cy="350837"/>
          </a:xfrm>
        </p:spPr>
        <p:txBody>
          <a:bodyPr/>
          <a:lstStyle/>
          <a:p>
            <a:r>
              <a:rPr lang="en-US" altLang="zh-CN"/>
              <a:t>Figure 9-13 Jump box</a:t>
            </a:r>
            <a:endParaRPr lang="zh-CN" altLang="en-US"/>
          </a:p>
        </p:txBody>
      </p:sp>
      <p:pic>
        <p:nvPicPr>
          <p:cNvPr id="57348" name="Picture Placeholder 5" descr="A network diagram illustrating a jump box which is used by administrators to access the hardware and software in a demilitarized zone. The diagram shows a firewall that has three network interfaces. The first network interface is connected to a router that is further connected to the Internet. The second network interface is connected to a switch that is further connected to the demilitarized zone. The web server and email server are connected to a jump box in the demilitarized zone. The jump box is connected to the switch.  The third network interface is connected to another firewall which forms a secure internal local area network. This network has a switch that is connected to  a database server and application server. ">
            <a:extLst>
              <a:ext uri="{FF2B5EF4-FFF2-40B4-BE49-F238E27FC236}">
                <a16:creationId xmlns:a16="http://schemas.microsoft.com/office/drawing/2014/main" id="{11F3A969-FFF1-3DB9-5810-1F1D487A67D0}"/>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1803400" y="1870075"/>
            <a:ext cx="4895850" cy="3355975"/>
          </a:xfr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4C28-8FCA-DA00-61AF-E53C4AA5A934}"/>
              </a:ext>
            </a:extLst>
          </p:cNvPr>
          <p:cNvSpPr>
            <a:spLocks noGrp="1"/>
          </p:cNvSpPr>
          <p:nvPr>
            <p:ph type="title"/>
          </p:nvPr>
        </p:nvSpPr>
        <p:spPr/>
        <p:txBody>
          <a:bodyPr/>
          <a:lstStyle/>
          <a:p>
            <a:pPr>
              <a:defRPr/>
            </a:pPr>
            <a:r>
              <a:rPr lang="en-US" altLang="zh-CN" dirty="0"/>
              <a:t>Design Technologies</a:t>
            </a:r>
            <a:endParaRPr lang="zh-CN" altLang="en-US" dirty="0"/>
          </a:p>
        </p:txBody>
      </p:sp>
      <p:sp>
        <p:nvSpPr>
          <p:cNvPr id="58371" name="Text Placeholder 2">
            <a:extLst>
              <a:ext uri="{FF2B5EF4-FFF2-40B4-BE49-F238E27FC236}">
                <a16:creationId xmlns:a16="http://schemas.microsoft.com/office/drawing/2014/main" id="{B18AB4E1-8E44-9191-471F-A4B5FD4719AC}"/>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Load Balancing </a:t>
            </a:r>
          </a:p>
          <a:p>
            <a:pPr lvl="1">
              <a:buFont typeface="Arial" panose="020B0604020202020204" pitchFamily="34" charset="0"/>
              <a:buChar char="•"/>
            </a:pPr>
            <a:r>
              <a:rPr lang="en-US" altLang="en-US" b="1"/>
              <a:t>Load balancing </a:t>
            </a:r>
            <a:r>
              <a:rPr lang="en-US" altLang="en-US"/>
              <a:t>is a technology that can help to evenly distribute work across a network and can allocate requests among multiple devices</a:t>
            </a:r>
          </a:p>
          <a:p>
            <a:pPr lvl="1">
              <a:buFont typeface="Arial" panose="020B0604020202020204" pitchFamily="34" charset="0"/>
              <a:buChar char="•"/>
            </a:pPr>
            <a:r>
              <a:rPr lang="en-US" altLang="en-US"/>
              <a:t>Advantages of load-balancing technology:</a:t>
            </a:r>
          </a:p>
          <a:p>
            <a:pPr lvl="2">
              <a:buFont typeface="Arial" panose="020B0604020202020204" pitchFamily="34" charset="0"/>
              <a:buChar char="•"/>
            </a:pPr>
            <a:r>
              <a:rPr lang="en-US" altLang="en-US"/>
              <a:t>Reduces probability of overloading a single server</a:t>
            </a:r>
          </a:p>
          <a:p>
            <a:pPr lvl="2">
              <a:buFont typeface="Arial" panose="020B0604020202020204" pitchFamily="34" charset="0"/>
              <a:buChar char="•"/>
            </a:pPr>
            <a:r>
              <a:rPr lang="en-US" altLang="en-US"/>
              <a:t>Optimizes bandwidth of network computers</a:t>
            </a:r>
          </a:p>
          <a:p>
            <a:pPr lvl="1">
              <a:buFont typeface="Arial" panose="020B0604020202020204" pitchFamily="34" charset="0"/>
              <a:buChar char="•"/>
            </a:pPr>
            <a:r>
              <a:rPr lang="en-US" altLang="en-US"/>
              <a:t>Load balancing is achieved through software or hardware device (</a:t>
            </a:r>
            <a:r>
              <a:rPr lang="en-US" altLang="en-US" i="1"/>
              <a:t>load balancer</a:t>
            </a:r>
            <a:r>
              <a:rPr lang="en-US" altLang="en-US"/>
              <a:t>)</a:t>
            </a:r>
          </a:p>
          <a:p>
            <a:pPr lvl="1">
              <a:buFont typeface="Arial" panose="020B0604020202020204" pitchFamily="34" charset="0"/>
              <a:buChar char="•"/>
            </a:pPr>
            <a:r>
              <a:rPr lang="en-US" altLang="en-US"/>
              <a:t>Different scheduling protocols used in load balancers:</a:t>
            </a:r>
          </a:p>
          <a:p>
            <a:pPr lvl="2">
              <a:buFont typeface="Arial" panose="020B0604020202020204" pitchFamily="34" charset="0"/>
              <a:buChar char="•"/>
            </a:pPr>
            <a:r>
              <a:rPr lang="en-US" altLang="en-US" i="1"/>
              <a:t>Round-robin</a:t>
            </a:r>
          </a:p>
          <a:p>
            <a:pPr lvl="2">
              <a:buFont typeface="Arial" panose="020B0604020202020204" pitchFamily="34" charset="0"/>
              <a:buChar char="•"/>
            </a:pPr>
            <a:r>
              <a:rPr lang="en-US" altLang="en-US" i="1"/>
              <a:t>Affinity</a:t>
            </a:r>
          </a:p>
          <a:p>
            <a:pPr lvl="1">
              <a:buFont typeface="Arial" panose="020B0604020202020204" pitchFamily="34" charset="0"/>
              <a:buChar char="•"/>
            </a:pP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B17D2-D890-42A2-075D-75AC9B3D4FDA}"/>
              </a:ext>
            </a:extLst>
          </p:cNvPr>
          <p:cNvSpPr>
            <a:spLocks noGrp="1"/>
          </p:cNvSpPr>
          <p:nvPr>
            <p:ph type="title"/>
          </p:nvPr>
        </p:nvSpPr>
        <p:spPr/>
        <p:txBody>
          <a:bodyPr/>
          <a:lstStyle/>
          <a:p>
            <a:pPr>
              <a:defRPr/>
            </a:pPr>
            <a:r>
              <a:rPr lang="en-US" altLang="zh-CN" dirty="0"/>
              <a:t>Design Technologies</a:t>
            </a:r>
            <a:endParaRPr lang="zh-CN" altLang="en-US" dirty="0"/>
          </a:p>
        </p:txBody>
      </p:sp>
      <p:pic>
        <p:nvPicPr>
          <p:cNvPr id="59395" name="Picture 2" descr="Sensors | Free Full-Text | Experimental Setup for Investigating the  Efficient Load Balancing Algorithms on Virtual Cloud">
            <a:extLst>
              <a:ext uri="{FF2B5EF4-FFF2-40B4-BE49-F238E27FC236}">
                <a16:creationId xmlns:a16="http://schemas.microsoft.com/office/drawing/2014/main" id="{AA94DCE9-D8F8-BC27-4223-43E2DB6F33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5213" y="1657350"/>
            <a:ext cx="7361237" cy="430212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71932-4F45-E8F0-FE68-4B4C335FC401}"/>
              </a:ext>
            </a:extLst>
          </p:cNvPr>
          <p:cNvSpPr>
            <a:spLocks noGrp="1"/>
          </p:cNvSpPr>
          <p:nvPr>
            <p:ph type="title"/>
          </p:nvPr>
        </p:nvSpPr>
        <p:spPr/>
        <p:txBody>
          <a:bodyPr/>
          <a:lstStyle/>
          <a:p>
            <a:pPr>
              <a:defRPr/>
            </a:pPr>
            <a:r>
              <a:rPr lang="en-US" altLang="zh-CN" dirty="0"/>
              <a:t>Design Technologies</a:t>
            </a:r>
            <a:endParaRPr lang="zh-CN" altLang="en-US" dirty="0"/>
          </a:p>
        </p:txBody>
      </p:sp>
      <p:sp>
        <p:nvSpPr>
          <p:cNvPr id="60419" name="Text Placeholder 2">
            <a:extLst>
              <a:ext uri="{FF2B5EF4-FFF2-40B4-BE49-F238E27FC236}">
                <a16:creationId xmlns:a16="http://schemas.microsoft.com/office/drawing/2014/main" id="{55EB0499-DB9F-4714-6150-2C0D09ED9080}"/>
              </a:ext>
            </a:extLst>
          </p:cNvPr>
          <p:cNvSpPr>
            <a:spLocks noGrp="1"/>
          </p:cNvSpPr>
          <p:nvPr>
            <p:ph type="body" sz="quarter" idx="17"/>
          </p:nvPr>
        </p:nvSpPr>
        <p:spPr>
          <a:xfrm>
            <a:off x="742950" y="1638300"/>
            <a:ext cx="10712450" cy="4394200"/>
          </a:xfrm>
        </p:spPr>
        <p:txBody>
          <a:bodyPr/>
          <a:lstStyle/>
          <a:p>
            <a:pPr>
              <a:buFont typeface="Arial" panose="020B0604020202020204" pitchFamily="34" charset="0"/>
              <a:buChar char="•"/>
            </a:pPr>
            <a:r>
              <a:rPr lang="en-US" altLang="zh-CN"/>
              <a:t>Load Balancing (continued)</a:t>
            </a:r>
          </a:p>
          <a:p>
            <a:pPr lvl="1">
              <a:buFont typeface="Arial" panose="020B0604020202020204" pitchFamily="34" charset="0"/>
              <a:buChar char="•"/>
            </a:pPr>
            <a:r>
              <a:rPr lang="en-US" altLang="en-US"/>
              <a:t>Security advantages of using a load balancer:</a:t>
            </a:r>
          </a:p>
          <a:p>
            <a:pPr lvl="2">
              <a:buFont typeface="Arial" panose="020B0604020202020204" pitchFamily="34" charset="0"/>
              <a:buChar char="•"/>
            </a:pPr>
            <a:r>
              <a:rPr lang="en-US" altLang="en-US"/>
              <a:t>They can detect and stop attacks directed at a server or application</a:t>
            </a:r>
          </a:p>
          <a:p>
            <a:pPr lvl="2">
              <a:buFont typeface="Arial" panose="020B0604020202020204" pitchFamily="34" charset="0"/>
              <a:buChar char="•"/>
            </a:pPr>
            <a:r>
              <a:rPr lang="en-US" altLang="en-US"/>
              <a:t>Can also detect and prevent protocol attacks</a:t>
            </a:r>
          </a:p>
          <a:p>
            <a:pPr lvl="2">
              <a:buFont typeface="Arial" panose="020B0604020202020204" pitchFamily="34" charset="0"/>
              <a:buChar char="•"/>
            </a:pPr>
            <a:r>
              <a:rPr lang="en-US" altLang="en-US"/>
              <a:t>Some load balancers can hide HTTP error pages or remove server identification headers from HTTP responses, denying attackers additional information about the internal network</a:t>
            </a:r>
          </a:p>
          <a:p>
            <a:pPr lvl="1">
              <a:buFont typeface="Arial" panose="020B0604020202020204" pitchFamily="34" charset="0"/>
              <a:buChar char="•"/>
            </a:pPr>
            <a:endParaRPr lang="zh-CN" altLang="en-US"/>
          </a:p>
        </p:txBody>
      </p:sp>
    </p:spTree>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2006_Title/Bullet_Cisco White Temp">
  <a:themeElements>
    <a:clrScheme name="2006_Title/Bullet_Cisco White Temp 1">
      <a:dk1>
        <a:srgbClr val="000000"/>
      </a:dk1>
      <a:lt1>
        <a:srgbClr val="FFFFFF"/>
      </a:lt1>
      <a:dk2>
        <a:srgbClr val="0183B7"/>
      </a:dk2>
      <a:lt2>
        <a:srgbClr val="8E8E95"/>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2006_Title/Bullet_Cisco White Temp">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2"/>
          </a:solidFill>
          <a:prstDash val="solid"/>
          <a:round/>
          <a:headEnd type="none" w="med" len="med"/>
          <a:tailEnd type="triangl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2"/>
          </a:solidFill>
          <a:prstDash val="solid"/>
          <a:round/>
          <a:headEnd type="none" w="med" len="med"/>
          <a:tailEnd type="triangl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2006_Title/Bullet_Cisco White Temp 1">
        <a:dk1>
          <a:srgbClr val="000000"/>
        </a:dk1>
        <a:lt1>
          <a:srgbClr val="FFFFFF"/>
        </a:lt1>
        <a:dk2>
          <a:srgbClr val="0183B7"/>
        </a:dk2>
        <a:lt2>
          <a:srgbClr val="8E8E95"/>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006_Segue/Q&amp;A_Cisco White Temp">
  <a:themeElements>
    <a:clrScheme name="2006_Segue/Q&amp;A_Cisco White Temp 1">
      <a:dk1>
        <a:srgbClr val="000000"/>
      </a:dk1>
      <a:lt1>
        <a:srgbClr val="FFFFFF"/>
      </a:lt1>
      <a:dk2>
        <a:srgbClr val="0183B7"/>
      </a:dk2>
      <a:lt2>
        <a:srgbClr val="8E8E95"/>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2006_Segue/Q&amp;A_Cisco White Temp">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2"/>
          </a:solidFill>
          <a:prstDash val="solid"/>
          <a:round/>
          <a:headEnd type="none" w="med" len="med"/>
          <a:tailEnd type="triangl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2"/>
          </a:solidFill>
          <a:prstDash val="solid"/>
          <a:round/>
          <a:headEnd type="none" w="med" len="med"/>
          <a:tailEnd type="triangl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2006_Segue/Q&amp;A_Cisco White Temp 1">
        <a:dk1>
          <a:srgbClr val="000000"/>
        </a:dk1>
        <a:lt1>
          <a:srgbClr val="FFFFFF"/>
        </a:lt1>
        <a:dk2>
          <a:srgbClr val="0183B7"/>
        </a:dk2>
        <a:lt2>
          <a:srgbClr val="8E8E95"/>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5A1244B708FF478772D9F5BE92EA81" ma:contentTypeVersion="13" ma:contentTypeDescription="Create a new document." ma:contentTypeScope="" ma:versionID="1d9ede3014a601a275613d9fbad69678">
  <xsd:schema xmlns:xsd="http://www.w3.org/2001/XMLSchema" xmlns:xs="http://www.w3.org/2001/XMLSchema" xmlns:p="http://schemas.microsoft.com/office/2006/metadata/properties" xmlns:ns3="0e4f2584-2fae-42b4-b977-142c5a2a3cc9" xmlns:ns4="4d62a9a3-2ad3-4c4a-963b-51ff34f52dba" targetNamespace="http://schemas.microsoft.com/office/2006/metadata/properties" ma:root="true" ma:fieldsID="928fa8ab44ecc9b73b1651c1e723e5cf" ns3:_="" ns4:_="">
    <xsd:import namespace="0e4f2584-2fae-42b4-b977-142c5a2a3cc9"/>
    <xsd:import namespace="4d62a9a3-2ad3-4c4a-963b-51ff34f52dba"/>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4:SharedWithUsers" minOccurs="0"/>
                <xsd:element ref="ns4:SharedWithDetails" minOccurs="0"/>
                <xsd:element ref="ns4:SharingHintHash"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4f2584-2fae-42b4-b977-142c5a2a3c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d62a9a3-2ad3-4c4a-963b-51ff34f52db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2347AF-95AB-4E04-8624-FB016710EF0A}">
  <ds:schemaRefs>
    <ds:schemaRef ds:uri="http://schemas.microsoft.com/sharepoint/v3/contenttype/forms"/>
  </ds:schemaRefs>
</ds:datastoreItem>
</file>

<file path=customXml/itemProps2.xml><?xml version="1.0" encoding="utf-8"?>
<ds:datastoreItem xmlns:ds="http://schemas.openxmlformats.org/officeDocument/2006/customXml" ds:itemID="{2FEEC99E-C6F6-41AE-AF58-A239DE4046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4f2584-2fae-42b4-b977-142c5a2a3cc9"/>
    <ds:schemaRef ds:uri="4d62a9a3-2ad3-4c4a-963b-51ff34f52d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Ciscopresentationwhite.10.3.06</Template>
  <TotalTime>21708</TotalTime>
  <Pages>28</Pages>
  <Words>1912</Words>
  <Application>Microsoft Office PowerPoint</Application>
  <PresentationFormat>Widescreen</PresentationFormat>
  <Paragraphs>208</Paragraphs>
  <Slides>38</Slides>
  <Notes>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38</vt:i4>
      </vt:variant>
    </vt:vector>
  </HeadingPairs>
  <TitlesOfParts>
    <vt:vector size="47" baseType="lpstr">
      <vt:lpstr>ArialMT</vt:lpstr>
      <vt:lpstr>Arial</vt:lpstr>
      <vt:lpstr>Calibri</vt:lpstr>
      <vt:lpstr>helvetica</vt:lpstr>
      <vt:lpstr>helvetica</vt:lpstr>
      <vt:lpstr>Wingdings</vt:lpstr>
      <vt:lpstr>2006_Title/Bullet_Cisco White Temp</vt:lpstr>
      <vt:lpstr>2006_Segue/Q&amp;A_Cisco White Temp</vt:lpstr>
      <vt:lpstr>1_Clarity</vt:lpstr>
      <vt:lpstr>PowerPoint Presentation</vt:lpstr>
      <vt:lpstr>Security Appliances</vt:lpstr>
      <vt:lpstr>Firewalls</vt:lpstr>
      <vt:lpstr>Firewalls</vt:lpstr>
      <vt:lpstr>Firewalls</vt:lpstr>
      <vt:lpstr>Firewalls</vt:lpstr>
      <vt:lpstr>Firewalls</vt:lpstr>
      <vt:lpstr>Firewalls</vt:lpstr>
      <vt:lpstr>Firewalls</vt:lpstr>
      <vt:lpstr>Proxy Servers</vt:lpstr>
      <vt:lpstr>Proxy Servers</vt:lpstr>
      <vt:lpstr>Deception Instruments</vt:lpstr>
      <vt:lpstr>Deception Instruments</vt:lpstr>
      <vt:lpstr>Deception Instruments</vt:lpstr>
      <vt:lpstr>Intrusion Detection and Prevention Systems</vt:lpstr>
      <vt:lpstr>Intrusion Detection and Prevention Systems</vt:lpstr>
      <vt:lpstr>Intrusion Detection and Prevention Systems</vt:lpstr>
      <vt:lpstr>Intrusion Detection and Prevention Systems</vt:lpstr>
      <vt:lpstr>Intrusion Detection and Prevention Systems</vt:lpstr>
      <vt:lpstr>Security Technologies</vt:lpstr>
      <vt:lpstr>Access Technologies</vt:lpstr>
      <vt:lpstr>Access Technologies </vt:lpstr>
      <vt:lpstr>Access Technologies</vt:lpstr>
      <vt:lpstr>Access Technologies</vt:lpstr>
      <vt:lpstr>Access Technologies</vt:lpstr>
      <vt:lpstr>Access Technologies</vt:lpstr>
      <vt:lpstr>Access Technologies</vt:lpstr>
      <vt:lpstr>Technologies for Monitoring and Managing</vt:lpstr>
      <vt:lpstr>Technologies for Monitoring and Managing</vt:lpstr>
      <vt:lpstr>Technologies for Monitoring and Managing</vt:lpstr>
      <vt:lpstr>Technologies for Monitoring and Managing</vt:lpstr>
      <vt:lpstr>Design Technologies</vt:lpstr>
      <vt:lpstr>Design Technologies</vt:lpstr>
      <vt:lpstr>Design Technologies</vt:lpstr>
      <vt:lpstr>Design Technologies</vt:lpstr>
      <vt:lpstr>Design Technologies</vt:lpstr>
      <vt:lpstr>Design Technologies</vt:lpstr>
      <vt:lpstr>Design Technologies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Internet and Its Uses</dc:title>
  <dc:creator>CLI</dc:creator>
  <cp:lastModifiedBy>Mazloum, Ali</cp:lastModifiedBy>
  <cp:revision>710</cp:revision>
  <cp:lastPrinted>2017-08-15T17:38:44Z</cp:lastPrinted>
  <dcterms:created xsi:type="dcterms:W3CDTF">2002-08-27T12:04:17Z</dcterms:created>
  <dcterms:modified xsi:type="dcterms:W3CDTF">2025-10-19T18:23:29Z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Jenita Bangloy">
    <vt:lpwstr>12.21.01 - Copyright date changed to 2002</vt:lpwstr>
  </property>
  <property fmtid="{D5CDD505-2E9C-101B-9397-08002B2CF9AE}" pid="3" name="Jenita ">
    <vt:lpwstr>12.21.01 - Line tool now defaults to 3 points size and black color. Previous version created white line which is not visible</vt:lpwstr>
  </property>
  <property fmtid="{D5CDD505-2E9C-101B-9397-08002B2CF9AE}" pid="4" name="JBangloy">
    <vt:lpwstr>12.21.01 - All remaining Helvetica changed to Arial</vt:lpwstr>
  </property>
  <property fmtid="{D5CDD505-2E9C-101B-9397-08002B2CF9AE}" pid="5" name="ContentTypeId">
    <vt:lpwstr>0x010100BB5A1244B708FF478772D9F5BE92EA81</vt:lpwstr>
  </property>
</Properties>
</file>