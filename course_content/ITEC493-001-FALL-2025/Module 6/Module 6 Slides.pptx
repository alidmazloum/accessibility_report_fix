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sldIdLst>
    <p:sldId id="612" r:id="rId2"/>
    <p:sldId id="487" r:id="rId3"/>
    <p:sldId id="489" r:id="rId4"/>
    <p:sldId id="613" r:id="rId5"/>
    <p:sldId id="585" r:id="rId6"/>
    <p:sldId id="586" r:id="rId7"/>
    <p:sldId id="587" r:id="rId8"/>
    <p:sldId id="614" r:id="rId9"/>
    <p:sldId id="584" r:id="rId10"/>
    <p:sldId id="490" r:id="rId11"/>
    <p:sldId id="588" r:id="rId12"/>
    <p:sldId id="589" r:id="rId13"/>
    <p:sldId id="590" r:id="rId14"/>
    <p:sldId id="591" r:id="rId15"/>
    <p:sldId id="592" r:id="rId16"/>
    <p:sldId id="593" r:id="rId17"/>
    <p:sldId id="294" r:id="rId18"/>
    <p:sldId id="296" r:id="rId19"/>
    <p:sldId id="298" r:id="rId20"/>
    <p:sldId id="299" r:id="rId21"/>
    <p:sldId id="323" r:id="rId22"/>
    <p:sldId id="321" r:id="rId23"/>
    <p:sldId id="594" r:id="rId24"/>
    <p:sldId id="610" r:id="rId25"/>
    <p:sldId id="595" r:id="rId26"/>
    <p:sldId id="596" r:id="rId27"/>
    <p:sldId id="597" r:id="rId28"/>
    <p:sldId id="598" r:id="rId29"/>
    <p:sldId id="599" r:id="rId30"/>
    <p:sldId id="600" r:id="rId31"/>
    <p:sldId id="601" r:id="rId32"/>
    <p:sldId id="602" r:id="rId33"/>
    <p:sldId id="603" r:id="rId34"/>
    <p:sldId id="604" r:id="rId35"/>
    <p:sldId id="605" r:id="rId36"/>
    <p:sldId id="606" r:id="rId37"/>
    <p:sldId id="607" r:id="rId38"/>
    <p:sldId id="608" r:id="rId39"/>
    <p:sldId id="60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918" autoAdjust="0"/>
  </p:normalViewPr>
  <p:slideViewPr>
    <p:cSldViewPr snapToGrid="0">
      <p:cViewPr varScale="1">
        <p:scale>
          <a:sx n="71" d="100"/>
          <a:sy n="71" d="100"/>
        </p:scale>
        <p:origin x="19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zloum, Ali" userId="0e46b76c-4dc3-49df-abdc-a913f6f1ee66" providerId="ADAL" clId="{2EA5F1FB-5BC1-47FC-AC55-70C0CC3A9325}"/>
    <pc:docChg chg="modSld">
      <pc:chgData name="Mazloum, Ali" userId="0e46b76c-4dc3-49df-abdc-a913f6f1ee66" providerId="ADAL" clId="{2EA5F1FB-5BC1-47FC-AC55-70C0CC3A9325}" dt="2024-12-01T15:53:02.166" v="0" actId="15"/>
      <pc:docMkLst>
        <pc:docMk/>
      </pc:docMkLst>
      <pc:sldChg chg="modSp mod">
        <pc:chgData name="Mazloum, Ali" userId="0e46b76c-4dc3-49df-abdc-a913f6f1ee66" providerId="ADAL" clId="{2EA5F1FB-5BC1-47FC-AC55-70C0CC3A9325}" dt="2024-12-01T15:53:02.166" v="0" actId="15"/>
        <pc:sldMkLst>
          <pc:docMk/>
          <pc:sldMk cId="0" sldId="593"/>
        </pc:sldMkLst>
      </pc:sldChg>
    </pc:docChg>
  </pc:docChgLst>
  <pc:docChgLst>
    <pc:chgData name="Mazloum, Ali" userId="0e46b76c-4dc3-49df-abdc-a913f6f1ee66" providerId="ADAL" clId="{F292DC57-7BA6-4883-B3DE-813F63FEDC9F}"/>
    <pc:docChg chg="modSld">
      <pc:chgData name="Mazloum, Ali" userId="0e46b76c-4dc3-49df-abdc-a913f6f1ee66" providerId="ADAL" clId="{F292DC57-7BA6-4883-B3DE-813F63FEDC9F}" dt="2025-10-12T15:55:45.307" v="1" actId="20577"/>
      <pc:docMkLst>
        <pc:docMk/>
      </pc:docMkLst>
      <pc:sldChg chg="modSp mod">
        <pc:chgData name="Mazloum, Ali" userId="0e46b76c-4dc3-49df-abdc-a913f6f1ee66" providerId="ADAL" clId="{F292DC57-7BA6-4883-B3DE-813F63FEDC9F}" dt="2025-10-12T15:55:45.307" v="1" actId="20577"/>
        <pc:sldMkLst>
          <pc:docMk/>
          <pc:sldMk cId="1794598905" sldId="612"/>
        </pc:sldMkLst>
        <pc:spChg chg="mod">
          <ac:chgData name="Mazloum, Ali" userId="0e46b76c-4dc3-49df-abdc-a913f6f1ee66" providerId="ADAL" clId="{F292DC57-7BA6-4883-B3DE-813F63FEDC9F}" dt="2025-10-12T15:55:45.307" v="1" actId="20577"/>
          <ac:spMkLst>
            <pc:docMk/>
            <pc:sldMk cId="1794598905" sldId="612"/>
            <ac:spMk id="2" creationId="{0D1F3A99-91F5-44A2-9A29-778E2BCA2F9C}"/>
          </ac:spMkLst>
        </pc:spChg>
      </pc:sldChg>
    </pc:docChg>
  </pc:docChgLst>
  <pc:docChgLst>
    <pc:chgData name="Mazloum, Ali" userId="0e46b76c-4dc3-49df-abdc-a913f6f1ee66" providerId="ADAL" clId="{FD0C25E5-C556-4343-B885-05BCE57A2B99}"/>
    <pc:docChg chg="undo custSel addSld delSld modSld sldOrd">
      <pc:chgData name="Mazloum, Ali" userId="0e46b76c-4dc3-49df-abdc-a913f6f1ee66" providerId="ADAL" clId="{FD0C25E5-C556-4343-B885-05BCE57A2B99}" dt="2025-10-15T13:27:58.164" v="3"/>
      <pc:docMkLst>
        <pc:docMk/>
      </pc:docMkLst>
      <pc:sldChg chg="add del">
        <pc:chgData name="Mazloum, Ali" userId="0e46b76c-4dc3-49df-abdc-a913f6f1ee66" providerId="ADAL" clId="{FD0C25E5-C556-4343-B885-05BCE57A2B99}" dt="2025-10-15T13:27:50.884" v="1" actId="47"/>
        <pc:sldMkLst>
          <pc:docMk/>
          <pc:sldMk cId="0" sldId="489"/>
        </pc:sldMkLst>
      </pc:sldChg>
      <pc:sldChg chg="ord">
        <pc:chgData name="Mazloum, Ali" userId="0e46b76c-4dc3-49df-abdc-a913f6f1ee66" providerId="ADAL" clId="{FD0C25E5-C556-4343-B885-05BCE57A2B99}" dt="2025-10-15T13:27:58.164" v="3"/>
        <pc:sldMkLst>
          <pc:docMk/>
          <pc:sldMk cId="0" sldId="584"/>
        </pc:sldMkLst>
      </pc:sldChg>
      <pc:sldChg chg="add del">
        <pc:chgData name="Mazloum, Ali" userId="0e46b76c-4dc3-49df-abdc-a913f6f1ee66" providerId="ADAL" clId="{FD0C25E5-C556-4343-B885-05BCE57A2B99}" dt="2025-10-15T13:27:50.884" v="1" actId="47"/>
        <pc:sldMkLst>
          <pc:docMk/>
          <pc:sldMk cId="4138265054" sldId="613"/>
        </pc:sldMkLst>
      </pc:sldChg>
    </pc:docChg>
  </pc:docChgLst>
  <pc:docChgLst>
    <pc:chgData name="Mazloum, Ali" userId="0e46b76c-4dc3-49df-abdc-a913f6f1ee66" providerId="ADAL" clId="{34CE9E8C-CA6D-4483-BD85-9E96C0019896}"/>
    <pc:docChg chg="undo redo custSel addSld delSld modSld sldOrd addMainMaster delMainMaster">
      <pc:chgData name="Mazloum, Ali" userId="0e46b76c-4dc3-49df-abdc-a913f6f1ee66" providerId="ADAL" clId="{34CE9E8C-CA6D-4483-BD85-9E96C0019896}" dt="2024-10-16T13:32:20.155" v="324" actId="20577"/>
      <pc:docMkLst>
        <pc:docMk/>
      </pc:docMkLst>
      <pc:sldChg chg="addSp delSp modSp add mod modClrScheme chgLayout">
        <pc:chgData name="Mazloum, Ali" userId="0e46b76c-4dc3-49df-abdc-a913f6f1ee66" providerId="ADAL" clId="{34CE9E8C-CA6D-4483-BD85-9E96C0019896}" dt="2024-10-14T13:56:43.384" v="74" actId="478"/>
        <pc:sldMkLst>
          <pc:docMk/>
          <pc:sldMk cId="0" sldId="294"/>
        </pc:sldMkLst>
      </pc:sldChg>
      <pc:sldChg chg="addSp delSp modSp add mod modClrScheme chgLayout">
        <pc:chgData name="Mazloum, Ali" userId="0e46b76c-4dc3-49df-abdc-a913f6f1ee66" providerId="ADAL" clId="{34CE9E8C-CA6D-4483-BD85-9E96C0019896}" dt="2024-10-14T13:56:48.079" v="75" actId="478"/>
        <pc:sldMkLst>
          <pc:docMk/>
          <pc:sldMk cId="0" sldId="296"/>
        </pc:sldMkLst>
      </pc:sldChg>
      <pc:sldChg chg="addSp delSp modSp add mod modClrScheme chgLayout">
        <pc:chgData name="Mazloum, Ali" userId="0e46b76c-4dc3-49df-abdc-a913f6f1ee66" providerId="ADAL" clId="{34CE9E8C-CA6D-4483-BD85-9E96C0019896}" dt="2024-10-14T13:56:51.919" v="76" actId="478"/>
        <pc:sldMkLst>
          <pc:docMk/>
          <pc:sldMk cId="0" sldId="298"/>
        </pc:sldMkLst>
      </pc:sldChg>
      <pc:sldChg chg="addSp delSp modSp add mod modClrScheme chgLayout">
        <pc:chgData name="Mazloum, Ali" userId="0e46b76c-4dc3-49df-abdc-a913f6f1ee66" providerId="ADAL" clId="{34CE9E8C-CA6D-4483-BD85-9E96C0019896}" dt="2024-10-14T13:56:55.799" v="77" actId="478"/>
        <pc:sldMkLst>
          <pc:docMk/>
          <pc:sldMk cId="0" sldId="299"/>
        </pc:sldMkLst>
      </pc:sldChg>
      <pc:sldChg chg="addSp modSp add mod modClrScheme chgLayout">
        <pc:chgData name="Mazloum, Ali" userId="0e46b76c-4dc3-49df-abdc-a913f6f1ee66" providerId="ADAL" clId="{34CE9E8C-CA6D-4483-BD85-9E96C0019896}" dt="2024-10-14T13:27:32.705" v="28" actId="700"/>
        <pc:sldMkLst>
          <pc:docMk/>
          <pc:sldMk cId="0" sldId="321"/>
        </pc:sldMkLst>
      </pc:sldChg>
      <pc:sldChg chg="addSp modSp add mod modClrScheme chgLayout">
        <pc:chgData name="Mazloum, Ali" userId="0e46b76c-4dc3-49df-abdc-a913f6f1ee66" providerId="ADAL" clId="{34CE9E8C-CA6D-4483-BD85-9E96C0019896}" dt="2024-10-14T13:27:32.705" v="28" actId="700"/>
        <pc:sldMkLst>
          <pc:docMk/>
          <pc:sldMk cId="0" sldId="323"/>
        </pc:sldMkLst>
      </pc:sldChg>
      <pc:sldChg chg="modSp add del mod modClrScheme chgLayout">
        <pc:chgData name="Mazloum, Ali" userId="0e46b76c-4dc3-49df-abdc-a913f6f1ee66" providerId="ADAL" clId="{34CE9E8C-CA6D-4483-BD85-9E96C0019896}" dt="2024-10-16T13:21:35.826" v="295" actId="47"/>
        <pc:sldMkLst>
          <pc:docMk/>
          <pc:sldMk cId="0" sldId="361"/>
        </pc:sldMkLst>
      </pc:sldChg>
      <pc:sldChg chg="modSp add del mod modClrScheme chgLayout">
        <pc:chgData name="Mazloum, Ali" userId="0e46b76c-4dc3-49df-abdc-a913f6f1ee66" providerId="ADAL" clId="{34CE9E8C-CA6D-4483-BD85-9E96C0019896}" dt="2024-10-16T13:21:32.374" v="294" actId="47"/>
        <pc:sldMkLst>
          <pc:docMk/>
          <pc:sldMk cId="0" sldId="362"/>
        </pc:sldMkLst>
      </pc:sldChg>
      <pc:sldChg chg="modSp add del mod">
        <pc:chgData name="Mazloum, Ali" userId="0e46b76c-4dc3-49df-abdc-a913f6f1ee66" providerId="ADAL" clId="{34CE9E8C-CA6D-4483-BD85-9E96C0019896}" dt="2024-10-14T13:25:53.957" v="21" actId="47"/>
        <pc:sldMkLst>
          <pc:docMk/>
          <pc:sldMk cId="0" sldId="480"/>
        </pc:sldMkLst>
      </pc:sldChg>
      <pc:sldChg chg="addSp delSp modSp add mod modClrScheme chgLayout">
        <pc:chgData name="Mazloum, Ali" userId="0e46b76c-4dc3-49df-abdc-a913f6f1ee66" providerId="ADAL" clId="{34CE9E8C-CA6D-4483-BD85-9E96C0019896}" dt="2024-10-14T13:37:36.105" v="43" actId="207"/>
        <pc:sldMkLst>
          <pc:docMk/>
          <pc:sldMk cId="0" sldId="487"/>
        </pc:sldMkLst>
      </pc:sldChg>
      <pc:sldChg chg="modSp add mod modClrScheme chgLayout">
        <pc:chgData name="Mazloum, Ali" userId="0e46b76c-4dc3-49df-abdc-a913f6f1ee66" providerId="ADAL" clId="{34CE9E8C-CA6D-4483-BD85-9E96C0019896}" dt="2024-10-14T13:37:47.318" v="44" actId="207"/>
        <pc:sldMkLst>
          <pc:docMk/>
          <pc:sldMk cId="0" sldId="489"/>
        </pc:sldMkLst>
      </pc:sldChg>
      <pc:sldChg chg="modSp add mod modClrScheme chgLayout modNotesTx">
        <pc:chgData name="Mazloum, Ali" userId="0e46b76c-4dc3-49df-abdc-a913f6f1ee66" providerId="ADAL" clId="{34CE9E8C-CA6D-4483-BD85-9E96C0019896}" dt="2024-10-16T13:30:41.898" v="310" actId="20577"/>
        <pc:sldMkLst>
          <pc:docMk/>
          <pc:sldMk cId="0" sldId="490"/>
        </pc:sldMkLst>
      </pc:sldChg>
      <pc:sldChg chg="addSp modSp add mod modClrScheme chgLayout modNotesTx">
        <pc:chgData name="Mazloum, Ali" userId="0e46b76c-4dc3-49df-abdc-a913f6f1ee66" providerId="ADAL" clId="{34CE9E8C-CA6D-4483-BD85-9E96C0019896}" dt="2024-10-16T13:30:30.873" v="307" actId="20577"/>
        <pc:sldMkLst>
          <pc:docMk/>
          <pc:sldMk cId="0" sldId="584"/>
        </pc:sldMkLst>
      </pc:sldChg>
      <pc:sldChg chg="addSp modSp add mod modClrScheme chgLayout modNotesTx">
        <pc:chgData name="Mazloum, Ali" userId="0e46b76c-4dc3-49df-abdc-a913f6f1ee66" providerId="ADAL" clId="{34CE9E8C-CA6D-4483-BD85-9E96C0019896}" dt="2024-10-16T13:30:34.460" v="308" actId="20577"/>
        <pc:sldMkLst>
          <pc:docMk/>
          <pc:sldMk cId="0" sldId="585"/>
        </pc:sldMkLst>
      </pc:sldChg>
      <pc:sldChg chg="modSp add mod modClrScheme chgLayout modNotesTx">
        <pc:chgData name="Mazloum, Ali" userId="0e46b76c-4dc3-49df-abdc-a913f6f1ee66" providerId="ADAL" clId="{34CE9E8C-CA6D-4483-BD85-9E96C0019896}" dt="2024-10-16T13:30:37.140" v="309" actId="20577"/>
        <pc:sldMkLst>
          <pc:docMk/>
          <pc:sldMk cId="0" sldId="586"/>
        </pc:sldMkLst>
      </pc:sldChg>
      <pc:sldChg chg="modSp add mod modClrScheme chgLayout">
        <pc:chgData name="Mazloum, Ali" userId="0e46b76c-4dc3-49df-abdc-a913f6f1ee66" providerId="ADAL" clId="{34CE9E8C-CA6D-4483-BD85-9E96C0019896}" dt="2024-10-14T13:45:46.698" v="73" actId="14100"/>
        <pc:sldMkLst>
          <pc:docMk/>
          <pc:sldMk cId="0" sldId="587"/>
        </pc:sldMkLst>
      </pc:sldChg>
      <pc:sldChg chg="modSp add mod modClrScheme chgLayout modNotesTx">
        <pc:chgData name="Mazloum, Ali" userId="0e46b76c-4dc3-49df-abdc-a913f6f1ee66" providerId="ADAL" clId="{34CE9E8C-CA6D-4483-BD85-9E96C0019896}" dt="2024-10-16T13:31:03.348" v="311" actId="20577"/>
        <pc:sldMkLst>
          <pc:docMk/>
          <pc:sldMk cId="0" sldId="588"/>
        </pc:sldMkLst>
      </pc:sldChg>
      <pc:sldChg chg="modSp add mod modClrScheme chgLayout modNotesTx">
        <pc:chgData name="Mazloum, Ali" userId="0e46b76c-4dc3-49df-abdc-a913f6f1ee66" providerId="ADAL" clId="{34CE9E8C-CA6D-4483-BD85-9E96C0019896}" dt="2024-10-16T13:30:17.799" v="306" actId="20577"/>
        <pc:sldMkLst>
          <pc:docMk/>
          <pc:sldMk cId="0" sldId="589"/>
        </pc:sldMkLst>
      </pc:sldChg>
      <pc:sldChg chg="modSp add mod modClrScheme chgLayout modNotesTx">
        <pc:chgData name="Mazloum, Ali" userId="0e46b76c-4dc3-49df-abdc-a913f6f1ee66" providerId="ADAL" clId="{34CE9E8C-CA6D-4483-BD85-9E96C0019896}" dt="2024-10-16T13:31:15.403" v="313" actId="20577"/>
        <pc:sldMkLst>
          <pc:docMk/>
          <pc:sldMk cId="0" sldId="590"/>
        </pc:sldMkLst>
      </pc:sldChg>
      <pc:sldChg chg="modSp add mod modClrScheme chgLayout modNotesTx">
        <pc:chgData name="Mazloum, Ali" userId="0e46b76c-4dc3-49df-abdc-a913f6f1ee66" providerId="ADAL" clId="{34CE9E8C-CA6D-4483-BD85-9E96C0019896}" dt="2024-10-16T13:31:13.643" v="312" actId="20577"/>
        <pc:sldMkLst>
          <pc:docMk/>
          <pc:sldMk cId="0" sldId="591"/>
        </pc:sldMkLst>
      </pc:sldChg>
      <pc:sldChg chg="addSp delSp modSp add mod modClrScheme chgLayout modNotesTx">
        <pc:chgData name="Mazloum, Ali" userId="0e46b76c-4dc3-49df-abdc-a913f6f1ee66" providerId="ADAL" clId="{34CE9E8C-CA6D-4483-BD85-9E96C0019896}" dt="2024-10-16T13:31:17.034" v="314" actId="20577"/>
        <pc:sldMkLst>
          <pc:docMk/>
          <pc:sldMk cId="0" sldId="592"/>
        </pc:sldMkLst>
      </pc:sldChg>
      <pc:sldChg chg="modSp add mod modClrScheme chgLayout modNotesTx">
        <pc:chgData name="Mazloum, Ali" userId="0e46b76c-4dc3-49df-abdc-a913f6f1ee66" providerId="ADAL" clId="{34CE9E8C-CA6D-4483-BD85-9E96C0019896}" dt="2024-10-16T13:31:19.522" v="315" actId="20577"/>
        <pc:sldMkLst>
          <pc:docMk/>
          <pc:sldMk cId="0" sldId="593"/>
        </pc:sldMkLst>
      </pc:sldChg>
      <pc:sldChg chg="modSp add mod modClrScheme chgLayout modNotesTx">
        <pc:chgData name="Mazloum, Ali" userId="0e46b76c-4dc3-49df-abdc-a913f6f1ee66" providerId="ADAL" clId="{34CE9E8C-CA6D-4483-BD85-9E96C0019896}" dt="2024-10-16T13:31:27.745" v="316" actId="20577"/>
        <pc:sldMkLst>
          <pc:docMk/>
          <pc:sldMk cId="0" sldId="594"/>
        </pc:sldMkLst>
      </pc:sldChg>
      <pc:sldChg chg="modSp add mod modClrScheme chgLayout modNotesTx">
        <pc:chgData name="Mazloum, Ali" userId="0e46b76c-4dc3-49df-abdc-a913f6f1ee66" providerId="ADAL" clId="{34CE9E8C-CA6D-4483-BD85-9E96C0019896}" dt="2024-10-16T13:31:33.035" v="318" actId="20577"/>
        <pc:sldMkLst>
          <pc:docMk/>
          <pc:sldMk cId="0" sldId="595"/>
        </pc:sldMkLst>
      </pc:sldChg>
      <pc:sldChg chg="modSp add mod modClrScheme chgLayout modNotesTx">
        <pc:chgData name="Mazloum, Ali" userId="0e46b76c-4dc3-49df-abdc-a913f6f1ee66" providerId="ADAL" clId="{34CE9E8C-CA6D-4483-BD85-9E96C0019896}" dt="2024-10-16T13:31:35.331" v="319" actId="20577"/>
        <pc:sldMkLst>
          <pc:docMk/>
          <pc:sldMk cId="0" sldId="596"/>
        </pc:sldMkLst>
      </pc:sldChg>
      <pc:sldChg chg="modSp add mod modClrScheme chgLayout modNotesTx">
        <pc:chgData name="Mazloum, Ali" userId="0e46b76c-4dc3-49df-abdc-a913f6f1ee66" providerId="ADAL" clId="{34CE9E8C-CA6D-4483-BD85-9E96C0019896}" dt="2024-10-16T13:31:37.961" v="320" actId="20577"/>
        <pc:sldMkLst>
          <pc:docMk/>
          <pc:sldMk cId="0" sldId="597"/>
        </pc:sldMkLst>
      </pc:sldChg>
      <pc:sldChg chg="modSp add mod modClrScheme chgLayout modNotesTx">
        <pc:chgData name="Mazloum, Ali" userId="0e46b76c-4dc3-49df-abdc-a913f6f1ee66" providerId="ADAL" clId="{34CE9E8C-CA6D-4483-BD85-9E96C0019896}" dt="2024-10-16T13:31:40.883" v="321" actId="20577"/>
        <pc:sldMkLst>
          <pc:docMk/>
          <pc:sldMk cId="0" sldId="598"/>
        </pc:sldMkLst>
      </pc:sldChg>
      <pc:sldChg chg="modSp add mod modClrScheme chgLayout modNotesTx">
        <pc:chgData name="Mazloum, Ali" userId="0e46b76c-4dc3-49df-abdc-a913f6f1ee66" providerId="ADAL" clId="{34CE9E8C-CA6D-4483-BD85-9E96C0019896}" dt="2024-10-16T13:31:43.186" v="322" actId="20577"/>
        <pc:sldMkLst>
          <pc:docMk/>
          <pc:sldMk cId="0" sldId="599"/>
        </pc:sldMkLst>
      </pc:sldChg>
      <pc:sldChg chg="modSp add mod modClrScheme chgLayout modNotesTx">
        <pc:chgData name="Mazloum, Ali" userId="0e46b76c-4dc3-49df-abdc-a913f6f1ee66" providerId="ADAL" clId="{34CE9E8C-CA6D-4483-BD85-9E96C0019896}" dt="2024-10-16T13:31:45.049" v="323" actId="20577"/>
        <pc:sldMkLst>
          <pc:docMk/>
          <pc:sldMk cId="0" sldId="600"/>
        </pc:sldMkLst>
      </pc:sldChg>
      <pc:sldChg chg="modSp add mod modClrScheme chgLayout">
        <pc:chgData name="Mazloum, Ali" userId="0e46b76c-4dc3-49df-abdc-a913f6f1ee66" providerId="ADAL" clId="{34CE9E8C-CA6D-4483-BD85-9E96C0019896}" dt="2024-10-14T13:27:32.705" v="28" actId="700"/>
        <pc:sldMkLst>
          <pc:docMk/>
          <pc:sldMk cId="0" sldId="601"/>
        </pc:sldMkLst>
      </pc:sldChg>
      <pc:sldChg chg="modSp add mod modClrScheme chgLayout modNotesTx">
        <pc:chgData name="Mazloum, Ali" userId="0e46b76c-4dc3-49df-abdc-a913f6f1ee66" providerId="ADAL" clId="{34CE9E8C-CA6D-4483-BD85-9E96C0019896}" dt="2024-10-16T13:32:20.155" v="324" actId="20577"/>
        <pc:sldMkLst>
          <pc:docMk/>
          <pc:sldMk cId="0" sldId="602"/>
        </pc:sldMkLst>
      </pc:sldChg>
      <pc:sldChg chg="modSp add mod modClrScheme chgLayout">
        <pc:chgData name="Mazloum, Ali" userId="0e46b76c-4dc3-49df-abdc-a913f6f1ee66" providerId="ADAL" clId="{34CE9E8C-CA6D-4483-BD85-9E96C0019896}" dt="2024-10-14T13:27:32.705" v="28" actId="700"/>
        <pc:sldMkLst>
          <pc:docMk/>
          <pc:sldMk cId="0" sldId="603"/>
        </pc:sldMkLst>
      </pc:sldChg>
      <pc:sldChg chg="modSp add mod modClrScheme chgLayout">
        <pc:chgData name="Mazloum, Ali" userId="0e46b76c-4dc3-49df-abdc-a913f6f1ee66" providerId="ADAL" clId="{34CE9E8C-CA6D-4483-BD85-9E96C0019896}" dt="2024-10-14T13:27:32.705" v="28" actId="700"/>
        <pc:sldMkLst>
          <pc:docMk/>
          <pc:sldMk cId="0" sldId="604"/>
        </pc:sldMkLst>
      </pc:sldChg>
      <pc:sldChg chg="modSp add mod modClrScheme chgLayout">
        <pc:chgData name="Mazloum, Ali" userId="0e46b76c-4dc3-49df-abdc-a913f6f1ee66" providerId="ADAL" clId="{34CE9E8C-CA6D-4483-BD85-9E96C0019896}" dt="2024-10-16T13:22:36.976" v="298" actId="12"/>
        <pc:sldMkLst>
          <pc:docMk/>
          <pc:sldMk cId="0" sldId="605"/>
        </pc:sldMkLst>
      </pc:sldChg>
      <pc:sldChg chg="modSp add mod modClrScheme chgLayout">
        <pc:chgData name="Mazloum, Ali" userId="0e46b76c-4dc3-49df-abdc-a913f6f1ee66" providerId="ADAL" clId="{34CE9E8C-CA6D-4483-BD85-9E96C0019896}" dt="2024-10-14T13:27:32.705" v="28" actId="700"/>
        <pc:sldMkLst>
          <pc:docMk/>
          <pc:sldMk cId="0" sldId="606"/>
        </pc:sldMkLst>
      </pc:sldChg>
      <pc:sldChg chg="modSp add mod modClrScheme chgLayout">
        <pc:chgData name="Mazloum, Ali" userId="0e46b76c-4dc3-49df-abdc-a913f6f1ee66" providerId="ADAL" clId="{34CE9E8C-CA6D-4483-BD85-9E96C0019896}" dt="2024-10-16T13:21:55.531" v="296" actId="12"/>
        <pc:sldMkLst>
          <pc:docMk/>
          <pc:sldMk cId="0" sldId="607"/>
        </pc:sldMkLst>
      </pc:sldChg>
      <pc:sldChg chg="modSp add mod modClrScheme chgLayout">
        <pc:chgData name="Mazloum, Ali" userId="0e46b76c-4dc3-49df-abdc-a913f6f1ee66" providerId="ADAL" clId="{34CE9E8C-CA6D-4483-BD85-9E96C0019896}" dt="2024-10-14T13:27:32.705" v="28" actId="700"/>
        <pc:sldMkLst>
          <pc:docMk/>
          <pc:sldMk cId="0" sldId="608"/>
        </pc:sldMkLst>
      </pc:sldChg>
      <pc:sldChg chg="modSp add mod modClrScheme chgLayout">
        <pc:chgData name="Mazloum, Ali" userId="0e46b76c-4dc3-49df-abdc-a913f6f1ee66" providerId="ADAL" clId="{34CE9E8C-CA6D-4483-BD85-9E96C0019896}" dt="2024-10-14T13:27:32.705" v="28" actId="700"/>
        <pc:sldMkLst>
          <pc:docMk/>
          <pc:sldMk cId="0" sldId="609"/>
        </pc:sldMkLst>
      </pc:sldChg>
      <pc:sldChg chg="addSp modSp add mod modClrScheme chgLayout modNotesTx">
        <pc:chgData name="Mazloum, Ali" userId="0e46b76c-4dc3-49df-abdc-a913f6f1ee66" providerId="ADAL" clId="{34CE9E8C-CA6D-4483-BD85-9E96C0019896}" dt="2024-10-16T13:31:30.312" v="317" actId="20577"/>
        <pc:sldMkLst>
          <pc:docMk/>
          <pc:sldMk cId="0" sldId="610"/>
        </pc:sldMkLst>
      </pc:sldChg>
      <pc:sldChg chg="modSp add del mod modClrScheme chgLayout">
        <pc:chgData name="Mazloum, Ali" userId="0e46b76c-4dc3-49df-abdc-a913f6f1ee66" providerId="ADAL" clId="{34CE9E8C-CA6D-4483-BD85-9E96C0019896}" dt="2024-10-16T13:22:10.112" v="297" actId="47"/>
        <pc:sldMkLst>
          <pc:docMk/>
          <pc:sldMk cId="0" sldId="611"/>
        </pc:sldMkLst>
      </pc:sldChg>
      <pc:sldChg chg="addSp delSp modSp add mod ord chgLayout">
        <pc:chgData name="Mazloum, Ali" userId="0e46b76c-4dc3-49df-abdc-a913f6f1ee66" providerId="ADAL" clId="{34CE9E8C-CA6D-4483-BD85-9E96C0019896}" dt="2024-10-14T13:36:26.003" v="38" actId="478"/>
        <pc:sldMkLst>
          <pc:docMk/>
          <pc:sldMk cId="1794598905" sldId="612"/>
        </pc:sldMkLst>
      </pc:sldChg>
      <pc:sldChg chg="addSp delSp modSp add mod">
        <pc:chgData name="Mazloum, Ali" userId="0e46b76c-4dc3-49df-abdc-a913f6f1ee66" providerId="ADAL" clId="{34CE9E8C-CA6D-4483-BD85-9E96C0019896}" dt="2024-10-16T13:24:47.084" v="305" actId="27636"/>
        <pc:sldMkLst>
          <pc:docMk/>
          <pc:sldMk cId="4138265054" sldId="613"/>
        </pc:sldMkLst>
      </pc:sldChg>
      <pc:sldChg chg="modSp add mod ord">
        <pc:chgData name="Mazloum, Ali" userId="0e46b76c-4dc3-49df-abdc-a913f6f1ee66" providerId="ADAL" clId="{34CE9E8C-CA6D-4483-BD85-9E96C0019896}" dt="2024-10-15T21:27:30.510" v="285" actId="20577"/>
        <pc:sldMkLst>
          <pc:docMk/>
          <pc:sldMk cId="1732820888" sldId="614"/>
        </pc:sldMkLst>
      </pc:sldChg>
      <pc:sldMasterChg chg="del delSldLayout">
        <pc:chgData name="Mazloum, Ali" userId="0e46b76c-4dc3-49df-abdc-a913f6f1ee66" providerId="ADAL" clId="{34CE9E8C-CA6D-4483-BD85-9E96C0019896}" dt="2024-10-14T13:27:32.705" v="28" actId="700"/>
        <pc:sldMasterMkLst>
          <pc:docMk/>
          <pc:sldMasterMk cId="764520736" sldId="2147483648"/>
        </pc:sldMasterMkLst>
        <pc:sldLayoutChg chg="del">
          <pc:chgData name="Mazloum, Ali" userId="0e46b76c-4dc3-49df-abdc-a913f6f1ee66" providerId="ADAL" clId="{34CE9E8C-CA6D-4483-BD85-9E96C0019896}" dt="2024-10-14T13:27:32.705" v="28" actId="700"/>
          <pc:sldLayoutMkLst>
            <pc:docMk/>
            <pc:sldMasterMk cId="764520736" sldId="2147483648"/>
            <pc:sldLayoutMk cId="202372517" sldId="2147483649"/>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166665073" sldId="2147483650"/>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471172295" sldId="2147483651"/>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3776206755" sldId="2147483652"/>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3663512452" sldId="2147483653"/>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1286631035" sldId="2147483654"/>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748197526" sldId="2147483655"/>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3544300884" sldId="2147483656"/>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2695337801" sldId="2147483657"/>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2600859047" sldId="2147483658"/>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3335416654" sldId="2147483659"/>
          </pc:sldLayoutMkLst>
        </pc:sldLayoutChg>
        <pc:sldLayoutChg chg="del">
          <pc:chgData name="Mazloum, Ali" userId="0e46b76c-4dc3-49df-abdc-a913f6f1ee66" providerId="ADAL" clId="{34CE9E8C-CA6D-4483-BD85-9E96C0019896}" dt="2024-10-14T13:27:32.705" v="28" actId="700"/>
          <pc:sldLayoutMkLst>
            <pc:docMk/>
            <pc:sldMasterMk cId="764520736" sldId="2147483648"/>
            <pc:sldLayoutMk cId="781249273" sldId="2147483660"/>
          </pc:sldLayoutMkLst>
        </pc:sldLayoutChg>
      </pc:sldMasterChg>
      <pc:sldMasterChg chg="add addSldLayout">
        <pc:chgData name="Mazloum, Ali" userId="0e46b76c-4dc3-49df-abdc-a913f6f1ee66" providerId="ADAL" clId="{34CE9E8C-CA6D-4483-BD85-9E96C0019896}" dt="2024-10-14T13:25:27.879" v="13" actId="27028"/>
        <pc:sldMasterMkLst>
          <pc:docMk/>
          <pc:sldMasterMk cId="40498569" sldId="2147483672"/>
        </pc:sldMasterMkLst>
        <pc:sldLayoutChg chg="add">
          <pc:chgData name="Mazloum, Ali" userId="0e46b76c-4dc3-49df-abdc-a913f6f1ee66" providerId="ADAL" clId="{34CE9E8C-CA6D-4483-BD85-9E96C0019896}" dt="2024-10-14T13:25:27.879" v="13" actId="27028"/>
          <pc:sldLayoutMkLst>
            <pc:docMk/>
            <pc:sldMasterMk cId="40498569" sldId="2147483672"/>
            <pc:sldLayoutMk cId="1957910539" sldId="214748367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255A9-0A23-40AC-BA86-BF225F1E51C6}"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590C4-5F4A-4A4E-A0FE-AE7209B2C6A5}" type="slidenum">
              <a:rPr lang="en-US" smtClean="0"/>
              <a:t>‹#›</a:t>
            </a:fld>
            <a:endParaRPr lang="en-US"/>
          </a:p>
        </p:txBody>
      </p:sp>
    </p:spTree>
    <p:extLst>
      <p:ext uri="{BB962C8B-B14F-4D97-AF65-F5344CB8AC3E}">
        <p14:creationId xmlns:p14="http://schemas.microsoft.com/office/powerpoint/2010/main" val="164604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AF9C84-074E-E141-A3FD-46DE87E4CC01}" type="slidenum">
              <a:rPr lang="en-US" smtClean="0"/>
              <a:t>1</a:t>
            </a:fld>
            <a:endParaRPr lang="en-US"/>
          </a:p>
        </p:txBody>
      </p:sp>
    </p:spTree>
    <p:extLst>
      <p:ext uri="{BB962C8B-B14F-4D97-AF65-F5344CB8AC3E}">
        <p14:creationId xmlns:p14="http://schemas.microsoft.com/office/powerpoint/2010/main" val="2344730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6DF911A-9EB2-2B45-B293-C3E3E07E27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F1D2C513-B336-450C-8C00-D48DBAECA850}" type="slidenum">
              <a:rPr lang="en-US" altLang="en-US" sz="1200" smtClean="0">
                <a:latin typeface="Times New Roman" panose="02020603050405020304" pitchFamily="18" charset="0"/>
              </a:rPr>
              <a:pPr/>
              <a:t>2</a:t>
            </a:fld>
            <a:endParaRPr lang="en-US" altLang="en-US" sz="1200">
              <a:latin typeface="Times New Roman" panose="02020603050405020304" pitchFamily="18" charset="0"/>
            </a:endParaRPr>
          </a:p>
        </p:txBody>
      </p:sp>
      <p:sp>
        <p:nvSpPr>
          <p:cNvPr id="22531" name="Rectangle 2">
            <a:extLst>
              <a:ext uri="{FF2B5EF4-FFF2-40B4-BE49-F238E27FC236}">
                <a16:creationId xmlns:a16="http://schemas.microsoft.com/office/drawing/2014/main" id="{6A99DFFC-9FA6-A894-1F7F-1E762B4243B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F8AD38E9-C04E-477C-4614-1CDD5ACE67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0FBE95B0-A3B1-327B-196C-B42060C8033F}"/>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BEF0EA8E-5BE7-249E-3530-51C1250436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4580" name="Slide Number Placeholder 3">
            <a:extLst>
              <a:ext uri="{FF2B5EF4-FFF2-40B4-BE49-F238E27FC236}">
                <a16:creationId xmlns:a16="http://schemas.microsoft.com/office/drawing/2014/main" id="{F5B90080-764E-5540-915A-D96EC9E514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02859A4-61C4-4A24-A2BB-DCA858119B2E}" type="slidenum">
              <a:rPr lang="en-US" altLang="en-US" sz="1200" smtClean="0">
                <a:latin typeface="Times New Roman" panose="02020603050405020304" pitchFamily="18" charset="0"/>
              </a:rPr>
              <a:pPr/>
              <a:t>3</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415A-A640-231C-87F6-D1EE15994234}"/>
            </a:ext>
          </a:extLst>
        </p:cNvPr>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01D8DF9F-182B-5DB7-F94B-4A2951DDD4AD}"/>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BD55F884-8300-8CD2-8CCF-0C935C467D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4580" name="Slide Number Placeholder 3">
            <a:extLst>
              <a:ext uri="{FF2B5EF4-FFF2-40B4-BE49-F238E27FC236}">
                <a16:creationId xmlns:a16="http://schemas.microsoft.com/office/drawing/2014/main" id="{98588CE5-B31C-0C28-4015-3F4B5C7E34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02859A4-61C4-4A24-A2BB-DCA858119B2E}" type="slidenum">
              <a:rPr lang="en-US" altLang="en-US" sz="1200" smtClean="0">
                <a:latin typeface="Times New Roman" panose="02020603050405020304" pitchFamily="18" charset="0"/>
              </a:rPr>
              <a:pPr/>
              <a:t>4</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885006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16FE58F5-857D-2D3F-B45A-136DA7D0C331}"/>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33249AF9-AE95-CE16-1FEC-DA59BBDC4B23}"/>
              </a:ext>
            </a:extLst>
          </p:cNvPr>
          <p:cNvSpPr>
            <a:spLocks noGrp="1"/>
          </p:cNvSpPr>
          <p:nvPr>
            <p:ph type="body" idx="1"/>
          </p:nvPr>
        </p:nvSpPr>
        <p:spPr>
          <a:ln/>
        </p:spPr>
        <p:txBody>
          <a:bodyPr/>
          <a:lstStyle/>
          <a:p>
            <a:pPr>
              <a:defRPr/>
            </a:pPr>
            <a:endParaRPr lang="en-US" altLang="en-US" dirty="0"/>
          </a:p>
        </p:txBody>
      </p:sp>
      <p:sp>
        <p:nvSpPr>
          <p:cNvPr id="28676" name="Slide Number Placeholder 3">
            <a:extLst>
              <a:ext uri="{FF2B5EF4-FFF2-40B4-BE49-F238E27FC236}">
                <a16:creationId xmlns:a16="http://schemas.microsoft.com/office/drawing/2014/main" id="{825B053A-8863-E2EB-BBAD-556608654AE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50A4F62C-3252-4466-9C19-DC0C6CA57A47}" type="slidenum">
              <a:rPr lang="en-US" altLang="en-US" sz="1200" smtClean="0">
                <a:latin typeface="Times New Roman" panose="02020603050405020304" pitchFamily="18" charset="0"/>
              </a:rPr>
              <a:pPr/>
              <a:t>5</a:t>
            </a:fld>
            <a:endParaRPr lang="en-US" altLang="en-US"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12163C7F-D5AE-8E2F-BE2C-79689A9CBA68}"/>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1C9DA1CA-129F-7014-51C2-E6806721F484}"/>
              </a:ext>
            </a:extLst>
          </p:cNvPr>
          <p:cNvSpPr>
            <a:spLocks noGrp="1"/>
          </p:cNvSpPr>
          <p:nvPr>
            <p:ph type="body" idx="1"/>
          </p:nvPr>
        </p:nvSpPr>
        <p:spPr>
          <a:ln/>
        </p:spPr>
        <p:txBody>
          <a:bodyPr/>
          <a:lstStyle/>
          <a:p>
            <a:pPr>
              <a:defRPr/>
            </a:pPr>
            <a:endParaRPr lang="en-US" altLang="en-US" dirty="0"/>
          </a:p>
        </p:txBody>
      </p:sp>
      <p:sp>
        <p:nvSpPr>
          <p:cNvPr id="30724" name="Slide Number Placeholder 3">
            <a:extLst>
              <a:ext uri="{FF2B5EF4-FFF2-40B4-BE49-F238E27FC236}">
                <a16:creationId xmlns:a16="http://schemas.microsoft.com/office/drawing/2014/main" id="{8E180C95-FC6C-D62F-AE0B-B039DF0753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B2477D70-B82F-4A17-BD53-97C5CD4F122C}" type="slidenum">
              <a:rPr lang="en-US" altLang="en-US" sz="1200" smtClean="0">
                <a:latin typeface="Times New Roman" panose="02020603050405020304" pitchFamily="18" charset="0"/>
              </a:rPr>
              <a:pPr/>
              <a:t>6</a:t>
            </a:fld>
            <a:endParaRPr lang="en-US"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35A9-392B-6552-1BEE-76E73FC0E7CE}"/>
            </a:ext>
          </a:extLst>
        </p:cNvPr>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BF4992D4-B7C0-4B87-A3A8-89EF540BA398}"/>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5991754B-D8A4-4D8B-D6DA-6E589E191A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4580" name="Slide Number Placeholder 3">
            <a:extLst>
              <a:ext uri="{FF2B5EF4-FFF2-40B4-BE49-F238E27FC236}">
                <a16:creationId xmlns:a16="http://schemas.microsoft.com/office/drawing/2014/main" id="{EEC51758-4FEC-911B-DE5C-A63CBE323F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02859A4-61C4-4A24-A2BB-DCA858119B2E}" type="slidenum">
              <a:rPr lang="en-US" altLang="en-US" sz="1200" smtClean="0">
                <a:latin typeface="Times New Roman" panose="02020603050405020304" pitchFamily="18" charset="0"/>
              </a:rPr>
              <a:pPr/>
              <a:t>8</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1212905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1FA0864D-28F2-1969-1501-102DF676946A}"/>
              </a:ext>
            </a:extLst>
          </p:cNvPr>
          <p:cNvSpPr>
            <a:spLocks noGrp="1" noRot="1" noChangeAspect="1" noChangeArrowheads="1" noTextEdit="1"/>
          </p:cNvSpPr>
          <p:nvPr>
            <p:ph type="sldImg"/>
          </p:nvPr>
        </p:nvSpPr>
        <p:spPr>
          <a:ln/>
        </p:spPr>
      </p:sp>
      <p:sp>
        <p:nvSpPr>
          <p:cNvPr id="67587" name="Notes Placeholder 2">
            <a:extLst>
              <a:ext uri="{FF2B5EF4-FFF2-40B4-BE49-F238E27FC236}">
                <a16:creationId xmlns:a16="http://schemas.microsoft.com/office/drawing/2014/main" id="{530C0B62-E818-FBE2-B82A-EAE3BA238121}"/>
              </a:ext>
            </a:extLst>
          </p:cNvPr>
          <p:cNvSpPr>
            <a:spLocks noGrp="1"/>
          </p:cNvSpPr>
          <p:nvPr>
            <p:ph type="body" idx="1"/>
          </p:nvPr>
        </p:nvSpPr>
        <p:spPr>
          <a:ln/>
        </p:spPr>
        <p:txBody>
          <a:bodyPr/>
          <a:lstStyle/>
          <a:p>
            <a:pPr>
              <a:defRPr/>
            </a:pPr>
            <a:endParaRPr lang="en-US" altLang="en-US" dirty="0"/>
          </a:p>
        </p:txBody>
      </p:sp>
      <p:sp>
        <p:nvSpPr>
          <p:cNvPr id="26628" name="Slide Number Placeholder 3">
            <a:extLst>
              <a:ext uri="{FF2B5EF4-FFF2-40B4-BE49-F238E27FC236}">
                <a16:creationId xmlns:a16="http://schemas.microsoft.com/office/drawing/2014/main" id="{A9294581-9709-8493-8DFF-78C2C768A1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5D133028-5AA0-4826-85A1-C8A56A7A94A4}" type="slidenum">
              <a:rPr lang="en-US" altLang="en-US" sz="1200" smtClean="0">
                <a:latin typeface="Times New Roman" panose="02020603050405020304" pitchFamily="18" charset="0"/>
              </a:rPr>
              <a:pPr/>
              <a:t>9</a:t>
            </a:fld>
            <a:endParaRPr lang="en-US" altLang="en-US" sz="12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0D026211-6E0E-F151-FFBA-CC5BB28A610B}"/>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1FD0ECCC-0C01-CB1E-1BDC-D875357F00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33796" name="Slide Number Placeholder 3">
            <a:extLst>
              <a:ext uri="{FF2B5EF4-FFF2-40B4-BE49-F238E27FC236}">
                <a16:creationId xmlns:a16="http://schemas.microsoft.com/office/drawing/2014/main" id="{6B451F0D-0627-5175-C2FE-052FC9B6CB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F0255E14-5A60-4569-9174-FA84050BA9FA}" type="slidenum">
              <a:rPr lang="en-US" altLang="en-US" sz="1200" smtClean="0">
                <a:latin typeface="Times New Roman" panose="02020603050405020304" pitchFamily="18" charset="0"/>
              </a:rPr>
              <a:pPr/>
              <a:t>10</a:t>
            </a:fld>
            <a:endParaRPr lang="en-US" altLang="en-US" sz="12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38286A90-293C-9F75-DE76-F3A97B19F9B6}"/>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D10C7275-53AC-FA5F-587B-4462210D1F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35844" name="Slide Number Placeholder 3">
            <a:extLst>
              <a:ext uri="{FF2B5EF4-FFF2-40B4-BE49-F238E27FC236}">
                <a16:creationId xmlns:a16="http://schemas.microsoft.com/office/drawing/2014/main" id="{59301A8F-BDBF-71EC-3E7C-C249695660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45E959D7-8881-4687-A147-DC7B515AAA65}" type="slidenum">
              <a:rPr lang="en-US" altLang="en-US" sz="1200" smtClean="0">
                <a:latin typeface="Times New Roman" panose="02020603050405020304" pitchFamily="18" charset="0"/>
              </a:rPr>
              <a:pPr/>
              <a:t>11</a:t>
            </a:fld>
            <a:endParaRPr lang="en-US" altLang="en-US" sz="120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B9B9A7CA-F1C8-7767-EE45-BF15B78F4F0C}"/>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C159D4CB-06C9-D30B-26DC-A3A69C6250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37892" name="Slide Number Placeholder 3">
            <a:extLst>
              <a:ext uri="{FF2B5EF4-FFF2-40B4-BE49-F238E27FC236}">
                <a16:creationId xmlns:a16="http://schemas.microsoft.com/office/drawing/2014/main" id="{25EF245E-8663-AB7E-5EB1-F2114DA0CD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E5EF3B58-03E1-4054-B647-810A7A214FDF}" type="slidenum">
              <a:rPr lang="en-US" altLang="en-US" sz="1200" smtClean="0">
                <a:latin typeface="Times New Roman" panose="02020603050405020304" pitchFamily="18" charset="0"/>
              </a:rPr>
              <a:pPr/>
              <a:t>12</a:t>
            </a:fld>
            <a:endParaRPr lang="en-US" altLang="en-US" sz="12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9E1E73CA-FA98-C2D4-D3E2-FA5E873B18A7}"/>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F5F937F1-53D6-5252-0ABA-DC3E0E070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39940" name="Slide Number Placeholder 3">
            <a:extLst>
              <a:ext uri="{FF2B5EF4-FFF2-40B4-BE49-F238E27FC236}">
                <a16:creationId xmlns:a16="http://schemas.microsoft.com/office/drawing/2014/main" id="{236F7BA6-6075-28D4-96CA-69E76E2E16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47F85863-9238-4078-8DD2-F63F7141FA18}" type="slidenum">
              <a:rPr lang="en-US" altLang="en-US" sz="1200" smtClean="0">
                <a:latin typeface="Times New Roman" panose="02020603050405020304" pitchFamily="18" charset="0"/>
              </a:rPr>
              <a:pPr/>
              <a:t>13</a:t>
            </a:fld>
            <a:endParaRPr lang="en-US" altLang="en-US" sz="120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E22DE100-344E-9314-8F9B-95DF353F3D98}"/>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8F40853A-F902-BD02-EF7F-1560A9BF11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1988" name="Slide Number Placeholder 3">
            <a:extLst>
              <a:ext uri="{FF2B5EF4-FFF2-40B4-BE49-F238E27FC236}">
                <a16:creationId xmlns:a16="http://schemas.microsoft.com/office/drawing/2014/main" id="{0ABE238F-FBF1-BD78-BE2D-0E4092ACB8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6D1406A8-3D59-40E8-BD34-958E9D890DF6}" type="slidenum">
              <a:rPr lang="en-US" altLang="en-US" sz="1200" smtClean="0">
                <a:latin typeface="Times New Roman" panose="02020603050405020304" pitchFamily="18" charset="0"/>
              </a:rPr>
              <a:pPr/>
              <a:t>14</a:t>
            </a:fld>
            <a:endParaRPr lang="en-US" altLang="en-US" sz="12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DDE935C7-83CA-48A5-12DF-F89D448D554B}"/>
              </a:ext>
            </a:extLst>
          </p:cNvPr>
          <p:cNvSpPr>
            <a:spLocks noGrp="1" noRot="1" noChangeAspect="1" noChangeArrowheads="1" noTextEdit="1"/>
          </p:cNvSpPr>
          <p:nvPr>
            <p:ph type="sldImg"/>
          </p:nvPr>
        </p:nvSpPr>
        <p:spPr>
          <a:ln/>
        </p:spPr>
      </p:sp>
      <p:sp>
        <p:nvSpPr>
          <p:cNvPr id="44035" name="Notes Placeholder 2">
            <a:extLst>
              <a:ext uri="{FF2B5EF4-FFF2-40B4-BE49-F238E27FC236}">
                <a16:creationId xmlns:a16="http://schemas.microsoft.com/office/drawing/2014/main" id="{D3FD61AC-4DAE-A636-1383-714177F882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4036" name="Slide Number Placeholder 3">
            <a:extLst>
              <a:ext uri="{FF2B5EF4-FFF2-40B4-BE49-F238E27FC236}">
                <a16:creationId xmlns:a16="http://schemas.microsoft.com/office/drawing/2014/main" id="{09A67686-DA9F-EE23-D702-C622333746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2ADE8D81-97FC-4EEB-81D6-B0607D660746}" type="slidenum">
              <a:rPr lang="en-US" altLang="en-US" sz="1200" smtClean="0">
                <a:latin typeface="Times New Roman" panose="02020603050405020304" pitchFamily="18" charset="0"/>
              </a:rPr>
              <a:pPr/>
              <a:t>15</a:t>
            </a:fld>
            <a:endParaRPr lang="en-US" altLang="en-US" sz="120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50A1CF6-2E35-64F1-B480-34B63BA0C86E}"/>
              </a:ext>
            </a:extLst>
          </p:cNvPr>
          <p:cNvSpPr>
            <a:spLocks noGrp="1" noRot="1" noChangeAspect="1" noChangeArrowheads="1" noTextEdit="1"/>
          </p:cNvSpPr>
          <p:nvPr>
            <p:ph type="sldImg"/>
          </p:nvPr>
        </p:nvSpPr>
        <p:spPr>
          <a:ln/>
        </p:spPr>
      </p:sp>
      <p:sp>
        <p:nvSpPr>
          <p:cNvPr id="46083" name="Notes Placeholder 2">
            <a:extLst>
              <a:ext uri="{FF2B5EF4-FFF2-40B4-BE49-F238E27FC236}">
                <a16:creationId xmlns:a16="http://schemas.microsoft.com/office/drawing/2014/main" id="{777B5F5F-C634-3A09-FB58-C605B38404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6084" name="Slide Number Placeholder 3">
            <a:extLst>
              <a:ext uri="{FF2B5EF4-FFF2-40B4-BE49-F238E27FC236}">
                <a16:creationId xmlns:a16="http://schemas.microsoft.com/office/drawing/2014/main" id="{5DB2E6DD-34CD-9DDD-4480-02809DEDC4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C8C8BEB-5F20-4076-B1CF-33808D3216E4}" type="slidenum">
              <a:rPr lang="en-US" altLang="en-US" sz="1200" smtClean="0">
                <a:latin typeface="Times New Roman" panose="02020603050405020304" pitchFamily="18" charset="0"/>
              </a:rPr>
              <a:pPr/>
              <a:t>16</a:t>
            </a:fld>
            <a:endParaRPr lang="en-US" altLang="en-US" sz="120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4B6161BC-EAFF-9B13-2CA8-EB6D021EAFB1}"/>
              </a:ext>
            </a:extLst>
          </p:cNvPr>
          <p:cNvSpPr>
            <a:spLocks noGrp="1" noRot="1" noChangeAspect="1" noChangeArrowheads="1" noTextEdit="1"/>
          </p:cNvSpPr>
          <p:nvPr>
            <p:ph type="sldImg"/>
          </p:nvPr>
        </p:nvSpPr>
        <p:spPr>
          <a:ln/>
        </p:spPr>
      </p:sp>
      <p:sp>
        <p:nvSpPr>
          <p:cNvPr id="54275" name="Notes Placeholder 2">
            <a:extLst>
              <a:ext uri="{FF2B5EF4-FFF2-40B4-BE49-F238E27FC236}">
                <a16:creationId xmlns:a16="http://schemas.microsoft.com/office/drawing/2014/main" id="{2C7542EC-CB72-187F-E27A-3D225CDAA2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54276" name="Slide Number Placeholder 3">
            <a:extLst>
              <a:ext uri="{FF2B5EF4-FFF2-40B4-BE49-F238E27FC236}">
                <a16:creationId xmlns:a16="http://schemas.microsoft.com/office/drawing/2014/main" id="{C5F43C4C-6959-C745-A503-30E7F1FC22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ED22A3C9-9038-4650-ACC1-977DDB792C06}" type="slidenum">
              <a:rPr lang="en-US" altLang="en-US" sz="1200" smtClean="0">
                <a:latin typeface="Times New Roman" panose="02020603050405020304" pitchFamily="18" charset="0"/>
              </a:rPr>
              <a:pPr/>
              <a:t>23</a:t>
            </a:fld>
            <a:endParaRPr lang="en-US" altLang="en-US" sz="12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12ACD393-69A6-EAD7-3BFB-4EF9FF6E9B51}"/>
              </a:ext>
            </a:extLst>
          </p:cNvPr>
          <p:cNvSpPr>
            <a:spLocks noGrp="1" noRot="1" noChangeAspect="1" noChangeArrowheads="1" noTextEdit="1"/>
          </p:cNvSpPr>
          <p:nvPr>
            <p:ph type="sldImg"/>
          </p:nvPr>
        </p:nvSpPr>
        <p:spPr>
          <a:ln/>
        </p:spPr>
      </p:sp>
      <p:sp>
        <p:nvSpPr>
          <p:cNvPr id="56323" name="Notes Placeholder 2">
            <a:extLst>
              <a:ext uri="{FF2B5EF4-FFF2-40B4-BE49-F238E27FC236}">
                <a16:creationId xmlns:a16="http://schemas.microsoft.com/office/drawing/2014/main" id="{FBEE3B87-ED23-76C3-F824-4D7DEB3791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56324" name="Slide Number Placeholder 3">
            <a:extLst>
              <a:ext uri="{FF2B5EF4-FFF2-40B4-BE49-F238E27FC236}">
                <a16:creationId xmlns:a16="http://schemas.microsoft.com/office/drawing/2014/main" id="{B8466201-13AF-85EE-C7AF-2DC84D37EA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2A3B31A9-46EB-41B6-AC16-3FF15F1B5416}" type="slidenum">
              <a:rPr lang="en-US" altLang="en-US" sz="1200" smtClean="0">
                <a:latin typeface="Times New Roman" panose="02020603050405020304" pitchFamily="18" charset="0"/>
              </a:rPr>
              <a:pPr/>
              <a:t>24</a:t>
            </a:fld>
            <a:endParaRPr lang="en-US" altLang="en-US" sz="120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F61FB603-617A-E06F-4B44-6B756518C72D}"/>
              </a:ext>
            </a:extLst>
          </p:cNvPr>
          <p:cNvSpPr>
            <a:spLocks noGrp="1" noRot="1" noChangeAspect="1" noChangeArrowheads="1" noTextEdit="1"/>
          </p:cNvSpPr>
          <p:nvPr>
            <p:ph type="sldImg"/>
          </p:nvPr>
        </p:nvSpPr>
        <p:spPr>
          <a:ln/>
        </p:spPr>
      </p:sp>
      <p:sp>
        <p:nvSpPr>
          <p:cNvPr id="58371" name="Notes Placeholder 2">
            <a:extLst>
              <a:ext uri="{FF2B5EF4-FFF2-40B4-BE49-F238E27FC236}">
                <a16:creationId xmlns:a16="http://schemas.microsoft.com/office/drawing/2014/main" id="{F6A3CEB0-2893-EBA3-C436-F090A272A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58372" name="Slide Number Placeholder 3">
            <a:extLst>
              <a:ext uri="{FF2B5EF4-FFF2-40B4-BE49-F238E27FC236}">
                <a16:creationId xmlns:a16="http://schemas.microsoft.com/office/drawing/2014/main" id="{FBA07D2B-7908-03EA-151B-4194E0A5A69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6360F530-9A07-493F-950C-3A00D8D126C5}" type="slidenum">
              <a:rPr lang="en-US" altLang="en-US" sz="1200" smtClean="0">
                <a:latin typeface="Times New Roman" panose="02020603050405020304" pitchFamily="18" charset="0"/>
              </a:rPr>
              <a:pPr/>
              <a:t>25</a:t>
            </a:fld>
            <a:endParaRPr lang="en-US" altLang="en-US" sz="120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CD198C61-FC4E-CFB3-A69D-56972203C4E5}"/>
              </a:ext>
            </a:extLst>
          </p:cNvPr>
          <p:cNvSpPr>
            <a:spLocks noGrp="1" noRot="1" noChangeAspect="1" noChangeArrowheads="1" noTextEdit="1"/>
          </p:cNvSpPr>
          <p:nvPr>
            <p:ph type="sldImg"/>
          </p:nvPr>
        </p:nvSpPr>
        <p:spPr>
          <a:ln/>
        </p:spPr>
      </p:sp>
      <p:sp>
        <p:nvSpPr>
          <p:cNvPr id="60419" name="Notes Placeholder 2">
            <a:extLst>
              <a:ext uri="{FF2B5EF4-FFF2-40B4-BE49-F238E27FC236}">
                <a16:creationId xmlns:a16="http://schemas.microsoft.com/office/drawing/2014/main" id="{A1ED59C8-F5C6-EBE4-9DA6-04FBF7B26D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0420" name="Slide Number Placeholder 3">
            <a:extLst>
              <a:ext uri="{FF2B5EF4-FFF2-40B4-BE49-F238E27FC236}">
                <a16:creationId xmlns:a16="http://schemas.microsoft.com/office/drawing/2014/main" id="{32812575-34C6-2FCC-BC0D-6B6F0A5C58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913FF828-8879-4B04-A683-258C58F3F1B9}" type="slidenum">
              <a:rPr lang="en-US" altLang="en-US" sz="1200" smtClean="0">
                <a:latin typeface="Times New Roman" panose="02020603050405020304" pitchFamily="18" charset="0"/>
              </a:rPr>
              <a:pPr/>
              <a:t>26</a:t>
            </a:fld>
            <a:endParaRPr lang="en-US" altLang="en-US" sz="120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161BB71F-E3D8-4BB1-6AF7-D4CF9FC04E23}"/>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49AE73FD-C07E-8AD0-FD13-E4919E7141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2468" name="Slide Number Placeholder 3">
            <a:extLst>
              <a:ext uri="{FF2B5EF4-FFF2-40B4-BE49-F238E27FC236}">
                <a16:creationId xmlns:a16="http://schemas.microsoft.com/office/drawing/2014/main" id="{DABF123B-F2B0-3CF1-BB5C-503104CD20A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2D526D8-AE69-46BA-89C7-98295629F72B}" type="slidenum">
              <a:rPr lang="en-US" altLang="en-US" sz="1200" smtClean="0">
                <a:latin typeface="Times New Roman" panose="02020603050405020304" pitchFamily="18" charset="0"/>
              </a:rPr>
              <a:pPr/>
              <a:t>27</a:t>
            </a:fld>
            <a:endParaRPr lang="en-US" altLang="en-US" sz="120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F807C07B-ADCE-02F9-B395-64C0AAB8388A}"/>
              </a:ext>
            </a:extLst>
          </p:cNvPr>
          <p:cNvSpPr>
            <a:spLocks noGrp="1" noRot="1" noChangeAspect="1" noChangeArrowheads="1" noTextEdit="1"/>
          </p:cNvSpPr>
          <p:nvPr>
            <p:ph type="sldImg"/>
          </p:nvPr>
        </p:nvSpPr>
        <p:spPr>
          <a:ln/>
        </p:spPr>
      </p:sp>
      <p:sp>
        <p:nvSpPr>
          <p:cNvPr id="64515" name="Notes Placeholder 2">
            <a:extLst>
              <a:ext uri="{FF2B5EF4-FFF2-40B4-BE49-F238E27FC236}">
                <a16:creationId xmlns:a16="http://schemas.microsoft.com/office/drawing/2014/main" id="{BFA21E65-C513-A8B1-06CE-F9145433C2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4516" name="Slide Number Placeholder 3">
            <a:extLst>
              <a:ext uri="{FF2B5EF4-FFF2-40B4-BE49-F238E27FC236}">
                <a16:creationId xmlns:a16="http://schemas.microsoft.com/office/drawing/2014/main" id="{6E71C29B-4F2F-AFE5-19AD-D3402A0E45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C510BD6F-8645-474C-BE8A-B1AC897F2E41}" type="slidenum">
              <a:rPr lang="en-US" altLang="en-US" sz="1200" smtClean="0">
                <a:latin typeface="Times New Roman" panose="02020603050405020304" pitchFamily="18" charset="0"/>
              </a:rPr>
              <a:pPr/>
              <a:t>28</a:t>
            </a:fld>
            <a:endParaRPr lang="en-US" altLang="en-US" sz="120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EA385302-4D9A-5DE2-6299-E662FDECD78A}"/>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78121FF6-7AE8-E8E1-7BB6-4D6A59472D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6564" name="Slide Number Placeholder 3">
            <a:extLst>
              <a:ext uri="{FF2B5EF4-FFF2-40B4-BE49-F238E27FC236}">
                <a16:creationId xmlns:a16="http://schemas.microsoft.com/office/drawing/2014/main" id="{F49FB80B-D453-E167-01E0-261F732816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2EA7ABB3-9AD4-427B-A128-F29FF864CBCA}" type="slidenum">
              <a:rPr lang="en-US" altLang="en-US" sz="1200" smtClean="0">
                <a:latin typeface="Times New Roman" panose="02020603050405020304" pitchFamily="18" charset="0"/>
              </a:rPr>
              <a:pPr/>
              <a:t>29</a:t>
            </a:fld>
            <a:endParaRPr lang="en-US" altLang="en-US" sz="120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1128B943-2F8F-5B5F-455A-A18541C83463}"/>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C32F5ABC-46F7-3DA3-596A-FC7D7E2979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8612" name="Slide Number Placeholder 3">
            <a:extLst>
              <a:ext uri="{FF2B5EF4-FFF2-40B4-BE49-F238E27FC236}">
                <a16:creationId xmlns:a16="http://schemas.microsoft.com/office/drawing/2014/main" id="{BFB2BC63-6096-5DF2-D707-4D01613600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C8871073-EE87-445F-9205-859177A2A309}" type="slidenum">
              <a:rPr lang="en-US" altLang="en-US" sz="1200" smtClean="0">
                <a:latin typeface="Times New Roman" panose="02020603050405020304" pitchFamily="18" charset="0"/>
              </a:rPr>
              <a:pPr/>
              <a:t>30</a:t>
            </a:fld>
            <a:endParaRPr lang="en-US" altLang="en-US" sz="120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89283AD4-B30B-2508-88DC-F1D84D0552B3}"/>
              </a:ext>
            </a:extLst>
          </p:cNvPr>
          <p:cNvSpPr>
            <a:spLocks noGrp="1" noRot="1" noChangeAspect="1" noChangeArrowheads="1" noTextEdit="1"/>
          </p:cNvSpPr>
          <p:nvPr>
            <p:ph type="sldImg"/>
          </p:nvPr>
        </p:nvSpPr>
        <p:spPr>
          <a:ln/>
        </p:spPr>
      </p:sp>
      <p:sp>
        <p:nvSpPr>
          <p:cNvPr id="70659" name="Notes Placeholder 2">
            <a:extLst>
              <a:ext uri="{FF2B5EF4-FFF2-40B4-BE49-F238E27FC236}">
                <a16:creationId xmlns:a16="http://schemas.microsoft.com/office/drawing/2014/main" id="{CFAD0066-5464-A20D-FD12-2FCE7DAEBF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The web browser sends a message (“ClientHello”) to the server that contains information including the list of cryptographic algorithms that the client supports</a:t>
            </a:r>
          </a:p>
          <a:p>
            <a:r>
              <a:rPr lang="en-US" altLang="en-US">
                <a:latin typeface="Arial" panose="020B0604020202020204" pitchFamily="34" charset="0"/>
              </a:rPr>
              <a:t>The web server responds (“ServerHello”) by indicating which cryptographic algorithm will be used. It then sends the server digital certificate to the browser</a:t>
            </a:r>
          </a:p>
          <a:p>
            <a:r>
              <a:rPr lang="en-US" altLang="en-US">
                <a:latin typeface="Arial" panose="020B0604020202020204" pitchFamily="34" charset="0"/>
              </a:rPr>
              <a:t>The web browser verifies the server certificate (such as making sure it has not expired) and extracts the server’s public key. The browser generates a random value (called the pre-master secret), encrypts it with the server’s public key, and sends it back to the server (“ClientKeyExchange”).</a:t>
            </a:r>
          </a:p>
          <a:p>
            <a:r>
              <a:rPr lang="en-US" altLang="en-US">
                <a:latin typeface="Arial" panose="020B0604020202020204" pitchFamily="34" charset="0"/>
              </a:rPr>
              <a:t>The server decrypts the message and obtains the browser’s pre-master secret. Because both the browser and server now have the same pre-master secret, they can each create the same master secret. The master secret is used to create session keys, which are symmetric keys to encrypt and decrypt information exchanged during the session and to verify its integrity.</a:t>
            </a:r>
          </a:p>
        </p:txBody>
      </p:sp>
      <p:sp>
        <p:nvSpPr>
          <p:cNvPr id="70660" name="Slide Number Placeholder 3">
            <a:extLst>
              <a:ext uri="{FF2B5EF4-FFF2-40B4-BE49-F238E27FC236}">
                <a16:creationId xmlns:a16="http://schemas.microsoft.com/office/drawing/2014/main" id="{96BF6E9D-C8F2-DB69-BFDC-81EDC9919B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927471FF-C015-4A40-A8E4-58DA0A0C6B6D}" type="slidenum">
              <a:rPr lang="en-US" altLang="en-US" sz="1200" smtClean="0">
                <a:latin typeface="Times New Roman" panose="02020603050405020304" pitchFamily="18" charset="0"/>
              </a:rPr>
              <a:pPr/>
              <a:t>31</a:t>
            </a:fld>
            <a:endParaRPr lang="en-US" altLang="en-US" sz="120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60B99073-86ED-3A5F-5671-47719A2B99C5}"/>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74F227AE-F10F-62BF-7A17-764B65AE1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72708" name="Slide Number Placeholder 3">
            <a:extLst>
              <a:ext uri="{FF2B5EF4-FFF2-40B4-BE49-F238E27FC236}">
                <a16:creationId xmlns:a16="http://schemas.microsoft.com/office/drawing/2014/main" id="{D7BCAD93-6235-E996-65A1-242860F633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8E41A78-FD3F-4DE0-9F6A-0A10C3E470EA}" type="slidenum">
              <a:rPr lang="en-US" altLang="en-US" sz="1200" smtClean="0">
                <a:latin typeface="Times New Roman" panose="02020603050405020304" pitchFamily="18" charset="0"/>
              </a:rPr>
              <a:pPr/>
              <a:t>32</a:t>
            </a:fld>
            <a:endParaRPr lang="en-US" altLang="en-US" sz="120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D57DD4D2-465E-9008-AAF7-31EEDD6B3367}"/>
              </a:ext>
            </a:extLst>
          </p:cNvPr>
          <p:cNvSpPr>
            <a:spLocks noGrp="1" noRot="1" noChangeAspect="1" noChangeArrowheads="1" noTextEdit="1"/>
          </p:cNvSpPr>
          <p:nvPr>
            <p:ph type="sldImg"/>
          </p:nvPr>
        </p:nvSpPr>
        <p:spPr>
          <a:ln/>
        </p:spPr>
      </p:sp>
      <p:sp>
        <p:nvSpPr>
          <p:cNvPr id="74755" name="Notes Placeholder 2">
            <a:extLst>
              <a:ext uri="{FF2B5EF4-FFF2-40B4-BE49-F238E27FC236}">
                <a16:creationId xmlns:a16="http://schemas.microsoft.com/office/drawing/2014/main" id="{2238C663-FFC4-174E-5CBD-714C0FBDA4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4756" name="Slide Number Placeholder 3">
            <a:extLst>
              <a:ext uri="{FF2B5EF4-FFF2-40B4-BE49-F238E27FC236}">
                <a16:creationId xmlns:a16="http://schemas.microsoft.com/office/drawing/2014/main" id="{78521B8F-B78C-0CB2-82DA-07C0D0612B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8B2729D-B016-40F0-849A-3219194EB0A0}" type="slidenum">
              <a:rPr lang="en-US" altLang="en-US" sz="1200" smtClean="0">
                <a:latin typeface="Times New Roman" panose="02020603050405020304" pitchFamily="18" charset="0"/>
              </a:rPr>
              <a:pPr/>
              <a:t>33</a:t>
            </a:fld>
            <a:endParaRPr lang="en-US" altLang="en-US" sz="120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CDB162FB-0E64-145D-5201-89F0691C54C0}"/>
              </a:ext>
            </a:extLst>
          </p:cNvPr>
          <p:cNvSpPr>
            <a:spLocks noGrp="1" noRot="1" noChangeAspect="1" noChangeArrowheads="1" noTextEdit="1"/>
          </p:cNvSpPr>
          <p:nvPr>
            <p:ph type="sldImg"/>
          </p:nvPr>
        </p:nvSpPr>
        <p:spPr>
          <a:ln/>
        </p:spPr>
      </p:sp>
      <p:sp>
        <p:nvSpPr>
          <p:cNvPr id="76803" name="Notes Placeholder 2">
            <a:extLst>
              <a:ext uri="{FF2B5EF4-FFF2-40B4-BE49-F238E27FC236}">
                <a16:creationId xmlns:a16="http://schemas.microsoft.com/office/drawing/2014/main" id="{FCD89541-22A4-99DC-C3E2-0537623D3A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6804" name="Slide Number Placeholder 3">
            <a:extLst>
              <a:ext uri="{FF2B5EF4-FFF2-40B4-BE49-F238E27FC236}">
                <a16:creationId xmlns:a16="http://schemas.microsoft.com/office/drawing/2014/main" id="{2FB9C603-2327-6DB0-8B6D-92ABD4B6E5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107D980B-C20C-493D-82A1-3A0575401D1B}" type="slidenum">
              <a:rPr lang="en-US" altLang="en-US" sz="1200" smtClean="0">
                <a:latin typeface="Times New Roman" panose="02020603050405020304" pitchFamily="18" charset="0"/>
              </a:rPr>
              <a:pPr/>
              <a:t>34</a:t>
            </a:fld>
            <a:endParaRPr lang="en-US" altLang="en-US" sz="120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6185A7A-2E9A-329E-BCC7-3B69DFB9B4A4}"/>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D7C9A147-03D0-4085-1321-D0194FA74E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8852" name="Slide Number Placeholder 3">
            <a:extLst>
              <a:ext uri="{FF2B5EF4-FFF2-40B4-BE49-F238E27FC236}">
                <a16:creationId xmlns:a16="http://schemas.microsoft.com/office/drawing/2014/main" id="{7895BDE3-F1CA-EE5C-DA2B-942CDF6BA4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79F907E5-400E-480B-AF10-8534C4276584}" type="slidenum">
              <a:rPr lang="en-US" altLang="en-US" sz="1200" smtClean="0">
                <a:latin typeface="Times New Roman" panose="02020603050405020304" pitchFamily="18" charset="0"/>
              </a:rPr>
              <a:pPr/>
              <a:t>35</a:t>
            </a:fld>
            <a:endParaRPr lang="en-US" altLang="en-US" sz="120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6755F8BE-6EAC-740D-A424-15A01276E3E9}"/>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EA2CF523-D78A-AD86-F7E2-4EB969AAAB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0900" name="Slide Number Placeholder 3">
            <a:extLst>
              <a:ext uri="{FF2B5EF4-FFF2-40B4-BE49-F238E27FC236}">
                <a16:creationId xmlns:a16="http://schemas.microsoft.com/office/drawing/2014/main" id="{5926F0A1-E136-73D7-4B70-1E3843FFCD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2B56892-6172-4813-B9AA-5380E0EA27B5}" type="slidenum">
              <a:rPr lang="en-US" altLang="en-US" sz="1200" smtClean="0">
                <a:latin typeface="Times New Roman" panose="02020603050405020304" pitchFamily="18" charset="0"/>
              </a:rPr>
              <a:pPr/>
              <a:t>36</a:t>
            </a:fld>
            <a:endParaRPr lang="en-US" altLang="en-US" sz="120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BFAD5595-6633-DFD9-61B9-E967DC17F660}"/>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1C0C59B9-A014-635B-84AA-0FE4DBEFC5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4996" name="Slide Number Placeholder 3">
            <a:extLst>
              <a:ext uri="{FF2B5EF4-FFF2-40B4-BE49-F238E27FC236}">
                <a16:creationId xmlns:a16="http://schemas.microsoft.com/office/drawing/2014/main" id="{D9458872-AD01-6DFE-16F8-ACD9D8591F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C087CE4-3278-4810-8245-478987162F5D}" type="slidenum">
              <a:rPr lang="en-US" altLang="en-US" sz="1200" smtClean="0">
                <a:latin typeface="Times New Roman" panose="02020603050405020304" pitchFamily="18" charset="0"/>
              </a:rPr>
              <a:pPr/>
              <a:t>37</a:t>
            </a:fld>
            <a:endParaRPr lang="en-US" altLang="en-US" sz="120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0B8BB206-7E09-3927-81C0-D1B52A36F9E9}"/>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835F6547-7892-49A5-AC11-9575731842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7044" name="Slide Number Placeholder 3">
            <a:extLst>
              <a:ext uri="{FF2B5EF4-FFF2-40B4-BE49-F238E27FC236}">
                <a16:creationId xmlns:a16="http://schemas.microsoft.com/office/drawing/2014/main" id="{4B9206C8-B028-E2F0-8B64-7A9674AF5D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04FD3EAE-DDCB-4A23-A085-103A2F32D233}" type="slidenum">
              <a:rPr lang="en-US" altLang="en-US" sz="1200" smtClean="0">
                <a:latin typeface="Times New Roman" panose="02020603050405020304" pitchFamily="18" charset="0"/>
              </a:rPr>
              <a:pPr/>
              <a:t>38</a:t>
            </a:fld>
            <a:endParaRPr lang="en-US" altLang="en-US" sz="120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C762DFC3-A63B-A58F-4BBD-48E6ACD6EBD1}"/>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F90FB685-70B7-E4FE-49D6-3D6A731E9A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89092" name="Slide Number Placeholder 3">
            <a:extLst>
              <a:ext uri="{FF2B5EF4-FFF2-40B4-BE49-F238E27FC236}">
                <a16:creationId xmlns:a16="http://schemas.microsoft.com/office/drawing/2014/main" id="{953D35F9-4874-ECCE-D853-5EAE802D90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defRPr sz="2400">
                <a:solidFill>
                  <a:schemeClr val="tx1"/>
                </a:solidFill>
                <a:latin typeface="Arial" panose="020B0604020202020204" pitchFamily="34" charset="0"/>
                <a:cs typeface="Arial" panose="020B0604020202020204" pitchFamily="34" charset="0"/>
              </a:defRPr>
            </a:lvl1pPr>
            <a:lvl2pPr marL="741363" indent="-284163" defTabSz="955675">
              <a:defRPr sz="2400">
                <a:solidFill>
                  <a:schemeClr val="tx1"/>
                </a:solidFill>
                <a:latin typeface="Arial" panose="020B0604020202020204" pitchFamily="34" charset="0"/>
                <a:cs typeface="Arial" panose="020B0604020202020204" pitchFamily="34" charset="0"/>
              </a:defRPr>
            </a:lvl2pPr>
            <a:lvl3pPr marL="1141413" indent="-227013" defTabSz="955675">
              <a:defRPr sz="2400">
                <a:solidFill>
                  <a:schemeClr val="tx1"/>
                </a:solidFill>
                <a:latin typeface="Arial" panose="020B0604020202020204" pitchFamily="34" charset="0"/>
                <a:cs typeface="Arial" panose="020B0604020202020204" pitchFamily="34" charset="0"/>
              </a:defRPr>
            </a:lvl3pPr>
            <a:lvl4pPr marL="1598613" indent="-227013" defTabSz="955675">
              <a:defRPr sz="2400">
                <a:solidFill>
                  <a:schemeClr val="tx1"/>
                </a:solidFill>
                <a:latin typeface="Arial" panose="020B0604020202020204" pitchFamily="34" charset="0"/>
                <a:cs typeface="Arial" panose="020B0604020202020204" pitchFamily="34" charset="0"/>
              </a:defRPr>
            </a:lvl4pPr>
            <a:lvl5pPr marL="2055813" indent="-227013" defTabSz="955675">
              <a:defRPr sz="2400">
                <a:solidFill>
                  <a:schemeClr val="tx1"/>
                </a:solidFill>
                <a:latin typeface="Arial" panose="020B0604020202020204" pitchFamily="34" charset="0"/>
                <a:cs typeface="Arial" panose="020B0604020202020204" pitchFamily="34" charset="0"/>
              </a:defRPr>
            </a:lvl5pPr>
            <a:lvl6pPr marL="25130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02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74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4613" indent="-227013" defTabSz="955675"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64AFD807-3499-45A5-9704-808DF3252F15}" type="slidenum">
              <a:rPr lang="en-US" altLang="en-US" sz="1200" smtClean="0">
                <a:latin typeface="Times New Roman" panose="02020603050405020304" pitchFamily="18" charset="0"/>
              </a:rPr>
              <a:pPr/>
              <a:t>39</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7550" y="1"/>
            <a:ext cx="10984850" cy="888999"/>
          </a:xfrm>
        </p:spPr>
        <p:txBody>
          <a:bodyPr>
            <a:normAutofit/>
          </a:bodyPr>
          <a:lstStyle>
            <a:lvl1pPr algn="l">
              <a:defRPr sz="3800">
                <a:latin typeface="Arial" panose="020B0604020202020204" pitchFamily="34" charset="0"/>
                <a:cs typeface="Arial" panose="020B0604020202020204" pitchFamily="34" charset="0"/>
              </a:defRPr>
            </a:lvl1pPr>
          </a:lstStyle>
          <a:p>
            <a:r>
              <a:rPr lang="en-US" dirty="0"/>
              <a:t>Click to edit Master title style</a:t>
            </a:r>
          </a:p>
        </p:txBody>
      </p:sp>
      <p:sp>
        <p:nvSpPr>
          <p:cNvPr id="7" name="Rectangle 6"/>
          <p:cNvSpPr/>
          <p:nvPr userDrawn="1"/>
        </p:nvSpPr>
        <p:spPr>
          <a:xfrm>
            <a:off x="839972" y="1435395"/>
            <a:ext cx="10558130" cy="3296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p:cNvSpPr>
            <a:spLocks noGrp="1"/>
          </p:cNvSpPr>
          <p:nvPr>
            <p:ph idx="1"/>
          </p:nvPr>
        </p:nvSpPr>
        <p:spPr>
          <a:xfrm>
            <a:off x="597550" y="1181100"/>
            <a:ext cx="10984850" cy="4800599"/>
          </a:xfrm>
        </p:spPr>
        <p:txBody>
          <a:bodyPr/>
          <a:lstStyle>
            <a:lvl1pPr algn="just">
              <a:lnSpc>
                <a:spcPct val="100000"/>
              </a:lnSpc>
              <a:spcBef>
                <a:spcPts val="300"/>
              </a:spcBef>
              <a:spcAft>
                <a:spcPts val="300"/>
              </a:spcAft>
              <a:defRPr sz="2200">
                <a:latin typeface="Arial" panose="020B0604020202020204" pitchFamily="34" charset="0"/>
                <a:cs typeface="Arial" panose="020B0604020202020204" pitchFamily="34" charset="0"/>
              </a:defRPr>
            </a:lvl1pPr>
            <a:lvl2pPr algn="just">
              <a:spcAft>
                <a:spcPts val="200"/>
              </a:spcAft>
              <a:defRPr sz="1800">
                <a:latin typeface="Arial" panose="020B0604020202020204" pitchFamily="34" charset="0"/>
                <a:cs typeface="Arial" panose="020B0604020202020204" pitchFamily="34" charset="0"/>
              </a:defRPr>
            </a:lvl2pPr>
            <a:lvl3pPr algn="just">
              <a:spcAft>
                <a:spcPts val="200"/>
              </a:spcAft>
              <a:defRPr/>
            </a:lvl3pPr>
            <a:lvl4pPr algn="just">
              <a:spcAft>
                <a:spcPts val="200"/>
              </a:spcAft>
              <a:defRPr sz="1200">
                <a:latin typeface="Arial" panose="020B0604020202020204" pitchFamily="34" charset="0"/>
                <a:cs typeface="Arial" panose="020B0604020202020204" pitchFamily="34" charset="0"/>
              </a:defRPr>
            </a:lvl4pPr>
            <a:lvl5pPr algn="just">
              <a:spcAft>
                <a:spcPts val="200"/>
              </a:spcAft>
              <a:defRPr sz="1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6564972F-81E4-47C1-8110-0800DB019655}"/>
              </a:ext>
            </a:extLst>
          </p:cNvPr>
          <p:cNvSpPr>
            <a:spLocks noGrp="1"/>
          </p:cNvSpPr>
          <p:nvPr>
            <p:ph type="sldNum" sz="quarter" idx="12"/>
          </p:nvPr>
        </p:nvSpPr>
        <p:spPr>
          <a:xfrm>
            <a:off x="10704484" y="6459783"/>
            <a:ext cx="1312025" cy="365125"/>
          </a:xfrm>
        </p:spPr>
        <p:txBody>
          <a:bodyPr/>
          <a:lstStyle/>
          <a:p>
            <a:fld id="{38C60F48-EAB5-A54D-B834-7AA360F30939}" type="slidenum">
              <a:rPr lang="en-US" smtClean="0"/>
              <a:t>‹#›</a:t>
            </a:fld>
            <a:endParaRPr lang="en-US"/>
          </a:p>
        </p:txBody>
      </p:sp>
      <p:sp>
        <p:nvSpPr>
          <p:cNvPr id="3" name="Google Shape;90;p1">
            <a:extLst>
              <a:ext uri="{FF2B5EF4-FFF2-40B4-BE49-F238E27FC236}">
                <a16:creationId xmlns:a16="http://schemas.microsoft.com/office/drawing/2014/main" id="{719349AC-65AB-168E-307A-1DECEBCAAE51}"/>
              </a:ext>
            </a:extLst>
          </p:cNvPr>
          <p:cNvSpPr/>
          <p:nvPr userDrawn="1"/>
        </p:nvSpPr>
        <p:spPr>
          <a:xfrm>
            <a:off x="0" y="0"/>
            <a:ext cx="12192000" cy="6858000"/>
          </a:xfrm>
          <a:prstGeom prst="rect">
            <a:avLst/>
          </a:prstGeom>
          <a:noFill/>
          <a:ln w="7620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Tree>
    <p:extLst>
      <p:ext uri="{BB962C8B-B14F-4D97-AF65-F5344CB8AC3E}">
        <p14:creationId xmlns:p14="http://schemas.microsoft.com/office/powerpoint/2010/main" val="195791053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0667539" y="6459785"/>
            <a:ext cx="1312025" cy="365125"/>
          </a:xfrm>
          <a:prstGeom prst="rect">
            <a:avLst/>
          </a:prstGeom>
        </p:spPr>
        <p:txBody>
          <a:bodyPr vert="horz" lIns="91440" tIns="45720" rIns="91440" bIns="45720" rtlCol="0" anchor="ctr"/>
          <a:lstStyle>
            <a:lvl1pPr algn="r">
              <a:defRPr sz="1050">
                <a:solidFill>
                  <a:schemeClr val="tx1"/>
                </a:solidFill>
              </a:defRPr>
            </a:lvl1pPr>
          </a:lstStyle>
          <a:p>
            <a:fld id="{38C60F48-EAB5-A54D-B834-7AA360F30939}" type="slidenum">
              <a:rPr lang="en-US" smtClean="0"/>
              <a:pPr/>
              <a:t>‹#›</a:t>
            </a:fld>
            <a:endParaRPr lang="en-US"/>
          </a:p>
        </p:txBody>
      </p:sp>
      <p:cxnSp>
        <p:nvCxnSpPr>
          <p:cNvPr id="10" name="Straight Connector 9"/>
          <p:cNvCxnSpPr>
            <a:cxnSpLocks/>
          </p:cNvCxnSpPr>
          <p:nvPr/>
        </p:nvCxnSpPr>
        <p:spPr>
          <a:xfrm>
            <a:off x="1097280" y="1737845"/>
            <a:ext cx="1006321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8569"/>
      </p:ext>
    </p:extLst>
  </p:cSld>
  <p:clrMap bg1="lt1" tx1="dk1" bg2="lt2" tx2="dk2" accent1="accent1" accent2="accent2" accent3="accent3" accent4="accent4" accent5="accent5" accent6="accent6" hlink="hlink" folHlink="folHlink"/>
  <p:sldLayoutIdLst>
    <p:sldLayoutId id="2147483674" r:id="rId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CB6F61B-8E09-4038-BC83-0CC5D32873CA}"/>
              </a:ext>
            </a:extLst>
          </p:cNvPr>
          <p:cNvSpPr>
            <a:spLocks noGrp="1"/>
          </p:cNvSpPr>
          <p:nvPr>
            <p:ph type="sldNum" sz="quarter" idx="12"/>
          </p:nvPr>
        </p:nvSpPr>
        <p:spPr/>
        <p:txBody>
          <a:bodyPr/>
          <a:lstStyle/>
          <a:p>
            <a:fld id="{38C60F48-EAB5-A54D-B834-7AA360F30939}" type="slidenum">
              <a:rPr lang="en-US" smtClean="0"/>
              <a:t>1</a:t>
            </a:fld>
            <a:endParaRPr lang="en-US" dirty="0"/>
          </a:p>
        </p:txBody>
      </p:sp>
      <p:sp>
        <p:nvSpPr>
          <p:cNvPr id="2" name="Rectangle 1">
            <a:extLst>
              <a:ext uri="{FF2B5EF4-FFF2-40B4-BE49-F238E27FC236}">
                <a16:creationId xmlns:a16="http://schemas.microsoft.com/office/drawing/2014/main" id="{0D1F3A99-91F5-44A2-9A29-778E2BCA2F9C}"/>
              </a:ext>
            </a:extLst>
          </p:cNvPr>
          <p:cNvSpPr/>
          <p:nvPr/>
        </p:nvSpPr>
        <p:spPr>
          <a:xfrm>
            <a:off x="1997089" y="504497"/>
            <a:ext cx="8287089" cy="63204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rial" panose="020B0604020202020204" pitchFamily="34" charset="0"/>
                <a:cs typeface="Arial" panose="020B0604020202020204" pitchFamily="34" charset="0"/>
              </a:rPr>
              <a:t>ITEC 493: IT Security for Managers</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b="0" i="0" dirty="0">
                <a:solidFill>
                  <a:schemeClr val="tx1"/>
                </a:solidFill>
                <a:effectLst/>
                <a:latin typeface="Arial" panose="020B0604020202020204" pitchFamily="34" charset="0"/>
              </a:rPr>
              <a:t>Advanced cryptography</a:t>
            </a:r>
            <a:br>
              <a:rPr lang="en-US" sz="2400" b="0" i="0" dirty="0">
                <a:solidFill>
                  <a:schemeClr val="tx1"/>
                </a:solidFill>
                <a:effectLst/>
                <a:latin typeface="Arial" panose="020B0604020202020204" pitchFamily="34" charset="0"/>
              </a:rPr>
            </a:br>
            <a:endParaRPr lang="en-US" sz="2400" dirty="0">
              <a:solidFill>
                <a:schemeClr val="tx1"/>
              </a:solidFill>
              <a:latin typeface="Arial" panose="020B0604020202020204" pitchFamily="34" charset="0"/>
              <a:cs typeface="Arial" panose="020B0604020202020204" pitchFamily="34" charset="0"/>
            </a:endParaRPr>
          </a:p>
          <a:p>
            <a:pPr algn="ctr"/>
            <a:r>
              <a:rPr lang="en-US" sz="2000" dirty="0">
                <a:solidFill>
                  <a:schemeClr val="tx1"/>
                </a:solidFill>
                <a:latin typeface="Arial" panose="020B0604020202020204" pitchFamily="34" charset="0"/>
                <a:cs typeface="Arial" panose="020B0604020202020204" pitchFamily="34" charset="0"/>
              </a:rPr>
              <a:t>Ali Mazloum</a:t>
            </a:r>
          </a:p>
          <a:p>
            <a:pPr algn="ctr"/>
            <a:r>
              <a:rPr lang="en-US" sz="2000" dirty="0">
                <a:solidFill>
                  <a:schemeClr val="tx1"/>
                </a:solidFill>
                <a:latin typeface="Arial" panose="020B0604020202020204" pitchFamily="34" charset="0"/>
                <a:cs typeface="Arial" panose="020B0604020202020204" pitchFamily="34" charset="0"/>
              </a:rPr>
              <a:t>Integrated Information Technology Department</a:t>
            </a:r>
          </a:p>
          <a:p>
            <a:pPr algn="ctr"/>
            <a:r>
              <a:rPr lang="en-US" sz="2000" dirty="0">
                <a:solidFill>
                  <a:schemeClr val="tx1"/>
                </a:solidFill>
                <a:latin typeface="Arial" panose="020B0604020202020204" pitchFamily="34" charset="0"/>
                <a:cs typeface="Arial" panose="020B0604020202020204" pitchFamily="34" charset="0"/>
              </a:rPr>
              <a:t>College of Engineering and Computing</a:t>
            </a:r>
          </a:p>
          <a:p>
            <a:pPr algn="ctr"/>
            <a:r>
              <a:rPr lang="en-US" sz="2000" dirty="0">
                <a:solidFill>
                  <a:schemeClr val="tx1"/>
                </a:solidFill>
                <a:latin typeface="Arial" panose="020B0604020202020204" pitchFamily="34" charset="0"/>
                <a:cs typeface="Arial" panose="020B0604020202020204" pitchFamily="34" charset="0"/>
              </a:rPr>
              <a:t>University of South Carolina</a:t>
            </a: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a:p>
            <a:pPr algn="ctr"/>
            <a:r>
              <a:rPr lang="en-US">
                <a:solidFill>
                  <a:schemeClr val="tx1"/>
                </a:solidFill>
                <a:latin typeface="Arial" panose="020B0604020202020204" pitchFamily="34" charset="0"/>
                <a:cs typeface="Arial" panose="020B0604020202020204" pitchFamily="34" charset="0"/>
              </a:rPr>
              <a:t>Fall 2025</a:t>
            </a:r>
            <a:endParaRPr lang="en-US"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9FDFD71-6C4B-430D-0A7D-F7BC9239C196}"/>
              </a:ext>
            </a:extLst>
          </p:cNvPr>
          <p:cNvPicPr>
            <a:picLocks noChangeAspect="1"/>
          </p:cNvPicPr>
          <p:nvPr/>
        </p:nvPicPr>
        <p:blipFill>
          <a:blip r:embed="rId3"/>
          <a:stretch>
            <a:fillRect/>
          </a:stretch>
        </p:blipFill>
        <p:spPr>
          <a:xfrm>
            <a:off x="293566" y="305889"/>
            <a:ext cx="1703523" cy="1053275"/>
          </a:xfrm>
          <a:prstGeom prst="rect">
            <a:avLst/>
          </a:prstGeom>
        </p:spPr>
      </p:pic>
    </p:spTree>
    <p:extLst>
      <p:ext uri="{BB962C8B-B14F-4D97-AF65-F5344CB8AC3E}">
        <p14:creationId xmlns:p14="http://schemas.microsoft.com/office/powerpoint/2010/main" val="1794598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E35626B-0EAD-0302-9A4E-06CB602483C4}"/>
              </a:ext>
            </a:extLst>
          </p:cNvPr>
          <p:cNvSpPr>
            <a:spLocks noGrp="1" noChangeArrowheads="1"/>
          </p:cNvSpPr>
          <p:nvPr>
            <p:ph type="title"/>
          </p:nvPr>
        </p:nvSpPr>
        <p:spPr/>
        <p:txBody>
          <a:bodyPr/>
          <a:lstStyle/>
          <a:p>
            <a:pPr>
              <a:defRPr/>
            </a:pPr>
            <a:r>
              <a:rPr lang="en-US" altLang="en-US"/>
              <a:t>Objectives</a:t>
            </a:r>
          </a:p>
        </p:txBody>
      </p:sp>
      <p:sp>
        <p:nvSpPr>
          <p:cNvPr id="21507" name="Rectangle 3">
            <a:extLst>
              <a:ext uri="{FF2B5EF4-FFF2-40B4-BE49-F238E27FC236}">
                <a16:creationId xmlns:a16="http://schemas.microsoft.com/office/drawing/2014/main" id="{3A36DCC8-37BA-D630-6610-580923FA4FE0}"/>
              </a:ext>
            </a:extLst>
          </p:cNvPr>
          <p:cNvSpPr>
            <a:spLocks noGrp="1"/>
          </p:cNvSpPr>
          <p:nvPr>
            <p:ph idx="1"/>
          </p:nvPr>
        </p:nvSpPr>
        <p:spPr/>
        <p:txBody>
          <a:bodyPr/>
          <a:lstStyle/>
          <a:p>
            <a:pPr marL="0" indent="0">
              <a:buClr>
                <a:schemeClr val="tx2"/>
              </a:buClr>
              <a:buNone/>
            </a:pPr>
            <a:r>
              <a:rPr lang="en-US" altLang="en-US" dirty="0"/>
              <a:t>Public key infrastructure (PKI)</a:t>
            </a:r>
          </a:p>
          <a:p>
            <a:pPr marL="0" indent="0">
              <a:buClr>
                <a:schemeClr val="tx2"/>
              </a:buClr>
              <a:buNone/>
            </a:pPr>
            <a:r>
              <a:rPr lang="en-US" altLang="en-US" dirty="0"/>
              <a:t>Digital Certificates</a:t>
            </a:r>
          </a:p>
          <a:p>
            <a:pPr marL="0" indent="0">
              <a:buClr>
                <a:schemeClr val="tx2"/>
              </a:buClr>
              <a:buNone/>
            </a:pPr>
            <a:r>
              <a:rPr lang="en-US" altLang="en-US" dirty="0"/>
              <a:t>Certificate Authorities</a:t>
            </a:r>
          </a:p>
          <a:p>
            <a:pPr algn="just"/>
            <a:endParaRPr lang="en-US" altLang="en-US" dirty="0"/>
          </a:p>
        </p:txBody>
      </p:sp>
      <p:sp>
        <p:nvSpPr>
          <p:cNvPr id="21508" name="Slide Number Placeholder 1">
            <a:extLst>
              <a:ext uri="{FF2B5EF4-FFF2-40B4-BE49-F238E27FC236}">
                <a16:creationId xmlns:a16="http://schemas.microsoft.com/office/drawing/2014/main" id="{BF10C5B2-4314-95B5-49C4-C2DED2B482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6AFE6C8D-7706-4822-9661-4DB820404F76}" type="slidenum">
              <a:rPr lang="en-US" altLang="en-US" sz="1400">
                <a:solidFill>
                  <a:schemeClr val="tx2">
                    <a:lumMod val="75000"/>
                  </a:schemeClr>
                </a:solidFill>
              </a:rPr>
              <a:pPr/>
              <a:t>2</a:t>
            </a:fld>
            <a:endParaRPr lang="en-US" altLang="en-US" sz="1400" dirty="0">
              <a:solidFill>
                <a:schemeClr val="tx2">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A52F19C-55A3-2350-89A7-D3F4FD9910E9}"/>
              </a:ext>
            </a:extLst>
          </p:cNvPr>
          <p:cNvSpPr>
            <a:spLocks noGrp="1"/>
          </p:cNvSpPr>
          <p:nvPr>
            <p:ph type="title"/>
          </p:nvPr>
        </p:nvSpPr>
        <p:spPr/>
        <p:txBody>
          <a:bodyPr/>
          <a:lstStyle/>
          <a:p>
            <a:pPr>
              <a:defRPr/>
            </a:pPr>
            <a:r>
              <a:rPr lang="en-US" altLang="en-US" dirty="0"/>
              <a:t>Key Strength</a:t>
            </a:r>
          </a:p>
        </p:txBody>
      </p:sp>
      <p:sp>
        <p:nvSpPr>
          <p:cNvPr id="23555" name="Content Placeholder 2">
            <a:extLst>
              <a:ext uri="{FF2B5EF4-FFF2-40B4-BE49-F238E27FC236}">
                <a16:creationId xmlns:a16="http://schemas.microsoft.com/office/drawing/2014/main" id="{34140934-2166-62EB-67DA-AC4EFEFF949B}"/>
              </a:ext>
            </a:extLst>
          </p:cNvPr>
          <p:cNvSpPr>
            <a:spLocks noGrp="1"/>
          </p:cNvSpPr>
          <p:nvPr>
            <p:ph idx="1"/>
          </p:nvPr>
        </p:nvSpPr>
        <p:spPr/>
        <p:txBody>
          <a:bodyPr/>
          <a:lstStyle/>
          <a:p>
            <a:pPr algn="just"/>
            <a:r>
              <a:rPr lang="en-US" altLang="en-US" dirty="0"/>
              <a:t>There are three primary characteristics that determine the resiliency of the key to attacks:</a:t>
            </a:r>
          </a:p>
          <a:p>
            <a:pPr lvl="1" algn="just"/>
            <a:r>
              <a:rPr lang="en-US" altLang="en-US" dirty="0"/>
              <a:t>Randomness</a:t>
            </a:r>
          </a:p>
          <a:p>
            <a:pPr lvl="1" algn="just"/>
            <a:r>
              <a:rPr lang="en-US" altLang="en-US" dirty="0"/>
              <a:t>Length of the key. Shorter keys can be more easily broken than longer keys</a:t>
            </a:r>
          </a:p>
          <a:p>
            <a:pPr lvl="1" algn="just"/>
            <a:r>
              <a:rPr lang="en-US" altLang="en-US" dirty="0"/>
              <a:t>Cryptoperiod: the length of time for which a key is authorized for use</a:t>
            </a:r>
          </a:p>
          <a:p>
            <a:pPr algn="just"/>
            <a:endParaRPr lang="en-US" altLang="en-US" dirty="0"/>
          </a:p>
        </p:txBody>
      </p:sp>
      <p:sp>
        <p:nvSpPr>
          <p:cNvPr id="23556" name="Slide Number Placeholder 1">
            <a:extLst>
              <a:ext uri="{FF2B5EF4-FFF2-40B4-BE49-F238E27FC236}">
                <a16:creationId xmlns:a16="http://schemas.microsoft.com/office/drawing/2014/main" id="{333155A2-BD5B-529A-0B91-200FCE29A1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FE80B8B-1808-44C5-9E96-990DCDACAC0C}" type="slidenum">
              <a:rPr lang="en-US" altLang="en-US" sz="1400"/>
              <a:pPr/>
              <a:t>3</a:t>
            </a:fld>
            <a:endParaRPr lang="en-US" altLang="en-US" sz="1400" dirty="0"/>
          </a:p>
        </p:txBody>
      </p:sp>
      <p:pic>
        <p:nvPicPr>
          <p:cNvPr id="23557" name="Picture 2">
            <a:extLst>
              <a:ext uri="{FF2B5EF4-FFF2-40B4-BE49-F238E27FC236}">
                <a16:creationId xmlns:a16="http://schemas.microsoft.com/office/drawing/2014/main" id="{3CF173E2-6941-3343-6D8A-0BCD4A9DF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65"/>
          <a:stretch>
            <a:fillRect/>
          </a:stretch>
        </p:blipFill>
        <p:spPr bwMode="auto">
          <a:xfrm>
            <a:off x="2686050" y="4116388"/>
            <a:ext cx="6845300"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7D4-24F7-BD65-9750-7831FCD5CA8E}"/>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87341F21-FB22-C5E9-E1E9-29AE390E7C72}"/>
              </a:ext>
            </a:extLst>
          </p:cNvPr>
          <p:cNvSpPr>
            <a:spLocks noGrp="1"/>
          </p:cNvSpPr>
          <p:nvPr>
            <p:ph type="title"/>
          </p:nvPr>
        </p:nvSpPr>
        <p:spPr>
          <a:xfrm>
            <a:off x="2589311" y="2540001"/>
            <a:ext cx="7013377" cy="888999"/>
          </a:xfrm>
        </p:spPr>
        <p:txBody>
          <a:bodyPr>
            <a:normAutofit/>
          </a:bodyPr>
          <a:lstStyle/>
          <a:p>
            <a:pPr>
              <a:defRPr/>
            </a:pPr>
            <a:r>
              <a:rPr lang="en-US" altLang="en-US" dirty="0"/>
              <a:t>Why is randomness important?</a:t>
            </a:r>
          </a:p>
        </p:txBody>
      </p:sp>
      <p:sp>
        <p:nvSpPr>
          <p:cNvPr id="23556" name="Slide Number Placeholder 1">
            <a:extLst>
              <a:ext uri="{FF2B5EF4-FFF2-40B4-BE49-F238E27FC236}">
                <a16:creationId xmlns:a16="http://schemas.microsoft.com/office/drawing/2014/main" id="{2E3B76D4-57DD-2412-A30E-30F6224616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FE80B8B-1808-44C5-9E96-990DCDACAC0C}" type="slidenum">
              <a:rPr lang="en-US" altLang="en-US" sz="1400"/>
              <a:pPr/>
              <a:t>4</a:t>
            </a:fld>
            <a:endParaRPr lang="en-US" altLang="en-US" sz="1400" dirty="0"/>
          </a:p>
        </p:txBody>
      </p:sp>
    </p:spTree>
    <p:extLst>
      <p:ext uri="{BB962C8B-B14F-4D97-AF65-F5344CB8AC3E}">
        <p14:creationId xmlns:p14="http://schemas.microsoft.com/office/powerpoint/2010/main" val="4138265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A051B6E3-3881-FA91-8A20-F18382E4C23E}"/>
              </a:ext>
            </a:extLst>
          </p:cNvPr>
          <p:cNvSpPr>
            <a:spLocks noGrp="1"/>
          </p:cNvSpPr>
          <p:nvPr>
            <p:ph type="title"/>
          </p:nvPr>
        </p:nvSpPr>
        <p:spPr/>
        <p:txBody>
          <a:bodyPr/>
          <a:lstStyle/>
          <a:p>
            <a:pPr>
              <a:defRPr/>
            </a:pPr>
            <a:r>
              <a:rPr lang="en-US" altLang="en-US" dirty="0"/>
              <a:t>Algorithm Input Values</a:t>
            </a:r>
          </a:p>
        </p:txBody>
      </p:sp>
      <p:sp>
        <p:nvSpPr>
          <p:cNvPr id="27651" name="Content Placeholder 2">
            <a:extLst>
              <a:ext uri="{FF2B5EF4-FFF2-40B4-BE49-F238E27FC236}">
                <a16:creationId xmlns:a16="http://schemas.microsoft.com/office/drawing/2014/main" id="{0DB92CCA-22CF-1A5E-C2C4-45CD38ADFF0A}"/>
              </a:ext>
            </a:extLst>
          </p:cNvPr>
          <p:cNvSpPr>
            <a:spLocks noGrp="1"/>
          </p:cNvSpPr>
          <p:nvPr>
            <p:ph idx="1"/>
          </p:nvPr>
        </p:nvSpPr>
        <p:spPr>
          <a:xfrm>
            <a:off x="597550" y="1181101"/>
            <a:ext cx="10984850" cy="1991868"/>
          </a:xfrm>
        </p:spPr>
        <p:txBody>
          <a:bodyPr/>
          <a:lstStyle/>
          <a:p>
            <a:pPr algn="just">
              <a:buClr>
                <a:schemeClr val="bg1">
                  <a:lumMod val="75000"/>
                </a:schemeClr>
              </a:buClr>
              <a:buFont typeface="Arial" panose="020B0604020202020204" pitchFamily="34" charset="0"/>
              <a:buChar char="•"/>
            </a:pPr>
            <a:r>
              <a:rPr lang="en-US" altLang="en-US" dirty="0"/>
              <a:t>Some cryptographic algorithms require that in addition to a key another value can or must be input</a:t>
            </a:r>
          </a:p>
          <a:p>
            <a:pPr algn="just">
              <a:buClr>
                <a:schemeClr val="bg1">
                  <a:lumMod val="75000"/>
                </a:schemeClr>
              </a:buClr>
              <a:buFont typeface="Arial" panose="020B0604020202020204" pitchFamily="34" charset="0"/>
              <a:buChar char="•"/>
            </a:pPr>
            <a:r>
              <a:rPr lang="en-US" altLang="en-US" dirty="0"/>
              <a:t>It is generally assumed that these values are visible to  attackers</a:t>
            </a:r>
          </a:p>
          <a:p>
            <a:pPr algn="just">
              <a:buClr>
                <a:schemeClr val="bg1">
                  <a:lumMod val="75000"/>
                </a:schemeClr>
              </a:buClr>
              <a:buFont typeface="Arial" panose="020B0604020202020204" pitchFamily="34" charset="0"/>
              <a:buChar char="•"/>
            </a:pPr>
            <a:r>
              <a:rPr lang="en-US" altLang="en-US" dirty="0"/>
              <a:t>The strength of the cryptographic algorithms should not depend on the secrecy of these values</a:t>
            </a:r>
          </a:p>
        </p:txBody>
      </p:sp>
      <p:sp>
        <p:nvSpPr>
          <p:cNvPr id="27652" name="Slide Number Placeholder 1">
            <a:extLst>
              <a:ext uri="{FF2B5EF4-FFF2-40B4-BE49-F238E27FC236}">
                <a16:creationId xmlns:a16="http://schemas.microsoft.com/office/drawing/2014/main" id="{7AB0BA07-A576-8561-9FEF-3582C68D66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CC1D92C1-0385-49EF-8F4E-636C1AD5833E}" type="slidenum">
              <a:rPr lang="en-US" altLang="en-US" sz="1400"/>
              <a:pPr/>
              <a:t>5</a:t>
            </a:fld>
            <a:endParaRPr lang="en-US" altLang="en-US" sz="1400"/>
          </a:p>
        </p:txBody>
      </p:sp>
      <p:sp>
        <p:nvSpPr>
          <p:cNvPr id="2" name="Content Placeholder 2">
            <a:extLst>
              <a:ext uri="{FF2B5EF4-FFF2-40B4-BE49-F238E27FC236}">
                <a16:creationId xmlns:a16="http://schemas.microsoft.com/office/drawing/2014/main" id="{01BE6101-F9B0-9A58-3DCA-C9B728C68542}"/>
              </a:ext>
            </a:extLst>
          </p:cNvPr>
          <p:cNvSpPr txBox="1">
            <a:spLocks/>
          </p:cNvSpPr>
          <p:nvPr/>
        </p:nvSpPr>
        <p:spPr>
          <a:xfrm>
            <a:off x="960226" y="4324124"/>
            <a:ext cx="10259497" cy="492251"/>
          </a:xfrm>
          <a:prstGeom prst="rect">
            <a:avLst/>
          </a:prstGeom>
        </p:spPr>
        <p:txBody>
          <a:bodyPr vert="horz" lIns="0" tIns="45720" rIns="0" bIns="45720" rtlCol="0">
            <a:normAutofit fontScale="92500"/>
          </a:bodyPr>
          <a:lstStyle>
            <a:lvl1pPr marL="91440" indent="-91440" algn="just" defTabSz="914400" rtl="0" eaLnBrk="1" latinLnBrk="0" hangingPunct="1">
              <a:lnSpc>
                <a:spcPct val="100000"/>
              </a:lnSpc>
              <a:spcBef>
                <a:spcPts val="300"/>
              </a:spcBef>
              <a:spcAft>
                <a:spcPts val="300"/>
              </a:spcAft>
              <a:buClr>
                <a:schemeClr val="accent1"/>
              </a:buClr>
              <a:buSzPct val="100000"/>
              <a:buFont typeface="Calibri" panose="020F0502020204030204" pitchFamily="34" charset="0"/>
              <a:buChar char=" "/>
              <a:defRPr sz="22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just" defTabSz="914400" rtl="0" eaLnBrk="1" latinLnBrk="0" hangingPunct="1">
              <a:lnSpc>
                <a:spcPct val="90000"/>
              </a:lnSpc>
              <a:spcBef>
                <a:spcPts val="200"/>
              </a:spcBef>
              <a:spcAft>
                <a:spcPts val="2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just" defTabSz="914400" rtl="0" eaLnBrk="1" latinLnBrk="0" hangingPunct="1">
              <a:lnSpc>
                <a:spcPct val="90000"/>
              </a:lnSpc>
              <a:spcBef>
                <a:spcPts val="200"/>
              </a:spcBef>
              <a:spcAft>
                <a:spcPts val="2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just" defTabSz="914400" rtl="0" eaLnBrk="1" latinLnBrk="0" hangingPunct="1">
              <a:lnSpc>
                <a:spcPct val="90000"/>
              </a:lnSpc>
              <a:spcBef>
                <a:spcPts val="200"/>
              </a:spcBef>
              <a:spcAft>
                <a:spcPts val="200"/>
              </a:spcAft>
              <a:buClr>
                <a:schemeClr val="accent1"/>
              </a:buClr>
              <a:buFont typeface="Calibri" pitchFamily="34" charset="0"/>
              <a:buChar char="◦"/>
              <a:defRPr sz="12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just" defTabSz="914400" rtl="0" eaLnBrk="1" latinLnBrk="0" hangingPunct="1">
              <a:lnSpc>
                <a:spcPct val="90000"/>
              </a:lnSpc>
              <a:spcBef>
                <a:spcPts val="200"/>
              </a:spcBef>
              <a:spcAft>
                <a:spcPts val="200"/>
              </a:spcAft>
              <a:buClr>
                <a:schemeClr val="accent1"/>
              </a:buClr>
              <a:buFont typeface="Calibri" pitchFamily="34" charset="0"/>
              <a:buChar char="◦"/>
              <a:defRPr sz="10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Clr>
                <a:schemeClr val="bg1">
                  <a:lumMod val="75000"/>
                </a:schemeClr>
              </a:buClr>
              <a:buNone/>
            </a:pPr>
            <a:r>
              <a:rPr lang="en-US" altLang="en-US" b="1" i="1" dirty="0"/>
              <a:t>What would be an example of one mechanism that uses another value than the key?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E016471-FABB-06A4-C6A5-D561E63B12E8}"/>
              </a:ext>
            </a:extLst>
          </p:cNvPr>
          <p:cNvSpPr>
            <a:spLocks noGrp="1"/>
          </p:cNvSpPr>
          <p:nvPr>
            <p:ph type="title"/>
          </p:nvPr>
        </p:nvSpPr>
        <p:spPr/>
        <p:txBody>
          <a:bodyPr/>
          <a:lstStyle/>
          <a:p>
            <a:pPr>
              <a:defRPr/>
            </a:pPr>
            <a:r>
              <a:rPr lang="en-US" altLang="en-US" dirty="0"/>
              <a:t>Salt</a:t>
            </a:r>
          </a:p>
        </p:txBody>
      </p:sp>
      <p:sp>
        <p:nvSpPr>
          <p:cNvPr id="29699" name="Content Placeholder 2">
            <a:extLst>
              <a:ext uri="{FF2B5EF4-FFF2-40B4-BE49-F238E27FC236}">
                <a16:creationId xmlns:a16="http://schemas.microsoft.com/office/drawing/2014/main" id="{5D19C276-5557-585C-BFA4-B01634D2EC07}"/>
              </a:ext>
            </a:extLst>
          </p:cNvPr>
          <p:cNvSpPr>
            <a:spLocks noGrp="1"/>
          </p:cNvSpPr>
          <p:nvPr>
            <p:ph idx="1"/>
          </p:nvPr>
        </p:nvSpPr>
        <p:spPr/>
        <p:txBody>
          <a:bodyPr/>
          <a:lstStyle/>
          <a:p>
            <a:pPr algn="just"/>
            <a:r>
              <a:rPr lang="en-US" altLang="en-US" dirty="0"/>
              <a:t>A salt is a value that can be used to ensure that plaintext, when hashed, will not consistently result in the same digest</a:t>
            </a:r>
          </a:p>
          <a:p>
            <a:pPr algn="just"/>
            <a:r>
              <a:rPr lang="en-US" altLang="en-US" dirty="0"/>
              <a:t>Often used in password-based systems</a:t>
            </a:r>
          </a:p>
          <a:p>
            <a:pPr lvl="1" algn="just"/>
            <a:r>
              <a:rPr lang="en-US" altLang="en-US" dirty="0"/>
              <a:t>Prevents attackers from generating digests of commonly used passwords or dictionary words that can be compared to the digest of a stolen password</a:t>
            </a:r>
          </a:p>
          <a:p>
            <a:pPr algn="just"/>
            <a:endParaRPr lang="en-US" altLang="en-US" dirty="0"/>
          </a:p>
        </p:txBody>
      </p:sp>
      <p:sp>
        <p:nvSpPr>
          <p:cNvPr id="29700" name="Slide Number Placeholder 1">
            <a:extLst>
              <a:ext uri="{FF2B5EF4-FFF2-40B4-BE49-F238E27FC236}">
                <a16:creationId xmlns:a16="http://schemas.microsoft.com/office/drawing/2014/main" id="{210E477E-2FDB-5C89-E2ED-AFE081F6C6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EBAB6FDB-B23D-41A2-86AC-C63C29BA3CAE}" type="slidenum">
              <a:rPr lang="en-US" altLang="en-US" sz="1400"/>
              <a:pPr/>
              <a:t>6</a:t>
            </a:fld>
            <a:endParaRPr lang="en-US" altLang="en-US" sz="1400" dirty="0"/>
          </a:p>
        </p:txBody>
      </p:sp>
      <p:pic>
        <p:nvPicPr>
          <p:cNvPr id="29701" name="Picture 2">
            <a:extLst>
              <a:ext uri="{FF2B5EF4-FFF2-40B4-BE49-F238E27FC236}">
                <a16:creationId xmlns:a16="http://schemas.microsoft.com/office/drawing/2014/main" id="{B2E02FB1-EF6C-0740-14CB-F6F0A8DF3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1" y="4183063"/>
            <a:ext cx="231457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4">
            <a:extLst>
              <a:ext uri="{FF2B5EF4-FFF2-40B4-BE49-F238E27FC236}">
                <a16:creationId xmlns:a16="http://schemas.microsoft.com/office/drawing/2014/main" id="{711A9ABD-A742-A8B3-D094-BD31A2FC1C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507039"/>
            <a:ext cx="9144000"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C30DF44-7BBA-87A0-D245-98ECAD11DCD5}"/>
              </a:ext>
            </a:extLst>
          </p:cNvPr>
          <p:cNvSpPr>
            <a:spLocks noGrp="1"/>
          </p:cNvSpPr>
          <p:nvPr>
            <p:ph type="title"/>
          </p:nvPr>
        </p:nvSpPr>
        <p:spPr/>
        <p:txBody>
          <a:bodyPr/>
          <a:lstStyle/>
          <a:p>
            <a:pPr>
              <a:defRPr/>
            </a:pPr>
            <a:r>
              <a:rPr lang="en-US" altLang="en-US" dirty="0"/>
              <a:t>Nonce</a:t>
            </a:r>
          </a:p>
        </p:txBody>
      </p:sp>
      <p:sp>
        <p:nvSpPr>
          <p:cNvPr id="31747" name="Content Placeholder 2">
            <a:extLst>
              <a:ext uri="{FF2B5EF4-FFF2-40B4-BE49-F238E27FC236}">
                <a16:creationId xmlns:a16="http://schemas.microsoft.com/office/drawing/2014/main" id="{2125D962-71FF-66CF-16D6-E746A5A26FA7}"/>
              </a:ext>
            </a:extLst>
          </p:cNvPr>
          <p:cNvSpPr>
            <a:spLocks noGrp="1"/>
          </p:cNvSpPr>
          <p:nvPr>
            <p:ph idx="1"/>
          </p:nvPr>
        </p:nvSpPr>
        <p:spPr>
          <a:xfrm>
            <a:off x="597550" y="1181100"/>
            <a:ext cx="5016866" cy="4800599"/>
          </a:xfrm>
        </p:spPr>
        <p:txBody>
          <a:bodyPr>
            <a:normAutofit/>
          </a:bodyPr>
          <a:lstStyle/>
          <a:p>
            <a:pPr>
              <a:buClr>
                <a:schemeClr val="bg1">
                  <a:lumMod val="75000"/>
                </a:schemeClr>
              </a:buClr>
              <a:buFont typeface="Arial" panose="020B0604020202020204" pitchFamily="34" charset="0"/>
              <a:buChar char="•"/>
            </a:pPr>
            <a:r>
              <a:rPr lang="en-US" altLang="en-US" i="1" dirty="0"/>
              <a:t>(number used once), </a:t>
            </a:r>
            <a:r>
              <a:rPr lang="en-US" altLang="en-US" dirty="0"/>
              <a:t>must be unique</a:t>
            </a:r>
          </a:p>
          <a:p>
            <a:pPr marL="0" indent="0">
              <a:buClr>
                <a:schemeClr val="bg1">
                  <a:lumMod val="75000"/>
                </a:schemeClr>
              </a:buClr>
              <a:buNone/>
            </a:pPr>
            <a:endParaRPr lang="en-US" altLang="en-US" dirty="0"/>
          </a:p>
          <a:p>
            <a:pPr>
              <a:buClr>
                <a:schemeClr val="bg1">
                  <a:lumMod val="75000"/>
                </a:schemeClr>
              </a:buClr>
              <a:buFont typeface="Arial" panose="020B0604020202020204" pitchFamily="34" charset="0"/>
              <a:buChar char="•"/>
            </a:pPr>
            <a:r>
              <a:rPr lang="en-US" altLang="en-US" dirty="0"/>
              <a:t>An initialization vector (IV) is the most widely used algorithm input</a:t>
            </a:r>
          </a:p>
          <a:p>
            <a:pPr marL="0" indent="0">
              <a:buClr>
                <a:schemeClr val="bg1">
                  <a:lumMod val="75000"/>
                </a:schemeClr>
              </a:buClr>
              <a:buNone/>
            </a:pPr>
            <a:endParaRPr lang="en-US" altLang="en-US" dirty="0"/>
          </a:p>
          <a:p>
            <a:pPr>
              <a:buClr>
                <a:schemeClr val="bg1">
                  <a:lumMod val="75000"/>
                </a:schemeClr>
              </a:buClr>
              <a:buFont typeface="Arial" panose="020B0604020202020204" pitchFamily="34" charset="0"/>
              <a:buChar char="•"/>
            </a:pPr>
            <a:r>
              <a:rPr lang="en-US" altLang="en-US" dirty="0"/>
              <a:t>Often a random number is issued in an authentication protocol to ensure that old communications cannot be reused in replay attacks</a:t>
            </a:r>
          </a:p>
          <a:p>
            <a:pPr algn="just"/>
            <a:endParaRPr lang="en-US" altLang="en-US" dirty="0"/>
          </a:p>
        </p:txBody>
      </p:sp>
      <p:sp>
        <p:nvSpPr>
          <p:cNvPr id="31748" name="Slide Number Placeholder 1">
            <a:extLst>
              <a:ext uri="{FF2B5EF4-FFF2-40B4-BE49-F238E27FC236}">
                <a16:creationId xmlns:a16="http://schemas.microsoft.com/office/drawing/2014/main" id="{57AB8294-B648-98A7-D87D-B6B51C1DFE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C1EF6801-E781-400E-8E8F-BAB16EE5D960}" type="slidenum">
              <a:rPr lang="en-US" altLang="en-US" sz="1400">
                <a:solidFill>
                  <a:srgbClr val="FFFFFF"/>
                </a:solidFill>
              </a:rPr>
              <a:pPr/>
              <a:t>7</a:t>
            </a:fld>
            <a:endParaRPr lang="en-US" altLang="en-US" sz="1400">
              <a:solidFill>
                <a:srgbClr val="FFFFFF"/>
              </a:solidFill>
            </a:endParaRPr>
          </a:p>
        </p:txBody>
      </p:sp>
      <p:pic>
        <p:nvPicPr>
          <p:cNvPr id="31749" name="Picture 2" descr="Cryptographic nonce - Wikipedia">
            <a:extLst>
              <a:ext uri="{FF2B5EF4-FFF2-40B4-BE49-F238E27FC236}">
                <a16:creationId xmlns:a16="http://schemas.microsoft.com/office/drawing/2014/main" id="{A7B2A38E-2359-9238-0D6A-C593D6E2BE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887" y="1027278"/>
            <a:ext cx="5016866" cy="481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944F3-6A2A-6308-32DD-CA8F3445A8C2}"/>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22D80E8B-6697-328C-ED3A-2E0D7AEE921A}"/>
              </a:ext>
            </a:extLst>
          </p:cNvPr>
          <p:cNvSpPr>
            <a:spLocks noGrp="1"/>
          </p:cNvSpPr>
          <p:nvPr>
            <p:ph type="title"/>
          </p:nvPr>
        </p:nvSpPr>
        <p:spPr>
          <a:xfrm>
            <a:off x="2589311" y="2540001"/>
            <a:ext cx="7013377" cy="888999"/>
          </a:xfrm>
        </p:spPr>
        <p:txBody>
          <a:bodyPr>
            <a:normAutofit fontScale="90000"/>
          </a:bodyPr>
          <a:lstStyle/>
          <a:p>
            <a:pPr>
              <a:defRPr/>
            </a:pPr>
            <a:r>
              <a:rPr lang="en-US" altLang="en-US" dirty="0"/>
              <a:t>Why do we use nonce and </a:t>
            </a:r>
            <a:r>
              <a:rPr lang="en-US" altLang="en-US" dirty="0" err="1"/>
              <a:t>cnonce</a:t>
            </a:r>
            <a:r>
              <a:rPr lang="en-US" altLang="en-US" dirty="0"/>
              <a:t>?</a:t>
            </a:r>
          </a:p>
        </p:txBody>
      </p:sp>
      <p:sp>
        <p:nvSpPr>
          <p:cNvPr id="23556" name="Slide Number Placeholder 1">
            <a:extLst>
              <a:ext uri="{FF2B5EF4-FFF2-40B4-BE49-F238E27FC236}">
                <a16:creationId xmlns:a16="http://schemas.microsoft.com/office/drawing/2014/main" id="{571310E5-9EAF-EC31-552E-39836724BA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FE80B8B-1808-44C5-9E96-990DCDACAC0C}" type="slidenum">
              <a:rPr lang="en-US" altLang="en-US" sz="1400"/>
              <a:pPr/>
              <a:t>8</a:t>
            </a:fld>
            <a:endParaRPr lang="en-US" altLang="en-US" sz="1400" dirty="0"/>
          </a:p>
        </p:txBody>
      </p:sp>
    </p:spTree>
    <p:extLst>
      <p:ext uri="{BB962C8B-B14F-4D97-AF65-F5344CB8AC3E}">
        <p14:creationId xmlns:p14="http://schemas.microsoft.com/office/powerpoint/2010/main" val="1732820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8591F6D-5F4E-4BD0-9C57-F43C320BBDDE}"/>
              </a:ext>
            </a:extLst>
          </p:cNvPr>
          <p:cNvSpPr>
            <a:spLocks noGrp="1"/>
          </p:cNvSpPr>
          <p:nvPr>
            <p:ph type="title"/>
          </p:nvPr>
        </p:nvSpPr>
        <p:spPr/>
        <p:txBody>
          <a:bodyPr/>
          <a:lstStyle/>
          <a:p>
            <a:pPr>
              <a:defRPr/>
            </a:pPr>
            <a:r>
              <a:rPr lang="en-US" altLang="en-US" dirty="0"/>
              <a:t>Crypto Service Providers</a:t>
            </a:r>
          </a:p>
        </p:txBody>
      </p:sp>
      <p:sp>
        <p:nvSpPr>
          <p:cNvPr id="25603" name="Content Placeholder 2">
            <a:extLst>
              <a:ext uri="{FF2B5EF4-FFF2-40B4-BE49-F238E27FC236}">
                <a16:creationId xmlns:a16="http://schemas.microsoft.com/office/drawing/2014/main" id="{668CD477-887B-320C-6E79-F7F756776290}"/>
              </a:ext>
            </a:extLst>
          </p:cNvPr>
          <p:cNvSpPr>
            <a:spLocks noGrp="1"/>
          </p:cNvSpPr>
          <p:nvPr>
            <p:ph idx="1"/>
          </p:nvPr>
        </p:nvSpPr>
        <p:spPr/>
        <p:txBody>
          <a:bodyPr/>
          <a:lstStyle/>
          <a:p>
            <a:pPr algn="just">
              <a:buClr>
                <a:schemeClr val="bg1">
                  <a:lumMod val="75000"/>
                </a:schemeClr>
              </a:buClr>
              <a:buFont typeface="Arial" panose="020B0604020202020204" pitchFamily="34" charset="0"/>
              <a:buChar char="•"/>
            </a:pPr>
            <a:r>
              <a:rPr lang="en-US" altLang="en-US" dirty="0"/>
              <a:t>A crypto service provider allows an application to implement an encryption algorithm for execution</a:t>
            </a:r>
          </a:p>
          <a:p>
            <a:pPr algn="just">
              <a:buClr>
                <a:schemeClr val="bg1">
                  <a:lumMod val="75000"/>
                </a:schemeClr>
              </a:buClr>
              <a:buFont typeface="Arial" panose="020B0604020202020204" pitchFamily="34" charset="0"/>
              <a:buChar char="•"/>
            </a:pPr>
            <a:r>
              <a:rPr lang="en-US" altLang="en-US" dirty="0"/>
              <a:t>Crypto service providers implement cryptographic algorithms, generate keys, provide key storage, and authenticate users</a:t>
            </a:r>
          </a:p>
          <a:p>
            <a:pPr algn="just">
              <a:buClr>
                <a:schemeClr val="bg1">
                  <a:lumMod val="75000"/>
                </a:schemeClr>
              </a:buClr>
              <a:buFont typeface="Arial" panose="020B0604020202020204" pitchFamily="34" charset="0"/>
              <a:buChar char="•"/>
            </a:pPr>
            <a:r>
              <a:rPr lang="en-US" altLang="en-US" dirty="0"/>
              <a:t>Crypto service providers can be implemented in software,  hardware, or both</a:t>
            </a:r>
          </a:p>
        </p:txBody>
      </p:sp>
      <p:sp>
        <p:nvSpPr>
          <p:cNvPr id="25604" name="Slide Number Placeholder 1">
            <a:extLst>
              <a:ext uri="{FF2B5EF4-FFF2-40B4-BE49-F238E27FC236}">
                <a16:creationId xmlns:a16="http://schemas.microsoft.com/office/drawing/2014/main" id="{A0D157BD-2F78-4AF5-AA2E-3FD4444D75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BF4D620-B6ED-4BA5-956E-F5A68E833EA8}" type="slidenum">
              <a:rPr lang="en-US" altLang="en-US" sz="1400"/>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957F105-D505-5666-EE39-56D2D8C5F26A}"/>
              </a:ext>
            </a:extLst>
          </p:cNvPr>
          <p:cNvSpPr>
            <a:spLocks noGrp="1"/>
          </p:cNvSpPr>
          <p:nvPr>
            <p:ph type="title"/>
          </p:nvPr>
        </p:nvSpPr>
        <p:spPr/>
        <p:txBody>
          <a:bodyPr/>
          <a:lstStyle/>
          <a:p>
            <a:pPr>
              <a:defRPr/>
            </a:pPr>
            <a:r>
              <a:rPr lang="en-US" altLang="en-US" dirty="0"/>
              <a:t>Digital Certificates</a:t>
            </a:r>
          </a:p>
        </p:txBody>
      </p:sp>
      <p:sp>
        <p:nvSpPr>
          <p:cNvPr id="32771" name="Content Placeholder 2">
            <a:extLst>
              <a:ext uri="{FF2B5EF4-FFF2-40B4-BE49-F238E27FC236}">
                <a16:creationId xmlns:a16="http://schemas.microsoft.com/office/drawing/2014/main" id="{5A31C5B4-2F86-460C-30CF-9FDD1D9799CC}"/>
              </a:ext>
            </a:extLst>
          </p:cNvPr>
          <p:cNvSpPr>
            <a:spLocks noGrp="1"/>
          </p:cNvSpPr>
          <p:nvPr>
            <p:ph idx="1"/>
          </p:nvPr>
        </p:nvSpPr>
        <p:spPr/>
        <p:txBody>
          <a:bodyPr/>
          <a:lstStyle/>
          <a:p>
            <a:pPr>
              <a:buClr>
                <a:schemeClr val="bg1">
                  <a:lumMod val="75000"/>
                </a:schemeClr>
              </a:buClr>
              <a:buFont typeface="Arial" panose="020B0604020202020204" pitchFamily="34" charset="0"/>
              <a:buChar char="•"/>
            </a:pPr>
            <a:r>
              <a:rPr lang="en-US" altLang="en-US" dirty="0"/>
              <a:t>Proof can be provided with asymmetric cryptography by creating a digital signature</a:t>
            </a:r>
          </a:p>
          <a:p>
            <a:pPr>
              <a:buClr>
                <a:schemeClr val="bg1">
                  <a:lumMod val="75000"/>
                </a:schemeClr>
              </a:buClr>
              <a:buFont typeface="Arial" panose="020B0604020202020204" pitchFamily="34" charset="0"/>
              <a:buChar char="•"/>
            </a:pPr>
            <a:r>
              <a:rPr lang="en-US" altLang="en-US" dirty="0"/>
              <a:t>However, there is a weakness with digital signatures: </a:t>
            </a:r>
          </a:p>
          <a:p>
            <a:pPr lvl="1">
              <a:buClr>
                <a:schemeClr val="bg1">
                  <a:lumMod val="75000"/>
                </a:schemeClr>
              </a:buClr>
              <a:buFont typeface="Arial" panose="020B0604020202020204" pitchFamily="34" charset="0"/>
              <a:buChar char="•"/>
            </a:pPr>
            <a:r>
              <a:rPr lang="en-US" altLang="en-US" dirty="0"/>
              <a:t>They do not confirm the true identity of the sender</a:t>
            </a:r>
          </a:p>
          <a:p>
            <a:pPr>
              <a:buClr>
                <a:schemeClr val="bg1">
                  <a:lumMod val="75000"/>
                </a:schemeClr>
              </a:buClr>
              <a:buFont typeface="Arial" panose="020B0604020202020204" pitchFamily="34" charset="0"/>
              <a:buChar char="•"/>
            </a:pPr>
            <a:r>
              <a:rPr lang="en-US" altLang="en-US" dirty="0"/>
              <a:t>Digital signatures only show that the private key of the sender was used to encrypt the digital signature</a:t>
            </a:r>
          </a:p>
          <a:p>
            <a:pPr>
              <a:buClr>
                <a:schemeClr val="bg1">
                  <a:lumMod val="75000"/>
                </a:schemeClr>
              </a:buClr>
              <a:buFont typeface="Arial" panose="020B0604020202020204" pitchFamily="34" charset="0"/>
              <a:buChar char="•"/>
            </a:pPr>
            <a:r>
              <a:rPr lang="en-US" altLang="en-US" dirty="0"/>
              <a:t>But they do not definitively prove who the sender was</a:t>
            </a:r>
          </a:p>
        </p:txBody>
      </p:sp>
      <p:sp>
        <p:nvSpPr>
          <p:cNvPr id="32772" name="Slide Number Placeholder 1">
            <a:extLst>
              <a:ext uri="{FF2B5EF4-FFF2-40B4-BE49-F238E27FC236}">
                <a16:creationId xmlns:a16="http://schemas.microsoft.com/office/drawing/2014/main" id="{8FFD9EE1-47EC-5371-EB84-A4476ED9F4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756E95D-11BB-4BA1-8B96-C027E0C93F19}" type="slidenum">
              <a:rPr lang="en-US" altLang="en-US" sz="1400">
                <a:solidFill>
                  <a:srgbClr val="FFFFFF"/>
                </a:solidFill>
              </a:rPr>
              <a:pPr/>
              <a:t>10</a:t>
            </a:fld>
            <a:endParaRPr lang="en-US" altLang="en-US" sz="14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8E84764-CAB6-3259-87A8-7E60AA3F5AB0}"/>
              </a:ext>
            </a:extLst>
          </p:cNvPr>
          <p:cNvSpPr>
            <a:spLocks noGrp="1"/>
          </p:cNvSpPr>
          <p:nvPr>
            <p:ph type="title"/>
          </p:nvPr>
        </p:nvSpPr>
        <p:spPr/>
        <p:txBody>
          <a:bodyPr/>
          <a:lstStyle/>
          <a:p>
            <a:pPr>
              <a:defRPr/>
            </a:pPr>
            <a:r>
              <a:rPr lang="en-US" altLang="en-US" dirty="0"/>
              <a:t>Digital Certificates</a:t>
            </a:r>
          </a:p>
        </p:txBody>
      </p:sp>
      <p:pic>
        <p:nvPicPr>
          <p:cNvPr id="34819" name="Content Placeholder 2">
            <a:extLst>
              <a:ext uri="{FF2B5EF4-FFF2-40B4-BE49-F238E27FC236}">
                <a16:creationId xmlns:a16="http://schemas.microsoft.com/office/drawing/2014/main" id="{B8D1FE96-4260-3413-9929-657BA037996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96900" y="1684249"/>
            <a:ext cx="10985500" cy="3794302"/>
          </a:xfrm>
        </p:spPr>
      </p:pic>
      <p:sp>
        <p:nvSpPr>
          <p:cNvPr id="34820" name="Slide Number Placeholder 1">
            <a:extLst>
              <a:ext uri="{FF2B5EF4-FFF2-40B4-BE49-F238E27FC236}">
                <a16:creationId xmlns:a16="http://schemas.microsoft.com/office/drawing/2014/main" id="{E2B1A1DE-E12E-C138-5C78-42B44DE831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8914B4E-0703-4A6F-828B-B3F01189EB24}" type="slidenum">
              <a:rPr lang="en-US" altLang="en-US" sz="1400">
                <a:solidFill>
                  <a:srgbClr val="FFFFFF"/>
                </a:solidFill>
              </a:rPr>
              <a:pPr/>
              <a:t>11</a:t>
            </a:fld>
            <a:endParaRPr lang="en-US" altLang="en-US" sz="14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BB64441-AEDC-1DC3-B918-44D2DA76169B}"/>
              </a:ext>
            </a:extLst>
          </p:cNvPr>
          <p:cNvSpPr>
            <a:spLocks noGrp="1"/>
          </p:cNvSpPr>
          <p:nvPr>
            <p:ph type="title"/>
          </p:nvPr>
        </p:nvSpPr>
        <p:spPr/>
        <p:txBody>
          <a:bodyPr/>
          <a:lstStyle/>
          <a:p>
            <a:pPr>
              <a:defRPr/>
            </a:pPr>
            <a:r>
              <a:rPr lang="en-US" altLang="en-US" dirty="0"/>
              <a:t>Digital Certificates</a:t>
            </a:r>
          </a:p>
        </p:txBody>
      </p:sp>
      <p:sp>
        <p:nvSpPr>
          <p:cNvPr id="36867" name="Content Placeholder 2">
            <a:extLst>
              <a:ext uri="{FF2B5EF4-FFF2-40B4-BE49-F238E27FC236}">
                <a16:creationId xmlns:a16="http://schemas.microsoft.com/office/drawing/2014/main" id="{2DDDB90B-30D7-5BB2-5816-9CDD1BEF9C83}"/>
              </a:ext>
            </a:extLst>
          </p:cNvPr>
          <p:cNvSpPr>
            <a:spLocks noGrp="1"/>
          </p:cNvSpPr>
          <p:nvPr>
            <p:ph idx="1"/>
          </p:nvPr>
        </p:nvSpPr>
        <p:spPr/>
        <p:txBody>
          <a:bodyPr/>
          <a:lstStyle/>
          <a:p>
            <a:pPr>
              <a:buClr>
                <a:schemeClr val="bg1">
                  <a:lumMod val="75000"/>
                </a:schemeClr>
              </a:buClr>
              <a:buFont typeface="Arial" panose="020B0604020202020204" pitchFamily="34" charset="0"/>
              <a:buChar char="•"/>
            </a:pPr>
            <a:r>
              <a:rPr lang="en-US" altLang="en-US" dirty="0"/>
              <a:t>A digital certificate is a technology used to associate a user’s identity to a public key and that has been digitally signed by a </a:t>
            </a:r>
            <a:r>
              <a:rPr lang="en-US" altLang="en-US" i="1" dirty="0"/>
              <a:t>trusted third party</a:t>
            </a:r>
          </a:p>
          <a:p>
            <a:pPr>
              <a:buClr>
                <a:schemeClr val="bg1">
                  <a:lumMod val="75000"/>
                </a:schemeClr>
              </a:buClr>
              <a:buFont typeface="Arial" panose="020B0604020202020204" pitchFamily="34" charset="0"/>
              <a:buChar char="•"/>
            </a:pPr>
            <a:r>
              <a:rPr lang="en-US" altLang="en-US" dirty="0"/>
              <a:t>This third party verifies the owner and that the public key belongs to that owner</a:t>
            </a:r>
          </a:p>
          <a:p>
            <a:endParaRPr lang="en-US" altLang="en-US" dirty="0"/>
          </a:p>
        </p:txBody>
      </p:sp>
      <p:sp>
        <p:nvSpPr>
          <p:cNvPr id="36868" name="Slide Number Placeholder 1">
            <a:extLst>
              <a:ext uri="{FF2B5EF4-FFF2-40B4-BE49-F238E27FC236}">
                <a16:creationId xmlns:a16="http://schemas.microsoft.com/office/drawing/2014/main" id="{54740ED6-3A5F-0210-1E55-D5EFD82B02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DEAB575B-581F-4956-A21A-CB00B5F74CA5}" type="slidenum">
              <a:rPr lang="en-US" altLang="en-US" sz="1400">
                <a:solidFill>
                  <a:srgbClr val="FFFFFF"/>
                </a:solidFill>
              </a:rPr>
              <a:pPr/>
              <a:t>12</a:t>
            </a:fld>
            <a:endParaRPr lang="en-US" altLang="en-US" sz="140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211D4E9-946D-C8B2-2572-ACAEE9C3DDFC}"/>
              </a:ext>
            </a:extLst>
          </p:cNvPr>
          <p:cNvSpPr>
            <a:spLocks noGrp="1"/>
          </p:cNvSpPr>
          <p:nvPr>
            <p:ph type="title"/>
          </p:nvPr>
        </p:nvSpPr>
        <p:spPr/>
        <p:txBody>
          <a:bodyPr/>
          <a:lstStyle/>
          <a:p>
            <a:pPr>
              <a:defRPr/>
            </a:pPr>
            <a:r>
              <a:rPr lang="en-US" altLang="en-US" dirty="0"/>
              <a:t>Digital Certificates</a:t>
            </a:r>
          </a:p>
        </p:txBody>
      </p:sp>
      <p:sp>
        <p:nvSpPr>
          <p:cNvPr id="38915" name="Content Placeholder 2">
            <a:extLst>
              <a:ext uri="{FF2B5EF4-FFF2-40B4-BE49-F238E27FC236}">
                <a16:creationId xmlns:a16="http://schemas.microsoft.com/office/drawing/2014/main" id="{5CE76180-3A75-9FCE-F602-BA6B2158B802}"/>
              </a:ext>
            </a:extLst>
          </p:cNvPr>
          <p:cNvSpPr>
            <a:spLocks noGrp="1"/>
          </p:cNvSpPr>
          <p:nvPr>
            <p:ph idx="1"/>
          </p:nvPr>
        </p:nvSpPr>
        <p:spPr/>
        <p:txBody>
          <a:bodyPr/>
          <a:lstStyle/>
          <a:p>
            <a:pPr>
              <a:buClr>
                <a:schemeClr val="bg1">
                  <a:lumMod val="85000"/>
                </a:schemeClr>
              </a:buClr>
              <a:buFont typeface="Arial" panose="020B0604020202020204" pitchFamily="34" charset="0"/>
              <a:buChar char="•"/>
            </a:pPr>
            <a:r>
              <a:rPr lang="en-US" altLang="en-US" dirty="0"/>
              <a:t>When Bob sends a message to Alice, he does not ask her to retrieve his public key from a central site</a:t>
            </a:r>
          </a:p>
          <a:p>
            <a:pPr>
              <a:buClr>
                <a:schemeClr val="bg1">
                  <a:lumMod val="85000"/>
                </a:schemeClr>
              </a:buClr>
              <a:buFont typeface="Arial" panose="020B0604020202020204" pitchFamily="34" charset="0"/>
              <a:buChar char="•"/>
            </a:pPr>
            <a:r>
              <a:rPr lang="en-US" altLang="en-US" dirty="0"/>
              <a:t>Instead, Bob attaches the digital certificate to the message</a:t>
            </a:r>
          </a:p>
          <a:p>
            <a:pPr>
              <a:buClr>
                <a:schemeClr val="bg1">
                  <a:lumMod val="85000"/>
                </a:schemeClr>
              </a:buClr>
              <a:buFont typeface="Arial" panose="020B0604020202020204" pitchFamily="34" charset="0"/>
              <a:buChar char="•"/>
            </a:pPr>
            <a:r>
              <a:rPr lang="en-US" altLang="en-US" dirty="0"/>
              <a:t>When Alice receives the message with the digital certificate, she can check the signature of the trusted third party on the certificate</a:t>
            </a:r>
          </a:p>
          <a:p>
            <a:endParaRPr lang="en-US" altLang="en-US" dirty="0"/>
          </a:p>
        </p:txBody>
      </p:sp>
      <p:sp>
        <p:nvSpPr>
          <p:cNvPr id="38916" name="Slide Number Placeholder 1">
            <a:extLst>
              <a:ext uri="{FF2B5EF4-FFF2-40B4-BE49-F238E27FC236}">
                <a16:creationId xmlns:a16="http://schemas.microsoft.com/office/drawing/2014/main" id="{9040209B-9E63-9FAF-B2DB-72A9995002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868794C-4596-4335-825C-8192AE5909C3}" type="slidenum">
              <a:rPr lang="en-US" altLang="en-US" sz="1400">
                <a:solidFill>
                  <a:srgbClr val="FFFFFF"/>
                </a:solidFill>
              </a:rPr>
              <a:pPr/>
              <a:t>13</a:t>
            </a:fld>
            <a:endParaRPr lang="en-US" altLang="en-US" sz="14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4AFBB62-2331-FEB0-A679-8021830D2307}"/>
              </a:ext>
            </a:extLst>
          </p:cNvPr>
          <p:cNvSpPr>
            <a:spLocks noGrp="1"/>
          </p:cNvSpPr>
          <p:nvPr>
            <p:ph type="title"/>
          </p:nvPr>
        </p:nvSpPr>
        <p:spPr/>
        <p:txBody>
          <a:bodyPr/>
          <a:lstStyle/>
          <a:p>
            <a:pPr>
              <a:defRPr/>
            </a:pPr>
            <a:r>
              <a:rPr lang="en-US" altLang="en-US" dirty="0"/>
              <a:t>Digital Certificate Elements</a:t>
            </a:r>
          </a:p>
        </p:txBody>
      </p:sp>
      <p:sp>
        <p:nvSpPr>
          <p:cNvPr id="40963" name="Content Placeholder 2">
            <a:extLst>
              <a:ext uri="{FF2B5EF4-FFF2-40B4-BE49-F238E27FC236}">
                <a16:creationId xmlns:a16="http://schemas.microsoft.com/office/drawing/2014/main" id="{FB4534A7-70D9-7CCD-A0B1-E9CED4D4E417}"/>
              </a:ext>
            </a:extLst>
          </p:cNvPr>
          <p:cNvSpPr>
            <a:spLocks noGrp="1"/>
          </p:cNvSpPr>
          <p:nvPr>
            <p:ph idx="1"/>
          </p:nvPr>
        </p:nvSpPr>
        <p:spPr/>
        <p:txBody>
          <a:bodyPr/>
          <a:lstStyle/>
          <a:p>
            <a:pPr>
              <a:buClr>
                <a:schemeClr val="bg1">
                  <a:lumMod val="85000"/>
                </a:schemeClr>
              </a:buClr>
              <a:buFont typeface="Arial" panose="020B0604020202020204" pitchFamily="34" charset="0"/>
              <a:buChar char="•"/>
            </a:pPr>
            <a:r>
              <a:rPr lang="en-US" altLang="en-US" sz="2200" dirty="0"/>
              <a:t>If a user wants a digital certificate she must, after generating the public and private keys to be used, complete a </a:t>
            </a:r>
            <a:r>
              <a:rPr lang="en-US" altLang="en-US" sz="2200" i="1" dirty="0">
                <a:solidFill>
                  <a:srgbClr val="00B0F0"/>
                </a:solidFill>
              </a:rPr>
              <a:t>Certificate Signing Request (CSR)</a:t>
            </a:r>
          </a:p>
          <a:p>
            <a:pPr>
              <a:buClr>
                <a:schemeClr val="bg1">
                  <a:lumMod val="85000"/>
                </a:schemeClr>
              </a:buClr>
              <a:buFont typeface="Arial" panose="020B0604020202020204" pitchFamily="34" charset="0"/>
              <a:buChar char="•"/>
            </a:pPr>
            <a:r>
              <a:rPr lang="en-US" altLang="en-US" sz="2200" dirty="0"/>
              <a:t>The user electronically signs the CSR by attaching her public key and then sending it to an intermediate </a:t>
            </a:r>
            <a:r>
              <a:rPr lang="en-US" altLang="en-US" sz="2200" i="1" dirty="0">
                <a:solidFill>
                  <a:srgbClr val="00B0F0"/>
                </a:solidFill>
              </a:rPr>
              <a:t>Certificate Authority (CA)</a:t>
            </a:r>
          </a:p>
          <a:p>
            <a:pPr>
              <a:buClr>
                <a:schemeClr val="bg1">
                  <a:lumMod val="85000"/>
                </a:schemeClr>
              </a:buClr>
              <a:buFont typeface="Arial" panose="020B0604020202020204" pitchFamily="34" charset="0"/>
              <a:buChar char="•"/>
            </a:pPr>
            <a:r>
              <a:rPr lang="en-US" altLang="en-US" sz="2200" dirty="0"/>
              <a:t>The intermediate CA, of which there are many, processes the CSR and </a:t>
            </a:r>
            <a:r>
              <a:rPr lang="en-US" altLang="en-US" sz="2200" i="1" dirty="0"/>
              <a:t>verifies the authenticity </a:t>
            </a:r>
            <a:r>
              <a:rPr lang="en-US" altLang="en-US" sz="2200" dirty="0"/>
              <a:t>of the user</a:t>
            </a:r>
          </a:p>
          <a:p>
            <a:pPr>
              <a:buClr>
                <a:schemeClr val="bg1">
                  <a:lumMod val="85000"/>
                </a:schemeClr>
              </a:buClr>
              <a:buFont typeface="Arial" panose="020B0604020202020204" pitchFamily="34" charset="0"/>
              <a:buChar char="•"/>
            </a:pPr>
            <a:r>
              <a:rPr lang="en-US" altLang="en-US" sz="2200" dirty="0"/>
              <a:t>The intermediate CAs perform functions on behalf of a certificate authority (CA) that is responsible for digital certificates</a:t>
            </a:r>
          </a:p>
          <a:p>
            <a:endParaRPr lang="en-US" altLang="en-US" sz="2200" dirty="0"/>
          </a:p>
          <a:p>
            <a:endParaRPr lang="en-US" altLang="en-US" sz="2200" b="1" dirty="0"/>
          </a:p>
          <a:p>
            <a:endParaRPr lang="en-US" altLang="en-US" sz="2200" b="1" dirty="0"/>
          </a:p>
        </p:txBody>
      </p:sp>
      <p:sp>
        <p:nvSpPr>
          <p:cNvPr id="40964" name="Slide Number Placeholder 1">
            <a:extLst>
              <a:ext uri="{FF2B5EF4-FFF2-40B4-BE49-F238E27FC236}">
                <a16:creationId xmlns:a16="http://schemas.microsoft.com/office/drawing/2014/main" id="{3660E2A1-C263-3120-0062-20717869AAB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01FBD8C1-A018-455F-9BB9-BBC40091DAF2}" type="slidenum">
              <a:rPr lang="en-US" altLang="en-US" sz="1400">
                <a:solidFill>
                  <a:srgbClr val="FFFFFF"/>
                </a:solidFill>
              </a:rPr>
              <a:pPr/>
              <a:t>14</a:t>
            </a:fld>
            <a:endParaRPr lang="en-US" altLang="en-US" sz="14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0238BF1-E81C-6093-FD17-2C56D37A3872}"/>
              </a:ext>
            </a:extLst>
          </p:cNvPr>
          <p:cNvSpPr>
            <a:spLocks noGrp="1"/>
          </p:cNvSpPr>
          <p:nvPr>
            <p:ph type="title"/>
          </p:nvPr>
        </p:nvSpPr>
        <p:spPr/>
        <p:txBody>
          <a:bodyPr/>
          <a:lstStyle/>
          <a:p>
            <a:pPr>
              <a:defRPr/>
            </a:pPr>
            <a:r>
              <a:rPr lang="en-US" altLang="en-US" dirty="0"/>
              <a:t>Digital Certificate Car Analogy</a:t>
            </a:r>
          </a:p>
        </p:txBody>
      </p:sp>
      <p:sp>
        <p:nvSpPr>
          <p:cNvPr id="43012" name="Slide Number Placeholder 1">
            <a:extLst>
              <a:ext uri="{FF2B5EF4-FFF2-40B4-BE49-F238E27FC236}">
                <a16:creationId xmlns:a16="http://schemas.microsoft.com/office/drawing/2014/main" id="{C68E8773-06C9-9D7E-1DD4-36CADFEE719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DC8C688F-B0C6-4082-BE9E-90B9B3E31E83}" type="slidenum">
              <a:rPr lang="en-US" altLang="en-US" sz="1400">
                <a:solidFill>
                  <a:srgbClr val="FFFFFF"/>
                </a:solidFill>
              </a:rPr>
              <a:pPr/>
              <a:t>15</a:t>
            </a:fld>
            <a:endParaRPr lang="en-US" altLang="en-US" sz="1400">
              <a:solidFill>
                <a:srgbClr val="FFFFFF"/>
              </a:solidFill>
            </a:endParaRPr>
          </a:p>
        </p:txBody>
      </p:sp>
      <p:pic>
        <p:nvPicPr>
          <p:cNvPr id="43013" name="Picture 1">
            <a:extLst>
              <a:ext uri="{FF2B5EF4-FFF2-40B4-BE49-F238E27FC236}">
                <a16:creationId xmlns:a16="http://schemas.microsoft.com/office/drawing/2014/main" id="{B2E8ED7D-0BE5-3C45-4654-E87891C92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826" y="2493964"/>
            <a:ext cx="7599363"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252EAC39-D3A7-1A8E-0A78-34AB9F2682F4}"/>
              </a:ext>
            </a:extLst>
          </p:cNvPr>
          <p:cNvSpPr>
            <a:spLocks noGrp="1"/>
          </p:cNvSpPr>
          <p:nvPr>
            <p:ph type="title"/>
          </p:nvPr>
        </p:nvSpPr>
        <p:spPr/>
        <p:txBody>
          <a:bodyPr/>
          <a:lstStyle/>
          <a:p>
            <a:pPr>
              <a:defRPr/>
            </a:pPr>
            <a:r>
              <a:rPr lang="en-US" altLang="en-US" dirty="0"/>
              <a:t>CSR Authentication</a:t>
            </a:r>
          </a:p>
        </p:txBody>
      </p:sp>
      <p:sp>
        <p:nvSpPr>
          <p:cNvPr id="45059" name="Content Placeholder 2">
            <a:extLst>
              <a:ext uri="{FF2B5EF4-FFF2-40B4-BE49-F238E27FC236}">
                <a16:creationId xmlns:a16="http://schemas.microsoft.com/office/drawing/2014/main" id="{B451F6F2-2467-89CA-9E0D-662589205DBF}"/>
              </a:ext>
            </a:extLst>
          </p:cNvPr>
          <p:cNvSpPr>
            <a:spLocks noGrp="1"/>
          </p:cNvSpPr>
          <p:nvPr>
            <p:ph idx="1"/>
          </p:nvPr>
        </p:nvSpPr>
        <p:spPr/>
        <p:txBody>
          <a:bodyPr/>
          <a:lstStyle/>
          <a:p>
            <a:pPr lvl="1">
              <a:buClr>
                <a:schemeClr val="bg1">
                  <a:lumMod val="75000"/>
                </a:schemeClr>
              </a:buClr>
              <a:buFont typeface="Arial" panose="020B0604020202020204" pitchFamily="34" charset="0"/>
              <a:buChar char="•"/>
            </a:pPr>
            <a:r>
              <a:rPr lang="en-US" altLang="en-US" dirty="0"/>
              <a:t>The person requesting a digital certificate can be authenticated by:</a:t>
            </a:r>
          </a:p>
          <a:p>
            <a:pPr lvl="1">
              <a:buClr>
                <a:schemeClr val="bg1">
                  <a:lumMod val="75000"/>
                </a:schemeClr>
              </a:buClr>
              <a:buFont typeface="Arial" panose="020B0604020202020204" pitchFamily="34" charset="0"/>
              <a:buChar char="•"/>
            </a:pPr>
            <a:r>
              <a:rPr lang="en-US" altLang="en-US" sz="1800" dirty="0"/>
              <a:t>Email</a:t>
            </a:r>
          </a:p>
          <a:p>
            <a:pPr lvl="1">
              <a:buClr>
                <a:schemeClr val="bg1">
                  <a:lumMod val="75000"/>
                </a:schemeClr>
              </a:buClr>
              <a:buFont typeface="Arial" panose="020B0604020202020204" pitchFamily="34" charset="0"/>
              <a:buChar char="•"/>
            </a:pPr>
            <a:r>
              <a:rPr lang="en-US" altLang="en-US" sz="1800" dirty="0"/>
              <a:t>Documents: birth certificate or a copy of an employee badge that contains a photograph</a:t>
            </a:r>
          </a:p>
          <a:p>
            <a:pPr lvl="1">
              <a:buClr>
                <a:schemeClr val="bg1">
                  <a:lumMod val="75000"/>
                </a:schemeClr>
              </a:buClr>
              <a:buFont typeface="Arial" panose="020B0604020202020204" pitchFamily="34" charset="0"/>
              <a:buChar char="•"/>
            </a:pPr>
            <a:r>
              <a:rPr lang="en-US" altLang="en-US" sz="1800" dirty="0"/>
              <a:t>In person. In some instances, the intermediate CA might require the applicant to apply in person to prove his existence and identity by providing a government-issued passport or driver’s license.</a:t>
            </a:r>
          </a:p>
          <a:p>
            <a:pPr>
              <a:buClr>
                <a:schemeClr val="bg1">
                  <a:lumMod val="75000"/>
                </a:schemeClr>
              </a:buClr>
              <a:buFont typeface="Arial" panose="020B0604020202020204" pitchFamily="34" charset="0"/>
              <a:buChar char="•"/>
            </a:pPr>
            <a:r>
              <a:rPr lang="en-US" altLang="en-US" sz="2200" dirty="0"/>
              <a:t>A compromised root CA would taint all its intermediate CAs along with all the digital certificates that they issued</a:t>
            </a:r>
          </a:p>
        </p:txBody>
      </p:sp>
      <p:sp>
        <p:nvSpPr>
          <p:cNvPr id="45060" name="Slide Number Placeholder 1">
            <a:extLst>
              <a:ext uri="{FF2B5EF4-FFF2-40B4-BE49-F238E27FC236}">
                <a16:creationId xmlns:a16="http://schemas.microsoft.com/office/drawing/2014/main" id="{7E586FE2-E720-DCA0-1202-71945BBEA27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D880D37E-E44A-42AA-8D0E-CA7A274F9DAD}" type="slidenum">
              <a:rPr lang="en-US" altLang="en-US" sz="1400">
                <a:solidFill>
                  <a:srgbClr val="FFFFFF"/>
                </a:solidFill>
              </a:rPr>
              <a:pPr/>
              <a:t>16</a:t>
            </a:fld>
            <a:endParaRPr lang="en-US" altLang="en-US" sz="14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a:extLst>
              <a:ext uri="{FF2B5EF4-FFF2-40B4-BE49-F238E27FC236}">
                <a16:creationId xmlns:a16="http://schemas.microsoft.com/office/drawing/2014/main" id="{51AF1A33-E668-7A7C-E325-2CC244007D7D}"/>
              </a:ext>
            </a:extLst>
          </p:cNvPr>
          <p:cNvSpPr>
            <a:spLocks noGrp="1"/>
          </p:cNvSpPr>
          <p:nvPr>
            <p:ph type="title"/>
          </p:nvPr>
        </p:nvSpPr>
        <p:spPr/>
        <p:txBody>
          <a:bodyPr/>
          <a:lstStyle/>
          <a:p>
            <a:pPr defTabSz="308085">
              <a:spcBef>
                <a:spcPts val="0"/>
              </a:spcBef>
              <a:defRPr/>
            </a:pPr>
            <a:r>
              <a:rPr lang="en-US" sz="2953" dirty="0"/>
              <a:t>Authentication</a:t>
            </a:r>
            <a:endParaRPr sz="2953" dirty="0"/>
          </a:p>
        </p:txBody>
      </p:sp>
      <p:sp>
        <p:nvSpPr>
          <p:cNvPr id="189" name="Shape 189">
            <a:extLst>
              <a:ext uri="{FF2B5EF4-FFF2-40B4-BE49-F238E27FC236}">
                <a16:creationId xmlns:a16="http://schemas.microsoft.com/office/drawing/2014/main" id="{8594F6D7-02E8-7B63-E956-94C74BE7F471}"/>
              </a:ext>
            </a:extLst>
          </p:cNvPr>
          <p:cNvSpPr/>
          <p:nvPr/>
        </p:nvSpPr>
        <p:spPr>
          <a:xfrm>
            <a:off x="7058025" y="2568575"/>
            <a:ext cx="1411288" cy="915988"/>
          </a:xfrm>
          <a:prstGeom prst="roundRect">
            <a:avLst>
              <a:gd name="adj" fmla="val 10968"/>
            </a:avLst>
          </a:prstGeom>
          <a:ln w="76200">
            <a:solidFill>
              <a:schemeClr val="accent1"/>
            </a:solidFill>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Website</a:t>
            </a:r>
          </a:p>
        </p:txBody>
      </p:sp>
      <p:sp>
        <p:nvSpPr>
          <p:cNvPr id="190" name="Shape 190">
            <a:extLst>
              <a:ext uri="{FF2B5EF4-FFF2-40B4-BE49-F238E27FC236}">
                <a16:creationId xmlns:a16="http://schemas.microsoft.com/office/drawing/2014/main" id="{251A5515-5E05-8B9C-0707-1A753AC4D585}"/>
              </a:ext>
            </a:extLst>
          </p:cNvPr>
          <p:cNvSpPr/>
          <p:nvPr/>
        </p:nvSpPr>
        <p:spPr>
          <a:xfrm>
            <a:off x="3800475" y="2568575"/>
            <a:ext cx="1409700" cy="915988"/>
          </a:xfrm>
          <a:prstGeom prst="roundRect">
            <a:avLst>
              <a:gd name="adj" fmla="val 10968"/>
            </a:avLst>
          </a:prstGeom>
          <a:ln w="76200">
            <a:solidFill>
              <a:schemeClr val="accent1"/>
            </a:solidFill>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Browser</a:t>
            </a:r>
          </a:p>
        </p:txBody>
      </p:sp>
      <p:grpSp>
        <p:nvGrpSpPr>
          <p:cNvPr id="198" name="Group 198">
            <a:extLst>
              <a:ext uri="{FF2B5EF4-FFF2-40B4-BE49-F238E27FC236}">
                <a16:creationId xmlns:a16="http://schemas.microsoft.com/office/drawing/2014/main" id="{45EB7FF8-7BFC-33FA-BAD5-8BC6C4961650}"/>
              </a:ext>
            </a:extLst>
          </p:cNvPr>
          <p:cNvGrpSpPr>
            <a:grpSpLocks/>
          </p:cNvGrpSpPr>
          <p:nvPr/>
        </p:nvGrpSpPr>
        <p:grpSpPr bwMode="auto">
          <a:xfrm>
            <a:off x="7129464" y="2967038"/>
            <a:ext cx="327025" cy="304800"/>
            <a:chOff x="0" y="0"/>
            <a:chExt cx="620592" cy="577619"/>
          </a:xfrm>
        </p:grpSpPr>
        <p:sp>
          <p:nvSpPr>
            <p:cNvPr id="191" name="Shape 191">
              <a:extLst>
                <a:ext uri="{FF2B5EF4-FFF2-40B4-BE49-F238E27FC236}">
                  <a16:creationId xmlns:a16="http://schemas.microsoft.com/office/drawing/2014/main" id="{6DB052AC-1BB6-23F9-C612-D164C30F0571}"/>
                </a:ext>
              </a:extLst>
            </p:cNvPr>
            <p:cNvSpPr/>
            <p:nvPr/>
          </p:nvSpPr>
          <p:spPr>
            <a:xfrm>
              <a:off x="0" y="204573"/>
              <a:ext cx="460924"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2" name="Shape 192">
              <a:extLst>
                <a:ext uri="{FF2B5EF4-FFF2-40B4-BE49-F238E27FC236}">
                  <a16:creationId xmlns:a16="http://schemas.microsoft.com/office/drawing/2014/main" id="{E315D1CF-75E7-EE2A-FC80-34E4D08966B2}"/>
                </a:ext>
              </a:extLst>
            </p:cNvPr>
            <p:cNvSpPr/>
            <p:nvPr/>
          </p:nvSpPr>
          <p:spPr>
            <a:xfrm flipV="1">
              <a:off x="24101" y="261733"/>
              <a:ext cx="301258"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3" name="Shape 193">
              <a:extLst>
                <a:ext uri="{FF2B5EF4-FFF2-40B4-BE49-F238E27FC236}">
                  <a16:creationId xmlns:a16="http://schemas.microsoft.com/office/drawing/2014/main" id="{6F129570-C904-0CDF-DE65-939D523D7D93}"/>
                </a:ext>
              </a:extLst>
            </p:cNvPr>
            <p:cNvSpPr/>
            <p:nvPr/>
          </p:nvSpPr>
          <p:spPr>
            <a:xfrm flipV="1">
              <a:off x="225943" y="291817"/>
              <a:ext cx="138579"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4" name="Shape 194">
              <a:extLst>
                <a:ext uri="{FF2B5EF4-FFF2-40B4-BE49-F238E27FC236}">
                  <a16:creationId xmlns:a16="http://schemas.microsoft.com/office/drawing/2014/main" id="{FEB7AE9B-1025-C490-8BF1-5204A4D083F3}"/>
                </a:ext>
              </a:extLst>
            </p:cNvPr>
            <p:cNvSpPr/>
            <p:nvPr/>
          </p:nvSpPr>
          <p:spPr>
            <a:xfrm flipV="1">
              <a:off x="21087" y="252708"/>
              <a:ext cx="295233" cy="2978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5" name="Shape 195">
              <a:extLst>
                <a:ext uri="{FF2B5EF4-FFF2-40B4-BE49-F238E27FC236}">
                  <a16:creationId xmlns:a16="http://schemas.microsoft.com/office/drawing/2014/main" id="{6D569556-8006-E7E1-9C5C-840BE9262A6D}"/>
                </a:ext>
              </a:extLst>
            </p:cNvPr>
            <p:cNvSpPr/>
            <p:nvPr/>
          </p:nvSpPr>
          <p:spPr>
            <a:xfrm flipV="1">
              <a:off x="213892" y="294826"/>
              <a:ext cx="135567" cy="1353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6" name="Shape 196">
              <a:extLst>
                <a:ext uri="{FF2B5EF4-FFF2-40B4-BE49-F238E27FC236}">
                  <a16:creationId xmlns:a16="http://schemas.microsoft.com/office/drawing/2014/main" id="{7256CAE5-0B34-5E15-38C5-E0B87EFB1CE5}"/>
                </a:ext>
              </a:extLst>
            </p:cNvPr>
            <p:cNvSpPr/>
            <p:nvPr/>
          </p:nvSpPr>
          <p:spPr>
            <a:xfrm>
              <a:off x="280169" y="0"/>
              <a:ext cx="340423" cy="3399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97" name="Shape 197">
              <a:extLst>
                <a:ext uri="{FF2B5EF4-FFF2-40B4-BE49-F238E27FC236}">
                  <a16:creationId xmlns:a16="http://schemas.microsoft.com/office/drawing/2014/main" id="{57773EF1-8D1C-245A-3692-94B7829E581F}"/>
                </a:ext>
              </a:extLst>
            </p:cNvPr>
            <p:cNvSpPr/>
            <p:nvPr/>
          </p:nvSpPr>
          <p:spPr>
            <a:xfrm>
              <a:off x="457913" y="48135"/>
              <a:ext cx="108453" cy="111311"/>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206" name="Group 206">
            <a:extLst>
              <a:ext uri="{FF2B5EF4-FFF2-40B4-BE49-F238E27FC236}">
                <a16:creationId xmlns:a16="http://schemas.microsoft.com/office/drawing/2014/main" id="{CE5762F8-F2E8-9ED1-61D6-6D1CB2BF4A40}"/>
              </a:ext>
            </a:extLst>
          </p:cNvPr>
          <p:cNvGrpSpPr>
            <a:grpSpLocks/>
          </p:cNvGrpSpPr>
          <p:nvPr/>
        </p:nvGrpSpPr>
        <p:grpSpPr bwMode="auto">
          <a:xfrm>
            <a:off x="7381875" y="2963863"/>
            <a:ext cx="330200" cy="309562"/>
            <a:chOff x="0" y="0"/>
            <a:chExt cx="627662" cy="584200"/>
          </a:xfrm>
        </p:grpSpPr>
        <p:sp>
          <p:nvSpPr>
            <p:cNvPr id="199" name="Shape 199">
              <a:extLst>
                <a:ext uri="{FF2B5EF4-FFF2-40B4-BE49-F238E27FC236}">
                  <a16:creationId xmlns:a16="http://schemas.microsoft.com/office/drawing/2014/main" id="{CF2FFACA-7DDC-D37A-A361-251DB9C940D4}"/>
                </a:ext>
              </a:extLst>
            </p:cNvPr>
            <p:cNvSpPr/>
            <p:nvPr/>
          </p:nvSpPr>
          <p:spPr>
            <a:xfrm>
              <a:off x="0" y="206716"/>
              <a:ext cx="467730" cy="37748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0" name="Shape 200">
              <a:extLst>
                <a:ext uri="{FF2B5EF4-FFF2-40B4-BE49-F238E27FC236}">
                  <a16:creationId xmlns:a16="http://schemas.microsoft.com/office/drawing/2014/main" id="{0149FCE4-2043-533A-8E10-114328359609}"/>
                </a:ext>
              </a:extLst>
            </p:cNvPr>
            <p:cNvSpPr/>
            <p:nvPr/>
          </p:nvSpPr>
          <p:spPr>
            <a:xfrm flipV="1">
              <a:off x="21124" y="263639"/>
              <a:ext cx="307796" cy="305582"/>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1" name="Shape 201">
              <a:extLst>
                <a:ext uri="{FF2B5EF4-FFF2-40B4-BE49-F238E27FC236}">
                  <a16:creationId xmlns:a16="http://schemas.microsoft.com/office/drawing/2014/main" id="{81F4D922-B4C5-1307-0303-BEDB0C86FBA2}"/>
                </a:ext>
              </a:extLst>
            </p:cNvPr>
            <p:cNvSpPr/>
            <p:nvPr/>
          </p:nvSpPr>
          <p:spPr>
            <a:xfrm flipV="1">
              <a:off x="229338" y="296593"/>
              <a:ext cx="138810" cy="137812"/>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2" name="Shape 202">
              <a:extLst>
                <a:ext uri="{FF2B5EF4-FFF2-40B4-BE49-F238E27FC236}">
                  <a16:creationId xmlns:a16="http://schemas.microsoft.com/office/drawing/2014/main" id="{53A9394E-70A7-4996-45C3-1FA3A3271BEA}"/>
                </a:ext>
              </a:extLst>
            </p:cNvPr>
            <p:cNvSpPr/>
            <p:nvPr/>
          </p:nvSpPr>
          <p:spPr>
            <a:xfrm flipV="1">
              <a:off x="21124" y="257648"/>
              <a:ext cx="298742" cy="29959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3" name="Shape 203">
              <a:extLst>
                <a:ext uri="{FF2B5EF4-FFF2-40B4-BE49-F238E27FC236}">
                  <a16:creationId xmlns:a16="http://schemas.microsoft.com/office/drawing/2014/main" id="{77EE171E-D120-CA6C-06DD-5015752BC5A9}"/>
                </a:ext>
              </a:extLst>
            </p:cNvPr>
            <p:cNvSpPr/>
            <p:nvPr/>
          </p:nvSpPr>
          <p:spPr>
            <a:xfrm flipV="1">
              <a:off x="217268" y="296593"/>
              <a:ext cx="135793" cy="137812"/>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4" name="Shape 204">
              <a:extLst>
                <a:ext uri="{FF2B5EF4-FFF2-40B4-BE49-F238E27FC236}">
                  <a16:creationId xmlns:a16="http://schemas.microsoft.com/office/drawing/2014/main" id="{ED498A1B-BA80-3323-7759-0D67AD042F4E}"/>
                </a:ext>
              </a:extLst>
            </p:cNvPr>
            <p:cNvSpPr/>
            <p:nvPr/>
          </p:nvSpPr>
          <p:spPr>
            <a:xfrm>
              <a:off x="283655" y="0"/>
              <a:ext cx="344007" cy="344528"/>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05" name="Shape 205">
              <a:extLst>
                <a:ext uri="{FF2B5EF4-FFF2-40B4-BE49-F238E27FC236}">
                  <a16:creationId xmlns:a16="http://schemas.microsoft.com/office/drawing/2014/main" id="{915B3B3F-80FF-DC98-E165-847563ACF64C}"/>
                </a:ext>
              </a:extLst>
            </p:cNvPr>
            <p:cNvSpPr/>
            <p:nvPr/>
          </p:nvSpPr>
          <p:spPr>
            <a:xfrm>
              <a:off x="461695" y="50929"/>
              <a:ext cx="111650" cy="11084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07" name="Shape 207">
            <a:extLst>
              <a:ext uri="{FF2B5EF4-FFF2-40B4-BE49-F238E27FC236}">
                <a16:creationId xmlns:a16="http://schemas.microsoft.com/office/drawing/2014/main" id="{2E070E57-7D4C-BFFE-C461-AF6FAF8F2CA2}"/>
              </a:ext>
            </a:extLst>
          </p:cNvPr>
          <p:cNvSpPr/>
          <p:nvPr/>
        </p:nvSpPr>
        <p:spPr>
          <a:xfrm>
            <a:off x="5510213" y="2820988"/>
            <a:ext cx="1249362" cy="0"/>
          </a:xfrm>
          <a:prstGeom prst="line">
            <a:avLst/>
          </a:prstGeom>
          <a:ln w="50800">
            <a:solidFill>
              <a:srgbClr val="FFFFFF"/>
            </a:solidFill>
            <a:miter lim="400000"/>
            <a:headEnd type="triangle"/>
            <a:tailEnd type="triangle"/>
          </a:ln>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pic>
        <p:nvPicPr>
          <p:cNvPr id="47112" name="Chrome-logo.png">
            <a:extLst>
              <a:ext uri="{FF2B5EF4-FFF2-40B4-BE49-F238E27FC236}">
                <a16:creationId xmlns:a16="http://schemas.microsoft.com/office/drawing/2014/main" id="{10CA6DF8-F55A-B799-C5C7-631E4BE659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38550" y="2435225"/>
            <a:ext cx="3619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7113" name="strategic_bofa500_1.png">
            <a:extLst>
              <a:ext uri="{FF2B5EF4-FFF2-40B4-BE49-F238E27FC236}">
                <a16:creationId xmlns:a16="http://schemas.microsoft.com/office/drawing/2014/main" id="{D38F1626-3F95-6119-A318-7265A4D8A0D2}"/>
              </a:ext>
            </a:extLst>
          </p:cNvPr>
          <p:cNvPicPr>
            <a:picLocks noChangeAspect="1"/>
          </p:cNvPicPr>
          <p:nvPr/>
        </p:nvPicPr>
        <p:blipFill>
          <a:blip r:embed="rId3">
            <a:extLst>
              <a:ext uri="{28A0092B-C50C-407E-A947-70E740481C1C}">
                <a14:useLocalDpi xmlns:a14="http://schemas.microsoft.com/office/drawing/2010/main" val="0"/>
              </a:ext>
            </a:extLst>
          </a:blip>
          <a:srcRect l="28418" t="39674" r="28418"/>
          <a:stretch>
            <a:fillRect/>
          </a:stretch>
        </p:blipFill>
        <p:spPr bwMode="auto">
          <a:xfrm>
            <a:off x="6623051" y="2433639"/>
            <a:ext cx="7731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235" name="Group 235">
            <a:extLst>
              <a:ext uri="{FF2B5EF4-FFF2-40B4-BE49-F238E27FC236}">
                <a16:creationId xmlns:a16="http://schemas.microsoft.com/office/drawing/2014/main" id="{302D20D4-4CED-E01C-DB5E-20CAA4883AC5}"/>
              </a:ext>
            </a:extLst>
          </p:cNvPr>
          <p:cNvGrpSpPr>
            <a:grpSpLocks/>
          </p:cNvGrpSpPr>
          <p:nvPr/>
        </p:nvGrpSpPr>
        <p:grpSpPr bwMode="auto">
          <a:xfrm>
            <a:off x="7367589" y="4618039"/>
            <a:ext cx="1685925" cy="992187"/>
            <a:chOff x="0" y="0"/>
            <a:chExt cx="3197029" cy="1882254"/>
          </a:xfrm>
        </p:grpSpPr>
        <p:sp>
          <p:nvSpPr>
            <p:cNvPr id="223" name="Shape 223">
              <a:extLst>
                <a:ext uri="{FF2B5EF4-FFF2-40B4-BE49-F238E27FC236}">
                  <a16:creationId xmlns:a16="http://schemas.microsoft.com/office/drawing/2014/main" id="{E94926C1-FAC6-1545-492F-F54EB357BDCB}"/>
                </a:ext>
              </a:extLst>
            </p:cNvPr>
            <p:cNvSpPr/>
            <p:nvPr/>
          </p:nvSpPr>
          <p:spPr>
            <a:xfrm>
              <a:off x="647232" y="1270899"/>
              <a:ext cx="1887512" cy="611355"/>
            </a:xfrm>
            <a:prstGeom prst="rect">
              <a:avLst/>
            </a:prstGeom>
            <a:noFill/>
            <a:ln w="12700" cap="flat">
              <a:noFill/>
              <a:miter lim="400000"/>
            </a:ln>
            <a:effectLst/>
          </p:spPr>
          <p:txBody>
            <a:bodyPr wrap="none" lIns="26789" tIns="26789" rIns="26789" bIns="26789" anchor="ctr">
              <a:spAutoFit/>
            </a:bodyPr>
            <a:lstStyle>
              <a:lvl1pPr>
                <a:defRPr sz="3300">
                  <a:solidFill>
                    <a:schemeClr val="accent3">
                      <a:satOff val="18648"/>
                      <a:lumOff val="5971"/>
                    </a:schemeClr>
                  </a:solidFill>
                </a:defRPr>
              </a:lvl1pPr>
            </a:lstStyle>
            <a:p>
              <a:pPr algn="ctr" defTabSz="308085">
                <a:defRPr/>
              </a:pPr>
              <a:r>
                <a:rPr sz="1740" kern="0">
                  <a:solidFill>
                    <a:schemeClr val="tx1"/>
                  </a:solidFill>
                  <a:latin typeface="Gill Sans"/>
                  <a:sym typeface="Gill Sans"/>
                </a:rPr>
                <a:t>Certificate</a:t>
              </a:r>
            </a:p>
          </p:txBody>
        </p:sp>
        <p:sp>
          <p:nvSpPr>
            <p:cNvPr id="224" name="Shape 224">
              <a:extLst>
                <a:ext uri="{FF2B5EF4-FFF2-40B4-BE49-F238E27FC236}">
                  <a16:creationId xmlns:a16="http://schemas.microsoft.com/office/drawing/2014/main" id="{6089C99F-554F-5261-C71D-CD2BB534BB9A}"/>
                </a:ext>
              </a:extLst>
            </p:cNvPr>
            <p:cNvSpPr/>
            <p:nvPr/>
          </p:nvSpPr>
          <p:spPr>
            <a:xfrm>
              <a:off x="0" y="0"/>
              <a:ext cx="3197029" cy="1186574"/>
            </a:xfrm>
            <a:prstGeom prst="roundRect">
              <a:avLst>
                <a:gd name="adj" fmla="val 38046"/>
              </a:avLst>
            </a:prstGeom>
            <a:noFill/>
            <a:ln w="76200" cap="flat">
              <a:solidFill>
                <a:schemeClr val="accent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br>
                <a:rPr lang="en-US" altLang="en-US" sz="1463">
                  <a:solidFill>
                    <a:schemeClr val="tx1"/>
                  </a:solidFill>
                  <a:effectLst>
                    <a:outerShdw blurRad="38100" dist="38100" dir="2700000" algn="tl">
                      <a:srgbClr val="53585F"/>
                    </a:outerShdw>
                  </a:effectLst>
                  <a:latin typeface="Gill Sans"/>
                  <a:sym typeface="Gill Sans"/>
                </a:rPr>
              </a:br>
              <a:r>
                <a:rPr lang="en-US" altLang="en-US" sz="1463">
                  <a:solidFill>
                    <a:schemeClr val="tx1"/>
                  </a:solidFill>
                  <a:effectLst>
                    <a:outerShdw blurRad="38100" dist="38100" dir="2700000" algn="tl">
                      <a:srgbClr val="53585F"/>
                    </a:outerShdw>
                  </a:effectLst>
                  <a:latin typeface="Gill Sans"/>
                  <a:sym typeface="Gill Sans"/>
                </a:rPr>
                <a:t>is indeed BoA</a:t>
              </a:r>
            </a:p>
          </p:txBody>
        </p:sp>
        <p:sp>
          <p:nvSpPr>
            <p:cNvPr id="225" name="Shape 225">
              <a:extLst>
                <a:ext uri="{FF2B5EF4-FFF2-40B4-BE49-F238E27FC236}">
                  <a16:creationId xmlns:a16="http://schemas.microsoft.com/office/drawing/2014/main" id="{B3874E37-E688-78E6-3915-BFC76BD9AC02}"/>
                </a:ext>
              </a:extLst>
            </p:cNvPr>
            <p:cNvSpPr/>
            <p:nvPr/>
          </p:nvSpPr>
          <p:spPr>
            <a:xfrm>
              <a:off x="219757" y="93359"/>
              <a:ext cx="2224676" cy="545102"/>
            </a:xfrm>
            <a:prstGeom prst="rect">
              <a:avLst/>
            </a:prstGeom>
            <a:noFill/>
            <a:ln w="12700" cap="flat">
              <a:noFill/>
              <a:miter lim="400000"/>
            </a:ln>
            <a:effectLst/>
          </p:spPr>
          <p:txBody>
            <a:bodyPr lIns="26789" tIns="26789" rIns="26789" bIns="26789" anchor="ctr"/>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The owner of      </a:t>
              </a:r>
            </a:p>
          </p:txBody>
        </p:sp>
        <p:grpSp>
          <p:nvGrpSpPr>
            <p:cNvPr id="47186" name="Group 233">
              <a:extLst>
                <a:ext uri="{FF2B5EF4-FFF2-40B4-BE49-F238E27FC236}">
                  <a16:creationId xmlns:a16="http://schemas.microsoft.com/office/drawing/2014/main" id="{4588BB7F-9802-3607-E58B-7B0592BF662F}"/>
                </a:ext>
              </a:extLst>
            </p:cNvPr>
            <p:cNvGrpSpPr>
              <a:grpSpLocks/>
            </p:cNvGrpSpPr>
            <p:nvPr/>
          </p:nvGrpSpPr>
          <p:grpSpPr bwMode="auto">
            <a:xfrm>
              <a:off x="2427437" y="150138"/>
              <a:ext cx="464741" cy="432560"/>
              <a:chOff x="0" y="0"/>
              <a:chExt cx="464740" cy="432559"/>
            </a:xfrm>
          </p:grpSpPr>
          <p:sp>
            <p:nvSpPr>
              <p:cNvPr id="226" name="Shape 226">
                <a:extLst>
                  <a:ext uri="{FF2B5EF4-FFF2-40B4-BE49-F238E27FC236}">
                    <a16:creationId xmlns:a16="http://schemas.microsoft.com/office/drawing/2014/main" id="{075FB7C1-2C75-0538-810E-46CE0B733BE4}"/>
                  </a:ext>
                </a:extLst>
              </p:cNvPr>
              <p:cNvSpPr/>
              <p:nvPr/>
            </p:nvSpPr>
            <p:spPr>
              <a:xfrm>
                <a:off x="-1066" y="151022"/>
                <a:ext cx="346193" cy="280078"/>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27" name="Shape 227">
                <a:extLst>
                  <a:ext uri="{FF2B5EF4-FFF2-40B4-BE49-F238E27FC236}">
                    <a16:creationId xmlns:a16="http://schemas.microsoft.com/office/drawing/2014/main" id="{04714041-6A43-0CAA-41FB-168EA14888DD}"/>
                  </a:ext>
                </a:extLst>
              </p:cNvPr>
              <p:cNvSpPr/>
              <p:nvPr/>
            </p:nvSpPr>
            <p:spPr>
              <a:xfrm flipV="1">
                <a:off x="16997" y="196195"/>
                <a:ext cx="225778" cy="225871"/>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28" name="Shape 228">
                <a:extLst>
                  <a:ext uri="{FF2B5EF4-FFF2-40B4-BE49-F238E27FC236}">
                    <a16:creationId xmlns:a16="http://schemas.microsoft.com/office/drawing/2014/main" id="{21C62ADC-B267-8934-7ECF-D5F1642F9055}"/>
                  </a:ext>
                </a:extLst>
              </p:cNvPr>
              <p:cNvSpPr/>
              <p:nvPr/>
            </p:nvSpPr>
            <p:spPr>
              <a:xfrm flipV="1">
                <a:off x="170525" y="217277"/>
                <a:ext cx="102353" cy="102394"/>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29" name="Shape 229">
                <a:extLst>
                  <a:ext uri="{FF2B5EF4-FFF2-40B4-BE49-F238E27FC236}">
                    <a16:creationId xmlns:a16="http://schemas.microsoft.com/office/drawing/2014/main" id="{77A1CF90-4C85-2CE9-123D-3E6ACCBDF5B6}"/>
                  </a:ext>
                </a:extLst>
              </p:cNvPr>
              <p:cNvSpPr/>
              <p:nvPr/>
            </p:nvSpPr>
            <p:spPr>
              <a:xfrm flipV="1">
                <a:off x="13985" y="190172"/>
                <a:ext cx="222768" cy="21984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30" name="Shape 230">
                <a:extLst>
                  <a:ext uri="{FF2B5EF4-FFF2-40B4-BE49-F238E27FC236}">
                    <a16:creationId xmlns:a16="http://schemas.microsoft.com/office/drawing/2014/main" id="{70E089CC-9456-1ED3-DD92-817F9F3EFA0F}"/>
                  </a:ext>
                </a:extLst>
              </p:cNvPr>
              <p:cNvSpPr/>
              <p:nvPr/>
            </p:nvSpPr>
            <p:spPr>
              <a:xfrm flipV="1">
                <a:off x="158483" y="220288"/>
                <a:ext cx="102353" cy="9938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31" name="Shape 231">
                <a:extLst>
                  <a:ext uri="{FF2B5EF4-FFF2-40B4-BE49-F238E27FC236}">
                    <a16:creationId xmlns:a16="http://schemas.microsoft.com/office/drawing/2014/main" id="{D9CC660F-5501-9264-65ED-5EF087C5F2F4}"/>
                  </a:ext>
                </a:extLst>
              </p:cNvPr>
              <p:cNvSpPr/>
              <p:nvPr/>
            </p:nvSpPr>
            <p:spPr>
              <a:xfrm>
                <a:off x="209661" y="442"/>
                <a:ext cx="255881" cy="252975"/>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32" name="Shape 232">
                <a:extLst>
                  <a:ext uri="{FF2B5EF4-FFF2-40B4-BE49-F238E27FC236}">
                    <a16:creationId xmlns:a16="http://schemas.microsoft.com/office/drawing/2014/main" id="{B7491407-7423-6479-04E3-D0F7C9423EA1}"/>
                  </a:ext>
                </a:extLst>
              </p:cNvPr>
              <p:cNvSpPr/>
              <p:nvPr/>
            </p:nvSpPr>
            <p:spPr>
              <a:xfrm>
                <a:off x="342118" y="36581"/>
                <a:ext cx="81279" cy="8432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7187" name="250px-VRSNlogoAug2012.png">
              <a:extLst>
                <a:ext uri="{FF2B5EF4-FFF2-40B4-BE49-F238E27FC236}">
                  <a16:creationId xmlns:a16="http://schemas.microsoft.com/office/drawing/2014/main" id="{29C529F2-BD76-2269-780A-4455DD025CD9}"/>
                </a:ext>
              </a:extLst>
            </p:cNvPr>
            <p:cNvPicPr>
              <a:picLocks noChangeAspect="1"/>
            </p:cNvPicPr>
            <p:nvPr/>
          </p:nvPicPr>
          <p:blipFill>
            <a:blip r:embed="rId4">
              <a:extLst>
                <a:ext uri="{28A0092B-C50C-407E-A947-70E740481C1C}">
                  <a14:useLocalDpi xmlns:a14="http://schemas.microsoft.com/office/drawing/2010/main" val="0"/>
                </a:ext>
              </a:extLst>
            </a:blip>
            <a:srcRect r="12952" b="33388"/>
            <a:stretch>
              <a:fillRect/>
            </a:stretch>
          </p:blipFill>
          <p:spPr bwMode="auto">
            <a:xfrm>
              <a:off x="2541162" y="609193"/>
              <a:ext cx="565279" cy="43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41" name="Group 241">
            <a:extLst>
              <a:ext uri="{FF2B5EF4-FFF2-40B4-BE49-F238E27FC236}">
                <a16:creationId xmlns:a16="http://schemas.microsoft.com/office/drawing/2014/main" id="{B2A46789-61BE-215D-E47F-D4D064097A08}"/>
              </a:ext>
            </a:extLst>
          </p:cNvPr>
          <p:cNvGrpSpPr>
            <a:grpSpLocks/>
          </p:cNvGrpSpPr>
          <p:nvPr/>
        </p:nvGrpSpPr>
        <p:grpSpPr bwMode="auto">
          <a:xfrm>
            <a:off x="7196139" y="3549650"/>
            <a:ext cx="1538287" cy="1155700"/>
            <a:chOff x="0" y="0"/>
            <a:chExt cx="2914962" cy="2191036"/>
          </a:xfrm>
        </p:grpSpPr>
        <p:sp>
          <p:nvSpPr>
            <p:cNvPr id="239" name="Shape 239">
              <a:extLst>
                <a:ext uri="{FF2B5EF4-FFF2-40B4-BE49-F238E27FC236}">
                  <a16:creationId xmlns:a16="http://schemas.microsoft.com/office/drawing/2014/main" id="{1D1C5E84-C22C-0435-0402-B917017668C3}"/>
                </a:ext>
              </a:extLst>
            </p:cNvPr>
            <p:cNvSpPr/>
            <p:nvPr/>
          </p:nvSpPr>
          <p:spPr>
            <a:xfrm>
              <a:off x="1290524" y="1050374"/>
              <a:ext cx="1624438" cy="719309"/>
            </a:xfrm>
            <a:prstGeom prst="rect">
              <a:avLst/>
            </a:prstGeom>
            <a:noFill/>
            <a:ln w="12700" cap="flat">
              <a:noFill/>
              <a:miter lim="400000"/>
            </a:ln>
            <a:effectLst/>
          </p:spPr>
          <p:txBody>
            <a:bodyPr wrap="none" lIns="26789" tIns="26789" rIns="26789" bIns="26789" anchor="ctr">
              <a:spAutoFit/>
            </a:bodyPr>
            <a:lstStyle/>
            <a:p>
              <a:pPr algn="ctr" defTabSz="308085">
                <a:defRPr/>
              </a:pPr>
              <a:r>
                <a:rPr sz="2109" kern="0" dirty="0">
                  <a:latin typeface="Gill Sans"/>
                  <a:sym typeface="Gill Sans"/>
                </a:rPr>
                <a:t>Vetting</a:t>
              </a:r>
            </a:p>
          </p:txBody>
        </p:sp>
        <p:sp>
          <p:nvSpPr>
            <p:cNvPr id="282" name="Shape 282">
              <a:extLst>
                <a:ext uri="{FF2B5EF4-FFF2-40B4-BE49-F238E27FC236}">
                  <a16:creationId xmlns:a16="http://schemas.microsoft.com/office/drawing/2014/main" id="{3AF8057F-B573-FF70-268F-179A79A4E81A}"/>
                </a:ext>
              </a:extLst>
            </p:cNvPr>
            <p:cNvSpPr/>
            <p:nvPr/>
          </p:nvSpPr>
          <p:spPr>
            <a:xfrm>
              <a:off x="0" y="0"/>
              <a:ext cx="1413862" cy="2191036"/>
            </a:xfrm>
            <a:custGeom>
              <a:avLst/>
              <a:gdLst/>
              <a:ahLst/>
              <a:cxnLst>
                <a:cxn ang="0">
                  <a:pos x="wd2" y="hd2"/>
                </a:cxn>
                <a:cxn ang="5400000">
                  <a:pos x="wd2" y="hd2"/>
                </a:cxn>
                <a:cxn ang="10800000">
                  <a:pos x="wd2" y="hd2"/>
                </a:cxn>
                <a:cxn ang="16200000">
                  <a:pos x="wd2" y="hd2"/>
                </a:cxn>
              </a:cxnLst>
              <a:rect l="0" t="0" r="r" b="b"/>
              <a:pathLst>
                <a:path w="21181" h="21600" extrusionOk="0">
                  <a:moveTo>
                    <a:pt x="0" y="21600"/>
                  </a:moveTo>
                  <a:cubicBezTo>
                    <a:pt x="14546" y="18502"/>
                    <a:pt x="21600" y="11302"/>
                    <a:pt x="21162" y="0"/>
                  </a:cubicBezTo>
                </a:path>
              </a:pathLst>
            </a:custGeom>
            <a:noFill/>
            <a:ln w="63500" cap="flat">
              <a:solidFill>
                <a:schemeClr val="bg2">
                  <a:lumMod val="25000"/>
                </a:schemeClr>
              </a:solidFill>
              <a:prstDash val="sysDot"/>
              <a:miter lim="400000"/>
              <a:headEnd type="triangle" w="med" len="med"/>
              <a:tailEnd type="triangle" w="med" len="med"/>
            </a:ln>
            <a:effectLst/>
          </p:spPr>
          <p:txBody>
            <a:bodyPr/>
            <a:lstStyle/>
            <a:p>
              <a:pPr algn="ctr" defTabSz="308085">
                <a:defRPr/>
              </a:pPr>
              <a:endParaRPr sz="2109" kern="0">
                <a:latin typeface="Gill Sans"/>
                <a:sym typeface="Gill Sans"/>
              </a:endParaRPr>
            </a:p>
          </p:txBody>
        </p:sp>
      </p:grpSp>
      <p:grpSp>
        <p:nvGrpSpPr>
          <p:cNvPr id="254" name="Group 254">
            <a:extLst>
              <a:ext uri="{FF2B5EF4-FFF2-40B4-BE49-F238E27FC236}">
                <a16:creationId xmlns:a16="http://schemas.microsoft.com/office/drawing/2014/main" id="{F2066AEB-396C-1776-D9CB-77E6776FE3F3}"/>
              </a:ext>
            </a:extLst>
          </p:cNvPr>
          <p:cNvGrpSpPr>
            <a:grpSpLocks/>
          </p:cNvGrpSpPr>
          <p:nvPr/>
        </p:nvGrpSpPr>
        <p:grpSpPr bwMode="auto">
          <a:xfrm>
            <a:off x="7872414" y="4654551"/>
            <a:ext cx="676275" cy="468313"/>
            <a:chOff x="-43754" y="8156"/>
            <a:chExt cx="1281787" cy="888073"/>
          </a:xfrm>
        </p:grpSpPr>
        <p:sp>
          <p:nvSpPr>
            <p:cNvPr id="242" name="Shape 242">
              <a:extLst>
                <a:ext uri="{FF2B5EF4-FFF2-40B4-BE49-F238E27FC236}">
                  <a16:creationId xmlns:a16="http://schemas.microsoft.com/office/drawing/2014/main" id="{6BAFBDAE-EA71-9698-DA17-57B741DB2453}"/>
                </a:ext>
              </a:extLst>
            </p:cNvPr>
            <p:cNvSpPr/>
            <p:nvPr/>
          </p:nvSpPr>
          <p:spPr>
            <a:xfrm>
              <a:off x="1378" y="47292"/>
              <a:ext cx="1191520" cy="848937"/>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43" name="Shape 243">
              <a:extLst>
                <a:ext uri="{FF2B5EF4-FFF2-40B4-BE49-F238E27FC236}">
                  <a16:creationId xmlns:a16="http://schemas.microsoft.com/office/drawing/2014/main" id="{6A8F9A4E-9051-429F-4155-6477BF4D8A5A}"/>
                </a:ext>
              </a:extLst>
            </p:cNvPr>
            <p:cNvSpPr/>
            <p:nvPr/>
          </p:nvSpPr>
          <p:spPr>
            <a:xfrm>
              <a:off x="-43754" y="8156"/>
              <a:ext cx="1281787" cy="439520"/>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47171" name="Group 251">
              <a:extLst>
                <a:ext uri="{FF2B5EF4-FFF2-40B4-BE49-F238E27FC236}">
                  <a16:creationId xmlns:a16="http://schemas.microsoft.com/office/drawing/2014/main" id="{9A1FD09A-6F3E-E967-9161-0B9E9EA6E5BA}"/>
                </a:ext>
              </a:extLst>
            </p:cNvPr>
            <p:cNvGrpSpPr>
              <a:grpSpLocks/>
            </p:cNvGrpSpPr>
            <p:nvPr/>
          </p:nvGrpSpPr>
          <p:grpSpPr bwMode="auto">
            <a:xfrm>
              <a:off x="62930" y="528144"/>
              <a:ext cx="290761" cy="270627"/>
              <a:chOff x="0" y="0"/>
              <a:chExt cx="290759" cy="270626"/>
            </a:xfrm>
          </p:grpSpPr>
          <p:sp>
            <p:nvSpPr>
              <p:cNvPr id="244" name="Shape 244">
                <a:extLst>
                  <a:ext uri="{FF2B5EF4-FFF2-40B4-BE49-F238E27FC236}">
                    <a16:creationId xmlns:a16="http://schemas.microsoft.com/office/drawing/2014/main" id="{252DAE77-FD8A-2FB6-0B21-2617C7BE117F}"/>
                  </a:ext>
                </a:extLst>
              </p:cNvPr>
              <p:cNvSpPr/>
              <p:nvPr/>
            </p:nvSpPr>
            <p:spPr>
              <a:xfrm>
                <a:off x="-1374" y="97149"/>
                <a:ext cx="216639" cy="17460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45" name="Shape 245">
                <a:extLst>
                  <a:ext uri="{FF2B5EF4-FFF2-40B4-BE49-F238E27FC236}">
                    <a16:creationId xmlns:a16="http://schemas.microsoft.com/office/drawing/2014/main" id="{02A7AB3B-8470-6E6A-BDC3-C0425CFC9765}"/>
                  </a:ext>
                </a:extLst>
              </p:cNvPr>
              <p:cNvSpPr/>
              <p:nvPr/>
            </p:nvSpPr>
            <p:spPr>
              <a:xfrm flipV="1">
                <a:off x="10661" y="124241"/>
                <a:ext cx="141418" cy="141490"/>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46" name="Shape 246">
                <a:extLst>
                  <a:ext uri="{FF2B5EF4-FFF2-40B4-BE49-F238E27FC236}">
                    <a16:creationId xmlns:a16="http://schemas.microsoft.com/office/drawing/2014/main" id="{4E5B5C0B-E4A5-937B-3402-7542488841EE}"/>
                  </a:ext>
                </a:extLst>
              </p:cNvPr>
              <p:cNvSpPr/>
              <p:nvPr/>
            </p:nvSpPr>
            <p:spPr>
              <a:xfrm flipV="1">
                <a:off x="106945" y="139294"/>
                <a:ext cx="63187" cy="6321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47" name="Shape 247">
                <a:extLst>
                  <a:ext uri="{FF2B5EF4-FFF2-40B4-BE49-F238E27FC236}">
                    <a16:creationId xmlns:a16="http://schemas.microsoft.com/office/drawing/2014/main" id="{DB6776D1-F209-D94D-ED25-D1094F331FA9}"/>
                  </a:ext>
                </a:extLst>
              </p:cNvPr>
              <p:cNvSpPr/>
              <p:nvPr/>
            </p:nvSpPr>
            <p:spPr>
              <a:xfrm flipV="1">
                <a:off x="7653" y="118221"/>
                <a:ext cx="138408" cy="14149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48" name="Shape 248">
                <a:extLst>
                  <a:ext uri="{FF2B5EF4-FFF2-40B4-BE49-F238E27FC236}">
                    <a16:creationId xmlns:a16="http://schemas.microsoft.com/office/drawing/2014/main" id="{84196C05-077E-A28D-56CB-1AF20A3BB6E0}"/>
                  </a:ext>
                </a:extLst>
              </p:cNvPr>
              <p:cNvSpPr/>
              <p:nvPr/>
            </p:nvSpPr>
            <p:spPr>
              <a:xfrm flipV="1">
                <a:off x="100928" y="139294"/>
                <a:ext cx="63187" cy="6321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49" name="Shape 249">
                <a:extLst>
                  <a:ext uri="{FF2B5EF4-FFF2-40B4-BE49-F238E27FC236}">
                    <a16:creationId xmlns:a16="http://schemas.microsoft.com/office/drawing/2014/main" id="{D5A5EA51-0FDC-00A2-B3DE-3C3B2867D4AF}"/>
                  </a:ext>
                </a:extLst>
              </p:cNvPr>
              <p:cNvSpPr/>
              <p:nvPr/>
            </p:nvSpPr>
            <p:spPr>
              <a:xfrm>
                <a:off x="131016" y="815"/>
                <a:ext cx="159471" cy="159551"/>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50" name="Shape 250">
                <a:extLst>
                  <a:ext uri="{FF2B5EF4-FFF2-40B4-BE49-F238E27FC236}">
                    <a16:creationId xmlns:a16="http://schemas.microsoft.com/office/drawing/2014/main" id="{B9DAD336-50C6-6ED9-D7C1-7EBD95E90538}"/>
                  </a:ext>
                </a:extLst>
              </p:cNvPr>
              <p:cNvSpPr/>
              <p:nvPr/>
            </p:nvSpPr>
            <p:spPr>
              <a:xfrm>
                <a:off x="212257" y="24899"/>
                <a:ext cx="54160" cy="5117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7172" name="250px-VRSNlogoAug2012.png">
              <a:extLst>
                <a:ext uri="{FF2B5EF4-FFF2-40B4-BE49-F238E27FC236}">
                  <a16:creationId xmlns:a16="http://schemas.microsoft.com/office/drawing/2014/main" id="{2A1A978B-10F6-4B18-8FE0-C8DF44769BD0}"/>
                </a:ext>
              </a:extLst>
            </p:cNvPr>
            <p:cNvPicPr>
              <a:picLocks noChangeAspect="1"/>
            </p:cNvPicPr>
            <p:nvPr/>
          </p:nvPicPr>
          <p:blipFill>
            <a:blip r:embed="rId5">
              <a:extLst>
                <a:ext uri="{28A0092B-C50C-407E-A947-70E740481C1C}">
                  <a14:useLocalDpi xmlns:a14="http://schemas.microsoft.com/office/drawing/2010/main" val="0"/>
                </a:ext>
              </a:extLst>
            </a:blip>
            <a:srcRect r="12952" b="33388"/>
            <a:stretch>
              <a:fillRect/>
            </a:stretch>
          </p:blipFill>
          <p:spPr bwMode="auto">
            <a:xfrm>
              <a:off x="695032" y="4431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7173" name="strategic_bofa500_1.png">
              <a:extLst>
                <a:ext uri="{FF2B5EF4-FFF2-40B4-BE49-F238E27FC236}">
                  <a16:creationId xmlns:a16="http://schemas.microsoft.com/office/drawing/2014/main" id="{9BD95A9D-6207-5C19-AB99-B625E7530824}"/>
                </a:ext>
              </a:extLst>
            </p:cNvPr>
            <p:cNvPicPr>
              <a:picLocks noChangeAspect="1"/>
            </p:cNvPicPr>
            <p:nvPr/>
          </p:nvPicPr>
          <p:blipFill>
            <a:blip r:embed="rId3">
              <a:extLst>
                <a:ext uri="{28A0092B-C50C-407E-A947-70E740481C1C}">
                  <a14:useLocalDpi xmlns:a14="http://schemas.microsoft.com/office/drawing/2010/main" val="0"/>
                </a:ext>
              </a:extLst>
            </a:blip>
            <a:srcRect l="35081" t="39674" r="28418"/>
            <a:stretch>
              <a:fillRect/>
            </a:stretch>
          </p:blipFill>
          <p:spPr bwMode="auto">
            <a:xfrm>
              <a:off x="354447" y="528144"/>
              <a:ext cx="485326" cy="27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262" name="Group 262">
            <a:extLst>
              <a:ext uri="{FF2B5EF4-FFF2-40B4-BE49-F238E27FC236}">
                <a16:creationId xmlns:a16="http://schemas.microsoft.com/office/drawing/2014/main" id="{5B9DB201-E6D3-8ADE-9200-85BAEB4A702A}"/>
              </a:ext>
            </a:extLst>
          </p:cNvPr>
          <p:cNvGrpSpPr>
            <a:grpSpLocks/>
          </p:cNvGrpSpPr>
          <p:nvPr/>
        </p:nvGrpSpPr>
        <p:grpSpPr bwMode="auto">
          <a:xfrm>
            <a:off x="7129464" y="2967038"/>
            <a:ext cx="327025" cy="304800"/>
            <a:chOff x="0" y="0"/>
            <a:chExt cx="620592" cy="577619"/>
          </a:xfrm>
        </p:grpSpPr>
        <p:sp>
          <p:nvSpPr>
            <p:cNvPr id="255" name="Shape 255">
              <a:extLst>
                <a:ext uri="{FF2B5EF4-FFF2-40B4-BE49-F238E27FC236}">
                  <a16:creationId xmlns:a16="http://schemas.microsoft.com/office/drawing/2014/main" id="{E4857D07-C589-00F7-A7B7-A48FFDE6511B}"/>
                </a:ext>
              </a:extLst>
            </p:cNvPr>
            <p:cNvSpPr/>
            <p:nvPr/>
          </p:nvSpPr>
          <p:spPr>
            <a:xfrm>
              <a:off x="0" y="204573"/>
              <a:ext cx="460924"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6" name="Shape 256">
              <a:extLst>
                <a:ext uri="{FF2B5EF4-FFF2-40B4-BE49-F238E27FC236}">
                  <a16:creationId xmlns:a16="http://schemas.microsoft.com/office/drawing/2014/main" id="{6E26EF1B-E66E-E1E2-AD4D-9F56D7891659}"/>
                </a:ext>
              </a:extLst>
            </p:cNvPr>
            <p:cNvSpPr/>
            <p:nvPr/>
          </p:nvSpPr>
          <p:spPr>
            <a:xfrm flipV="1">
              <a:off x="24101" y="261733"/>
              <a:ext cx="301258"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7" name="Shape 257">
              <a:extLst>
                <a:ext uri="{FF2B5EF4-FFF2-40B4-BE49-F238E27FC236}">
                  <a16:creationId xmlns:a16="http://schemas.microsoft.com/office/drawing/2014/main" id="{B325A8C3-FE6B-3725-4AAA-B7ABE9E62305}"/>
                </a:ext>
              </a:extLst>
            </p:cNvPr>
            <p:cNvSpPr/>
            <p:nvPr/>
          </p:nvSpPr>
          <p:spPr>
            <a:xfrm flipV="1">
              <a:off x="225943" y="291817"/>
              <a:ext cx="138579"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8" name="Shape 258">
              <a:extLst>
                <a:ext uri="{FF2B5EF4-FFF2-40B4-BE49-F238E27FC236}">
                  <a16:creationId xmlns:a16="http://schemas.microsoft.com/office/drawing/2014/main" id="{88631EC8-8571-4EB7-4139-67CB20A688AB}"/>
                </a:ext>
              </a:extLst>
            </p:cNvPr>
            <p:cNvSpPr/>
            <p:nvPr/>
          </p:nvSpPr>
          <p:spPr>
            <a:xfrm flipV="1">
              <a:off x="21087" y="252708"/>
              <a:ext cx="295233" cy="2978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9" name="Shape 259">
              <a:extLst>
                <a:ext uri="{FF2B5EF4-FFF2-40B4-BE49-F238E27FC236}">
                  <a16:creationId xmlns:a16="http://schemas.microsoft.com/office/drawing/2014/main" id="{4E32F9E0-F5C4-1269-FDED-E87280E94B3E}"/>
                </a:ext>
              </a:extLst>
            </p:cNvPr>
            <p:cNvSpPr/>
            <p:nvPr/>
          </p:nvSpPr>
          <p:spPr>
            <a:xfrm flipV="1">
              <a:off x="213892" y="294826"/>
              <a:ext cx="135567" cy="1353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0" name="Shape 260">
              <a:extLst>
                <a:ext uri="{FF2B5EF4-FFF2-40B4-BE49-F238E27FC236}">
                  <a16:creationId xmlns:a16="http://schemas.microsoft.com/office/drawing/2014/main" id="{21A1E608-BD1E-0A70-14F1-B0ACD702434D}"/>
                </a:ext>
              </a:extLst>
            </p:cNvPr>
            <p:cNvSpPr/>
            <p:nvPr/>
          </p:nvSpPr>
          <p:spPr>
            <a:xfrm>
              <a:off x="280169" y="0"/>
              <a:ext cx="340423" cy="3399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61" name="Shape 261">
              <a:extLst>
                <a:ext uri="{FF2B5EF4-FFF2-40B4-BE49-F238E27FC236}">
                  <a16:creationId xmlns:a16="http://schemas.microsoft.com/office/drawing/2014/main" id="{E70A233C-2D69-3949-3F5A-A4707AF13B5A}"/>
                </a:ext>
              </a:extLst>
            </p:cNvPr>
            <p:cNvSpPr/>
            <p:nvPr/>
          </p:nvSpPr>
          <p:spPr>
            <a:xfrm>
              <a:off x="457913" y="48135"/>
              <a:ext cx="108453" cy="111311"/>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63" name="Shape 263">
            <a:extLst>
              <a:ext uri="{FF2B5EF4-FFF2-40B4-BE49-F238E27FC236}">
                <a16:creationId xmlns:a16="http://schemas.microsoft.com/office/drawing/2014/main" id="{C5E869EF-BE05-BD88-8A08-0D3991E1EF66}"/>
              </a:ext>
            </a:extLst>
          </p:cNvPr>
          <p:cNvSpPr/>
          <p:nvPr/>
        </p:nvSpPr>
        <p:spPr>
          <a:xfrm>
            <a:off x="3268663" y="2032001"/>
            <a:ext cx="3529012" cy="1706563"/>
          </a:xfrm>
          <a:prstGeom prst="rect">
            <a:avLst/>
          </a:prstGeom>
          <a:solidFill>
            <a:schemeClr val="bg1">
              <a:alpha val="70000"/>
            </a:schemeClr>
          </a:solidFill>
          <a:ln w="25400">
            <a:miter lim="400000"/>
          </a:ln>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sp>
        <p:nvSpPr>
          <p:cNvPr id="264" name="Shape 264">
            <a:extLst>
              <a:ext uri="{FF2B5EF4-FFF2-40B4-BE49-F238E27FC236}">
                <a16:creationId xmlns:a16="http://schemas.microsoft.com/office/drawing/2014/main" id="{BB365D12-7D98-D08C-A73F-9514935BA656}"/>
              </a:ext>
            </a:extLst>
          </p:cNvPr>
          <p:cNvSpPr/>
          <p:nvPr/>
        </p:nvSpPr>
        <p:spPr>
          <a:xfrm>
            <a:off x="3013075" y="1560514"/>
            <a:ext cx="6172200" cy="338137"/>
          </a:xfrm>
          <a:prstGeom prst="rect">
            <a:avLst/>
          </a:prstGeom>
          <a:ln w="12700">
            <a:miter lim="400000"/>
          </a:ln>
        </p:spPr>
        <p:txBody>
          <a:bodyPr wrap="none" lIns="26789" tIns="26789" rIns="26789" bIns="26789" anchor="ctr">
            <a:spAutoFit/>
          </a:bodyPr>
          <a:lstStyle>
            <a:lvl1pPr>
              <a:defRPr sz="3500"/>
            </a:lvl1pPr>
          </a:lstStyle>
          <a:p>
            <a:pPr algn="ctr" defTabSz="308085">
              <a:defRPr/>
            </a:pPr>
            <a:r>
              <a:rPr sz="1846" kern="0">
                <a:solidFill>
                  <a:srgbClr val="FFFFFF"/>
                </a:solidFill>
                <a:latin typeface="Gill Sans"/>
                <a:sym typeface="Gill Sans"/>
              </a:rPr>
              <a:t>How can users truly know with whom they are communicating?</a:t>
            </a:r>
          </a:p>
        </p:txBody>
      </p:sp>
      <p:grpSp>
        <p:nvGrpSpPr>
          <p:cNvPr id="238" name="Group 238">
            <a:extLst>
              <a:ext uri="{FF2B5EF4-FFF2-40B4-BE49-F238E27FC236}">
                <a16:creationId xmlns:a16="http://schemas.microsoft.com/office/drawing/2014/main" id="{0959F613-677D-0414-85CB-F55357FBAD41}"/>
              </a:ext>
            </a:extLst>
          </p:cNvPr>
          <p:cNvGrpSpPr>
            <a:grpSpLocks/>
          </p:cNvGrpSpPr>
          <p:nvPr/>
        </p:nvGrpSpPr>
        <p:grpSpPr bwMode="auto">
          <a:xfrm>
            <a:off x="5043488" y="4297363"/>
            <a:ext cx="2087562" cy="1046162"/>
            <a:chOff x="0" y="0"/>
            <a:chExt cx="3959813" cy="1984872"/>
          </a:xfrm>
        </p:grpSpPr>
        <p:sp>
          <p:nvSpPr>
            <p:cNvPr id="236" name="Shape 236">
              <a:extLst>
                <a:ext uri="{FF2B5EF4-FFF2-40B4-BE49-F238E27FC236}">
                  <a16:creationId xmlns:a16="http://schemas.microsoft.com/office/drawing/2014/main" id="{7C692D1D-B0D7-9253-BB70-91059CB36D8D}"/>
                </a:ext>
              </a:extLst>
            </p:cNvPr>
            <p:cNvSpPr/>
            <p:nvPr/>
          </p:nvSpPr>
          <p:spPr>
            <a:xfrm>
              <a:off x="310159" y="246980"/>
              <a:ext cx="3649654" cy="1737892"/>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dirty="0">
                  <a:latin typeface="Gill Sans"/>
                  <a:sym typeface="Gill Sans"/>
                </a:rPr>
                <a:t>Certificate Authority</a:t>
              </a:r>
            </a:p>
          </p:txBody>
        </p:sp>
        <p:pic>
          <p:nvPicPr>
            <p:cNvPr id="47161" name="250px-VRSNlogoAug2012.png">
              <a:extLst>
                <a:ext uri="{FF2B5EF4-FFF2-40B4-BE49-F238E27FC236}">
                  <a16:creationId xmlns:a16="http://schemas.microsoft.com/office/drawing/2014/main" id="{BE41647E-EDFB-20EB-5EE5-1295C01495E5}"/>
                </a:ext>
              </a:extLst>
            </p:cNvPr>
            <p:cNvPicPr>
              <a:picLocks noChangeAspect="1"/>
            </p:cNvPicPr>
            <p:nvPr/>
          </p:nvPicPr>
          <p:blipFill>
            <a:blip r:embed="rId4">
              <a:extLst>
                <a:ext uri="{28A0092B-C50C-407E-A947-70E740481C1C}">
                  <a14:useLocalDpi xmlns:a14="http://schemas.microsoft.com/office/drawing/2010/main" val="0"/>
                </a:ext>
              </a:extLst>
            </a:blip>
            <a:srcRect l="18182" t="9604" r="18182" b="29836"/>
            <a:stretch>
              <a:fillRect/>
            </a:stretch>
          </p:blipFill>
          <p:spPr bwMode="auto">
            <a:xfrm>
              <a:off x="0" y="0"/>
              <a:ext cx="720731" cy="68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3" name="Group 2">
            <a:extLst>
              <a:ext uri="{FF2B5EF4-FFF2-40B4-BE49-F238E27FC236}">
                <a16:creationId xmlns:a16="http://schemas.microsoft.com/office/drawing/2014/main" id="{EAC1F6E9-A6C0-3D67-612F-6B1BE5CFA6F6}"/>
              </a:ext>
            </a:extLst>
          </p:cNvPr>
          <p:cNvGrpSpPr>
            <a:grpSpLocks/>
          </p:cNvGrpSpPr>
          <p:nvPr/>
        </p:nvGrpSpPr>
        <p:grpSpPr bwMode="auto">
          <a:xfrm>
            <a:off x="5026025" y="3067051"/>
            <a:ext cx="2006600" cy="2106613"/>
            <a:chOff x="4473569" y="4188786"/>
            <a:chExt cx="3804831" cy="3997280"/>
          </a:xfrm>
        </p:grpSpPr>
        <p:grpSp>
          <p:nvGrpSpPr>
            <p:cNvPr id="47142" name="Group 281">
              <a:extLst>
                <a:ext uri="{FF2B5EF4-FFF2-40B4-BE49-F238E27FC236}">
                  <a16:creationId xmlns:a16="http://schemas.microsoft.com/office/drawing/2014/main" id="{E4D0B9BE-A217-28FA-675D-F64BDA5BEB4F}"/>
                </a:ext>
              </a:extLst>
            </p:cNvPr>
            <p:cNvGrpSpPr>
              <a:grpSpLocks/>
            </p:cNvGrpSpPr>
            <p:nvPr/>
          </p:nvGrpSpPr>
          <p:grpSpPr bwMode="auto">
            <a:xfrm>
              <a:off x="7061379" y="7526142"/>
              <a:ext cx="1217021" cy="659924"/>
              <a:chOff x="0" y="0"/>
              <a:chExt cx="1217019" cy="659923"/>
            </a:xfrm>
          </p:grpSpPr>
          <p:grpSp>
            <p:nvGrpSpPr>
              <p:cNvPr id="47144" name="Group 272">
                <a:extLst>
                  <a:ext uri="{FF2B5EF4-FFF2-40B4-BE49-F238E27FC236}">
                    <a16:creationId xmlns:a16="http://schemas.microsoft.com/office/drawing/2014/main" id="{979AF85A-B35D-F77E-8E5B-6D4BB8BDB09F}"/>
                  </a:ext>
                </a:extLst>
              </p:cNvPr>
              <p:cNvGrpSpPr>
                <a:grpSpLocks/>
              </p:cNvGrpSpPr>
              <p:nvPr/>
            </p:nvGrpSpPr>
            <p:grpSpPr bwMode="auto">
              <a:xfrm>
                <a:off x="0" y="0"/>
                <a:ext cx="709020" cy="659924"/>
                <a:chOff x="0" y="0"/>
                <a:chExt cx="709019" cy="659923"/>
              </a:xfrm>
            </p:grpSpPr>
            <p:sp>
              <p:nvSpPr>
                <p:cNvPr id="265" name="Shape 265">
                  <a:extLst>
                    <a:ext uri="{FF2B5EF4-FFF2-40B4-BE49-F238E27FC236}">
                      <a16:creationId xmlns:a16="http://schemas.microsoft.com/office/drawing/2014/main" id="{0E51CBDF-1265-39CB-8475-F73C43159094}"/>
                    </a:ext>
                  </a:extLst>
                </p:cNvPr>
                <p:cNvSpPr/>
                <p:nvPr/>
              </p:nvSpPr>
              <p:spPr>
                <a:xfrm>
                  <a:off x="920" y="232181"/>
                  <a:ext cx="526776"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333FF"/>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6" name="Shape 266">
                  <a:extLst>
                    <a:ext uri="{FF2B5EF4-FFF2-40B4-BE49-F238E27FC236}">
                      <a16:creationId xmlns:a16="http://schemas.microsoft.com/office/drawing/2014/main" id="{5683E984-41B1-FB78-9943-A254D22522B0}"/>
                    </a:ext>
                  </a:extLst>
                </p:cNvPr>
                <p:cNvSpPr/>
                <p:nvPr/>
              </p:nvSpPr>
              <p:spPr>
                <a:xfrm flipV="1">
                  <a:off x="28012" y="298451"/>
                  <a:ext cx="343156"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7" name="Shape 267">
                  <a:extLst>
                    <a:ext uri="{FF2B5EF4-FFF2-40B4-BE49-F238E27FC236}">
                      <a16:creationId xmlns:a16="http://schemas.microsoft.com/office/drawing/2014/main" id="{FC0303ED-0A86-4FBB-1B0B-1DEEC2D0D018}"/>
                    </a:ext>
                  </a:extLst>
                </p:cNvPr>
                <p:cNvSpPr/>
                <p:nvPr/>
              </p:nvSpPr>
              <p:spPr>
                <a:xfrm flipV="1">
                  <a:off x="259792"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8" name="Shape 268">
                  <a:extLst>
                    <a:ext uri="{FF2B5EF4-FFF2-40B4-BE49-F238E27FC236}">
                      <a16:creationId xmlns:a16="http://schemas.microsoft.com/office/drawing/2014/main" id="{441DCF55-A4C4-19E4-C349-4697B3E35B5B}"/>
                    </a:ext>
                  </a:extLst>
                </p:cNvPr>
                <p:cNvSpPr/>
                <p:nvPr/>
              </p:nvSpPr>
              <p:spPr>
                <a:xfrm flipV="1">
                  <a:off x="21992" y="289413"/>
                  <a:ext cx="34014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9" name="Shape 269">
                  <a:extLst>
                    <a:ext uri="{FF2B5EF4-FFF2-40B4-BE49-F238E27FC236}">
                      <a16:creationId xmlns:a16="http://schemas.microsoft.com/office/drawing/2014/main" id="{4AA4A3CC-9EB7-F43C-E6F9-329D598091BE}"/>
                    </a:ext>
                  </a:extLst>
                </p:cNvPr>
                <p:cNvSpPr/>
                <p:nvPr/>
              </p:nvSpPr>
              <p:spPr>
                <a:xfrm flipV="1">
                  <a:off x="244742" y="334598"/>
                  <a:ext cx="153516"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0" name="Shape 270">
                  <a:extLst>
                    <a:ext uri="{FF2B5EF4-FFF2-40B4-BE49-F238E27FC236}">
                      <a16:creationId xmlns:a16="http://schemas.microsoft.com/office/drawing/2014/main" id="{5C69AEF7-0AF1-F0FC-B4A9-176FDC2F64E9}"/>
                    </a:ext>
                  </a:extLst>
                </p:cNvPr>
                <p:cNvSpPr/>
                <p:nvPr/>
              </p:nvSpPr>
              <p:spPr>
                <a:xfrm>
                  <a:off x="319995" y="237"/>
                  <a:ext cx="388309" cy="388581"/>
                </a:xfrm>
                <a:prstGeom prst="ellipse">
                  <a:avLst/>
                </a:prstGeom>
                <a:solidFill>
                  <a:srgbClr val="1333FF"/>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71" name="Shape 271">
                  <a:extLst>
                    <a:ext uri="{FF2B5EF4-FFF2-40B4-BE49-F238E27FC236}">
                      <a16:creationId xmlns:a16="http://schemas.microsoft.com/office/drawing/2014/main" id="{1C549802-4A1B-2597-5EBC-386679B130F3}"/>
                    </a:ext>
                  </a:extLst>
                </p:cNvPr>
                <p:cNvSpPr/>
                <p:nvPr/>
              </p:nvSpPr>
              <p:spPr>
                <a:xfrm>
                  <a:off x="521675"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7145" name="Group 280">
                <a:extLst>
                  <a:ext uri="{FF2B5EF4-FFF2-40B4-BE49-F238E27FC236}">
                    <a16:creationId xmlns:a16="http://schemas.microsoft.com/office/drawing/2014/main" id="{87843BE1-199D-48A5-45F4-06E621DA64D2}"/>
                  </a:ext>
                </a:extLst>
              </p:cNvPr>
              <p:cNvGrpSpPr>
                <a:grpSpLocks/>
              </p:cNvGrpSpPr>
              <p:nvPr/>
            </p:nvGrpSpPr>
            <p:grpSpPr bwMode="auto">
              <a:xfrm>
                <a:off x="507999" y="0"/>
                <a:ext cx="709021" cy="659924"/>
                <a:chOff x="0" y="0"/>
                <a:chExt cx="709019" cy="659923"/>
              </a:xfrm>
            </p:grpSpPr>
            <p:sp>
              <p:nvSpPr>
                <p:cNvPr id="273" name="Shape 273">
                  <a:extLst>
                    <a:ext uri="{FF2B5EF4-FFF2-40B4-BE49-F238E27FC236}">
                      <a16:creationId xmlns:a16="http://schemas.microsoft.com/office/drawing/2014/main" id="{CF0E31C2-F89D-0E78-73A9-63BA69A61A03}"/>
                    </a:ext>
                  </a:extLst>
                </p:cNvPr>
                <p:cNvSpPr/>
                <p:nvPr/>
              </p:nvSpPr>
              <p:spPr>
                <a:xfrm>
                  <a:off x="4646" y="232181"/>
                  <a:ext cx="523763"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6"/>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4" name="Shape 274">
                  <a:extLst>
                    <a:ext uri="{FF2B5EF4-FFF2-40B4-BE49-F238E27FC236}">
                      <a16:creationId xmlns:a16="http://schemas.microsoft.com/office/drawing/2014/main" id="{2D37502C-891D-A9DA-B89A-8EDD42AE669A}"/>
                    </a:ext>
                  </a:extLst>
                </p:cNvPr>
                <p:cNvSpPr/>
                <p:nvPr/>
              </p:nvSpPr>
              <p:spPr>
                <a:xfrm flipV="1">
                  <a:off x="31738" y="298451"/>
                  <a:ext cx="340144"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5" name="Shape 275">
                  <a:extLst>
                    <a:ext uri="{FF2B5EF4-FFF2-40B4-BE49-F238E27FC236}">
                      <a16:creationId xmlns:a16="http://schemas.microsoft.com/office/drawing/2014/main" id="{64E3364E-3E67-D52E-9159-5889E4BC15AB}"/>
                    </a:ext>
                  </a:extLst>
                </p:cNvPr>
                <p:cNvSpPr/>
                <p:nvPr/>
              </p:nvSpPr>
              <p:spPr>
                <a:xfrm flipV="1">
                  <a:off x="260508"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6" name="Shape 276">
                  <a:extLst>
                    <a:ext uri="{FF2B5EF4-FFF2-40B4-BE49-F238E27FC236}">
                      <a16:creationId xmlns:a16="http://schemas.microsoft.com/office/drawing/2014/main" id="{A31F060C-4CC1-59DF-B0A2-310D48DD610F}"/>
                    </a:ext>
                  </a:extLst>
                </p:cNvPr>
                <p:cNvSpPr/>
                <p:nvPr/>
              </p:nvSpPr>
              <p:spPr>
                <a:xfrm flipV="1">
                  <a:off x="25717" y="289413"/>
                  <a:ext cx="33713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7" name="Shape 277">
                  <a:extLst>
                    <a:ext uri="{FF2B5EF4-FFF2-40B4-BE49-F238E27FC236}">
                      <a16:creationId xmlns:a16="http://schemas.microsoft.com/office/drawing/2014/main" id="{FC644D9D-4A3F-99AE-2A58-CE04E9F2ABF4}"/>
                    </a:ext>
                  </a:extLst>
                </p:cNvPr>
                <p:cNvSpPr/>
                <p:nvPr/>
              </p:nvSpPr>
              <p:spPr>
                <a:xfrm flipV="1">
                  <a:off x="245456" y="334598"/>
                  <a:ext cx="153518"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8" name="Shape 278">
                  <a:extLst>
                    <a:ext uri="{FF2B5EF4-FFF2-40B4-BE49-F238E27FC236}">
                      <a16:creationId xmlns:a16="http://schemas.microsoft.com/office/drawing/2014/main" id="{455DB35C-01C1-9B40-96C9-0A753A79312B}"/>
                    </a:ext>
                  </a:extLst>
                </p:cNvPr>
                <p:cNvSpPr/>
                <p:nvPr/>
              </p:nvSpPr>
              <p:spPr>
                <a:xfrm>
                  <a:off x="320711" y="237"/>
                  <a:ext cx="388306" cy="388581"/>
                </a:xfrm>
                <a:prstGeom prst="ellipse">
                  <a:avLst/>
                </a:prstGeom>
                <a:solidFill>
                  <a:schemeClr val="accent6"/>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79" name="Shape 279">
                  <a:extLst>
                    <a:ext uri="{FF2B5EF4-FFF2-40B4-BE49-F238E27FC236}">
                      <a16:creationId xmlns:a16="http://schemas.microsoft.com/office/drawing/2014/main" id="{BB234E4B-4115-01FC-19BB-3656FF741EC1}"/>
                    </a:ext>
                  </a:extLst>
                </p:cNvPr>
                <p:cNvSpPr/>
                <p:nvPr/>
              </p:nvSpPr>
              <p:spPr>
                <a:xfrm>
                  <a:off x="522389"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sp>
          <p:nvSpPr>
            <p:cNvPr id="112" name="Shape 271">
              <a:extLst>
                <a:ext uri="{FF2B5EF4-FFF2-40B4-BE49-F238E27FC236}">
                  <a16:creationId xmlns:a16="http://schemas.microsoft.com/office/drawing/2014/main" id="{E1093E84-92DE-621E-98DB-0FDAA53B9DFE}"/>
                </a:ext>
              </a:extLst>
            </p:cNvPr>
            <p:cNvSpPr/>
            <p:nvPr/>
          </p:nvSpPr>
          <p:spPr>
            <a:xfrm>
              <a:off x="4473569" y="4188786"/>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98" name="Group 262">
            <a:extLst>
              <a:ext uri="{FF2B5EF4-FFF2-40B4-BE49-F238E27FC236}">
                <a16:creationId xmlns:a16="http://schemas.microsoft.com/office/drawing/2014/main" id="{4A4F4F8B-97BE-757F-CE4E-61C740423BE4}"/>
              </a:ext>
            </a:extLst>
          </p:cNvPr>
          <p:cNvGrpSpPr>
            <a:grpSpLocks/>
          </p:cNvGrpSpPr>
          <p:nvPr/>
        </p:nvGrpSpPr>
        <p:grpSpPr bwMode="auto">
          <a:xfrm>
            <a:off x="8589964" y="2463800"/>
            <a:ext cx="327025" cy="304800"/>
            <a:chOff x="0" y="0"/>
            <a:chExt cx="620592" cy="577619"/>
          </a:xfrm>
        </p:grpSpPr>
        <p:sp>
          <p:nvSpPr>
            <p:cNvPr id="99" name="Shape 255">
              <a:extLst>
                <a:ext uri="{FF2B5EF4-FFF2-40B4-BE49-F238E27FC236}">
                  <a16:creationId xmlns:a16="http://schemas.microsoft.com/office/drawing/2014/main" id="{F5FCE35A-5702-0B51-D29A-C2D43A845530}"/>
                </a:ext>
              </a:extLst>
            </p:cNvPr>
            <p:cNvSpPr/>
            <p:nvPr/>
          </p:nvSpPr>
          <p:spPr>
            <a:xfrm>
              <a:off x="0" y="204573"/>
              <a:ext cx="463938"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0" name="Shape 256">
              <a:extLst>
                <a:ext uri="{FF2B5EF4-FFF2-40B4-BE49-F238E27FC236}">
                  <a16:creationId xmlns:a16="http://schemas.microsoft.com/office/drawing/2014/main" id="{57267E8E-8DF2-334C-F832-B656F109CD33}"/>
                </a:ext>
              </a:extLst>
            </p:cNvPr>
            <p:cNvSpPr/>
            <p:nvPr/>
          </p:nvSpPr>
          <p:spPr>
            <a:xfrm flipV="1">
              <a:off x="21087" y="261735"/>
              <a:ext cx="304272"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1" name="Shape 257">
              <a:extLst>
                <a:ext uri="{FF2B5EF4-FFF2-40B4-BE49-F238E27FC236}">
                  <a16:creationId xmlns:a16="http://schemas.microsoft.com/office/drawing/2014/main" id="{E954EF37-DCB6-62F8-56C2-E61E416E4DAF}"/>
                </a:ext>
              </a:extLst>
            </p:cNvPr>
            <p:cNvSpPr/>
            <p:nvPr/>
          </p:nvSpPr>
          <p:spPr>
            <a:xfrm flipV="1">
              <a:off x="228956" y="291819"/>
              <a:ext cx="135565"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2" name="Shape 258">
              <a:extLst>
                <a:ext uri="{FF2B5EF4-FFF2-40B4-BE49-F238E27FC236}">
                  <a16:creationId xmlns:a16="http://schemas.microsoft.com/office/drawing/2014/main" id="{F380719F-CC3C-AD3F-0994-D091F79322D2}"/>
                </a:ext>
              </a:extLst>
            </p:cNvPr>
            <p:cNvSpPr/>
            <p:nvPr/>
          </p:nvSpPr>
          <p:spPr>
            <a:xfrm flipV="1">
              <a:off x="21087" y="252708"/>
              <a:ext cx="295233" cy="297836"/>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3" name="Shape 259">
              <a:extLst>
                <a:ext uri="{FF2B5EF4-FFF2-40B4-BE49-F238E27FC236}">
                  <a16:creationId xmlns:a16="http://schemas.microsoft.com/office/drawing/2014/main" id="{9D48E17E-BFE3-EEEF-1883-ECE8F3151DC1}"/>
                </a:ext>
              </a:extLst>
            </p:cNvPr>
            <p:cNvSpPr/>
            <p:nvPr/>
          </p:nvSpPr>
          <p:spPr>
            <a:xfrm flipV="1">
              <a:off x="213892" y="294826"/>
              <a:ext cx="135567" cy="132371"/>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4" name="Shape 260">
              <a:extLst>
                <a:ext uri="{FF2B5EF4-FFF2-40B4-BE49-F238E27FC236}">
                  <a16:creationId xmlns:a16="http://schemas.microsoft.com/office/drawing/2014/main" id="{6F4441D7-A195-6BF3-2A2E-CF524BF829F6}"/>
                </a:ext>
              </a:extLst>
            </p:cNvPr>
            <p:cNvSpPr/>
            <p:nvPr/>
          </p:nvSpPr>
          <p:spPr>
            <a:xfrm>
              <a:off x="280169" y="0"/>
              <a:ext cx="340423" cy="339954"/>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05" name="Shape 261">
              <a:extLst>
                <a:ext uri="{FF2B5EF4-FFF2-40B4-BE49-F238E27FC236}">
                  <a16:creationId xmlns:a16="http://schemas.microsoft.com/office/drawing/2014/main" id="{0051E6F8-8905-2A21-DE19-84FA12DDA9AF}"/>
                </a:ext>
              </a:extLst>
            </p:cNvPr>
            <p:cNvSpPr/>
            <p:nvPr/>
          </p:nvSpPr>
          <p:spPr>
            <a:xfrm>
              <a:off x="457913" y="51144"/>
              <a:ext cx="108453" cy="108304"/>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 name="TextBox 1">
            <a:extLst>
              <a:ext uri="{FF2B5EF4-FFF2-40B4-BE49-F238E27FC236}">
                <a16:creationId xmlns:a16="http://schemas.microsoft.com/office/drawing/2014/main" id="{A08F3015-4822-C28F-8592-1CE8207C7A58}"/>
              </a:ext>
            </a:extLst>
          </p:cNvPr>
          <p:cNvSpPr txBox="1"/>
          <p:nvPr/>
        </p:nvSpPr>
        <p:spPr>
          <a:xfrm>
            <a:off x="8820759" y="2569348"/>
            <a:ext cx="586299"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public</a:t>
            </a:r>
          </a:p>
        </p:txBody>
      </p:sp>
      <p:grpSp>
        <p:nvGrpSpPr>
          <p:cNvPr id="107" name="Group 206">
            <a:extLst>
              <a:ext uri="{FF2B5EF4-FFF2-40B4-BE49-F238E27FC236}">
                <a16:creationId xmlns:a16="http://schemas.microsoft.com/office/drawing/2014/main" id="{5127800E-C8BE-B145-878F-5C7863D21E0E}"/>
              </a:ext>
            </a:extLst>
          </p:cNvPr>
          <p:cNvGrpSpPr>
            <a:grpSpLocks/>
          </p:cNvGrpSpPr>
          <p:nvPr/>
        </p:nvGrpSpPr>
        <p:grpSpPr bwMode="auto">
          <a:xfrm>
            <a:off x="8593139" y="2895601"/>
            <a:ext cx="331787" cy="307975"/>
            <a:chOff x="0" y="0"/>
            <a:chExt cx="627662" cy="584200"/>
          </a:xfrm>
        </p:grpSpPr>
        <p:sp>
          <p:nvSpPr>
            <p:cNvPr id="108" name="Shape 199">
              <a:extLst>
                <a:ext uri="{FF2B5EF4-FFF2-40B4-BE49-F238E27FC236}">
                  <a16:creationId xmlns:a16="http://schemas.microsoft.com/office/drawing/2014/main" id="{2E54CD0B-7951-0614-0DF6-7FABE041C185}"/>
                </a:ext>
              </a:extLst>
            </p:cNvPr>
            <p:cNvSpPr/>
            <p:nvPr/>
          </p:nvSpPr>
          <p:spPr>
            <a:xfrm>
              <a:off x="0" y="207783"/>
              <a:ext cx="468495" cy="376417"/>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9" name="Shape 200">
              <a:extLst>
                <a:ext uri="{FF2B5EF4-FFF2-40B4-BE49-F238E27FC236}">
                  <a16:creationId xmlns:a16="http://schemas.microsoft.com/office/drawing/2014/main" id="{FCF238EA-4F1A-4363-D420-B32FA56CFB63}"/>
                </a:ext>
              </a:extLst>
            </p:cNvPr>
            <p:cNvSpPr/>
            <p:nvPr/>
          </p:nvSpPr>
          <p:spPr>
            <a:xfrm flipV="1">
              <a:off x="24025" y="264998"/>
              <a:ext cx="303319" cy="307157"/>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0" name="Shape 201">
              <a:extLst>
                <a:ext uri="{FF2B5EF4-FFF2-40B4-BE49-F238E27FC236}">
                  <a16:creationId xmlns:a16="http://schemas.microsoft.com/office/drawing/2014/main" id="{46DBB925-2664-9331-4ED3-9ABAE60EA130}"/>
                </a:ext>
              </a:extLst>
            </p:cNvPr>
            <p:cNvSpPr/>
            <p:nvPr/>
          </p:nvSpPr>
          <p:spPr>
            <a:xfrm flipV="1">
              <a:off x="231243" y="295111"/>
              <a:ext cx="138146" cy="141534"/>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1" name="Shape 202">
              <a:extLst>
                <a:ext uri="{FF2B5EF4-FFF2-40B4-BE49-F238E27FC236}">
                  <a16:creationId xmlns:a16="http://schemas.microsoft.com/office/drawing/2014/main" id="{8219D664-4721-4CFD-415F-85001B6BB7ED}"/>
                </a:ext>
              </a:extLst>
            </p:cNvPr>
            <p:cNvSpPr/>
            <p:nvPr/>
          </p:nvSpPr>
          <p:spPr>
            <a:xfrm flipV="1">
              <a:off x="21021" y="255965"/>
              <a:ext cx="300317" cy="3011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3" name="Shape 203">
              <a:extLst>
                <a:ext uri="{FF2B5EF4-FFF2-40B4-BE49-F238E27FC236}">
                  <a16:creationId xmlns:a16="http://schemas.microsoft.com/office/drawing/2014/main" id="{71B7E090-3034-A938-348F-82634CD48951}"/>
                </a:ext>
              </a:extLst>
            </p:cNvPr>
            <p:cNvSpPr/>
            <p:nvPr/>
          </p:nvSpPr>
          <p:spPr>
            <a:xfrm flipV="1">
              <a:off x="216228" y="298124"/>
              <a:ext cx="138146" cy="13550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4" name="Shape 204">
              <a:extLst>
                <a:ext uri="{FF2B5EF4-FFF2-40B4-BE49-F238E27FC236}">
                  <a16:creationId xmlns:a16="http://schemas.microsoft.com/office/drawing/2014/main" id="{09CD3E21-A0ED-FB8B-99A2-734942FA9E07}"/>
                </a:ext>
              </a:extLst>
            </p:cNvPr>
            <p:cNvSpPr/>
            <p:nvPr/>
          </p:nvSpPr>
          <p:spPr>
            <a:xfrm>
              <a:off x="282298" y="0"/>
              <a:ext cx="345364" cy="343293"/>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15" name="Shape 205">
              <a:extLst>
                <a:ext uri="{FF2B5EF4-FFF2-40B4-BE49-F238E27FC236}">
                  <a16:creationId xmlns:a16="http://schemas.microsoft.com/office/drawing/2014/main" id="{204459FA-0AC7-3541-A700-A86F97C7292F}"/>
                </a:ext>
              </a:extLst>
            </p:cNvPr>
            <p:cNvSpPr/>
            <p:nvPr/>
          </p:nvSpPr>
          <p:spPr>
            <a:xfrm>
              <a:off x="462488" y="51194"/>
              <a:ext cx="111116" cy="11141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116" name="TextBox 115">
            <a:extLst>
              <a:ext uri="{FF2B5EF4-FFF2-40B4-BE49-F238E27FC236}">
                <a16:creationId xmlns:a16="http://schemas.microsoft.com/office/drawing/2014/main" id="{E6DB4BAD-B0A5-AF07-B958-E99948EF17E3}"/>
              </a:ext>
            </a:extLst>
          </p:cNvPr>
          <p:cNvSpPr txBox="1"/>
          <p:nvPr/>
        </p:nvSpPr>
        <p:spPr>
          <a:xfrm>
            <a:off x="8822576" y="3006789"/>
            <a:ext cx="674464"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private</a:t>
            </a:r>
          </a:p>
        </p:txBody>
      </p:sp>
      <p:grpSp>
        <p:nvGrpSpPr>
          <p:cNvPr id="117" name="Group 288">
            <a:extLst>
              <a:ext uri="{FF2B5EF4-FFF2-40B4-BE49-F238E27FC236}">
                <a16:creationId xmlns:a16="http://schemas.microsoft.com/office/drawing/2014/main" id="{C8BE10F6-EC7F-CED0-E5BA-3380E29510D0}"/>
              </a:ext>
            </a:extLst>
          </p:cNvPr>
          <p:cNvGrpSpPr/>
          <p:nvPr/>
        </p:nvGrpSpPr>
        <p:grpSpPr>
          <a:xfrm>
            <a:off x="3638175" y="2435290"/>
            <a:ext cx="1572600" cy="1048821"/>
            <a:chOff x="0" y="0"/>
            <a:chExt cx="2982115" cy="1988874"/>
          </a:xfrm>
          <a:noFill/>
        </p:grpSpPr>
        <p:sp>
          <p:nvSpPr>
            <p:cNvPr id="118" name="Shape 286">
              <a:extLst>
                <a:ext uri="{FF2B5EF4-FFF2-40B4-BE49-F238E27FC236}">
                  <a16:creationId xmlns:a16="http://schemas.microsoft.com/office/drawing/2014/main" id="{E2C55BFC-9A4D-4A83-E7E5-F4064D475175}"/>
                </a:ext>
              </a:extLst>
            </p:cNvPr>
            <p:cNvSpPr/>
            <p:nvPr/>
          </p:nvSpPr>
          <p:spPr>
            <a:xfrm>
              <a:off x="307987" y="252077"/>
              <a:ext cx="2674129" cy="1736798"/>
            </a:xfrm>
            <a:prstGeom prst="roundRect">
              <a:avLst>
                <a:gd name="adj" fmla="val 10968"/>
              </a:avLst>
            </a:prstGeom>
            <a:grp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dirty="0">
                  <a:latin typeface="Gill Sans"/>
                  <a:sym typeface="Gill Sans"/>
                </a:rPr>
                <a:t>Browser</a:t>
              </a:r>
            </a:p>
          </p:txBody>
        </p:sp>
        <p:pic>
          <p:nvPicPr>
            <p:cNvPr id="119" name="Chrome-logo.png">
              <a:extLst>
                <a:ext uri="{FF2B5EF4-FFF2-40B4-BE49-F238E27FC236}">
                  <a16:creationId xmlns:a16="http://schemas.microsoft.com/office/drawing/2014/main" id="{03FD09CE-F8A3-EFB2-31BC-B005A8D364E4}"/>
                </a:ext>
              </a:extLst>
            </p:cNvPr>
            <p:cNvPicPr>
              <a:picLocks noChangeAspect="1"/>
            </p:cNvPicPr>
            <p:nvPr/>
          </p:nvPicPr>
          <p:blipFill>
            <a:blip r:embed="rId6"/>
            <a:stretch>
              <a:fillRect/>
            </a:stretch>
          </p:blipFill>
          <p:spPr>
            <a:xfrm>
              <a:off x="0" y="0"/>
              <a:ext cx="685800" cy="685800"/>
            </a:xfrm>
            <a:prstGeom prst="rect">
              <a:avLst/>
            </a:prstGeom>
            <a:grpFill/>
            <a:ln w="12700" cap="flat">
              <a:noFill/>
              <a:miter lim="400000"/>
            </a:ln>
            <a:effectLst/>
          </p:spPr>
        </p:pic>
      </p:grpSp>
      <p:sp>
        <p:nvSpPr>
          <p:cNvPr id="120" name="Shape 285">
            <a:extLst>
              <a:ext uri="{FF2B5EF4-FFF2-40B4-BE49-F238E27FC236}">
                <a16:creationId xmlns:a16="http://schemas.microsoft.com/office/drawing/2014/main" id="{93FDBF20-B76C-9601-CE22-2D0B153570A9}"/>
              </a:ext>
            </a:extLst>
          </p:cNvPr>
          <p:cNvSpPr/>
          <p:nvPr/>
        </p:nvSpPr>
        <p:spPr>
          <a:xfrm>
            <a:off x="5532438" y="2827338"/>
            <a:ext cx="1249362" cy="0"/>
          </a:xfrm>
          <a:prstGeom prst="line">
            <a:avLst/>
          </a:prstGeom>
          <a:ln w="50800">
            <a:solidFill>
              <a:srgbClr val="FFFFFF"/>
            </a:solidFill>
            <a:miter lim="400000"/>
            <a:headEnd type="triangle"/>
            <a:tailEnd type="triangle"/>
          </a:ln>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117"/>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20"/>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98"/>
                                        </p:tgtEl>
                                        <p:attrNameLst>
                                          <p:attrName>style.visibility</p:attrName>
                                        </p:attrNameLst>
                                      </p:cBhvr>
                                      <p:to>
                                        <p:strVal val="visible"/>
                                      </p:to>
                                    </p:set>
                                    <p:animEffect transition="in" filter="dissolve">
                                      <p:cBhvr>
                                        <p:cTn id="13" dur="500"/>
                                        <p:tgtEl>
                                          <p:spTgt spid="98"/>
                                        </p:tgtEl>
                                      </p:cBhvr>
                                    </p:animEffect>
                                  </p:childTnLst>
                                </p:cTn>
                              </p:par>
                              <p:par>
                                <p:cTn id="14" presetID="9" presetClass="entr" presetSubtype="0" fill="hold" nodeType="withEffect">
                                  <p:stCondLst>
                                    <p:cond delay="0"/>
                                  </p:stCondLst>
                                  <p:childTnLst>
                                    <p:set>
                                      <p:cBhvr>
                                        <p:cTn id="15" dur="1" fill="hold">
                                          <p:stCondLst>
                                            <p:cond delay="0"/>
                                          </p:stCondLst>
                                        </p:cTn>
                                        <p:tgtEl>
                                          <p:spTgt spid="262"/>
                                        </p:tgtEl>
                                        <p:attrNameLst>
                                          <p:attrName>style.visibility</p:attrName>
                                        </p:attrNameLst>
                                      </p:cBhvr>
                                      <p:to>
                                        <p:strVal val="visible"/>
                                      </p:to>
                                    </p:set>
                                    <p:animEffect transition="in" filter="dissolve">
                                      <p:cBhvr>
                                        <p:cTn id="16" dur="500"/>
                                        <p:tgtEl>
                                          <p:spTgt spid="262"/>
                                        </p:tgtEl>
                                      </p:cBhvr>
                                    </p:animEffec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9" presetClass="entr" fill="hold" nodeType="withEffect">
                                  <p:stCondLst>
                                    <p:cond delay="0"/>
                                  </p:stCondLst>
                                  <p:iterate>
                                    <p:tmAbs val="0"/>
                                  </p:iterate>
                                  <p:childTnLst>
                                    <p:set>
                                      <p:cBhvr>
                                        <p:cTn id="20" fill="hold"/>
                                        <p:tgtEl>
                                          <p:spTgt spid="107"/>
                                        </p:tgtEl>
                                        <p:attrNameLst>
                                          <p:attrName>style.visibility</p:attrName>
                                        </p:attrNameLst>
                                      </p:cBhvr>
                                      <p:to>
                                        <p:strVal val="visible"/>
                                      </p:to>
                                    </p:set>
                                    <p:animEffect transition="in" filter="dissolve">
                                      <p:cBhvr>
                                        <p:cTn id="21" dur="400"/>
                                        <p:tgtEl>
                                          <p:spTgt spid="107"/>
                                        </p:tgtEl>
                                      </p:cBhvr>
                                    </p:animEffect>
                                  </p:childTnLst>
                                </p:cTn>
                              </p:par>
                              <p:par>
                                <p:cTn id="22" presetID="1" presetClass="entr" presetSubtype="0" fill="hold" nodeType="withEffect">
                                  <p:stCondLst>
                                    <p:cond delay="0"/>
                                  </p:stCondLst>
                                  <p:childTnLst>
                                    <p:set>
                                      <p:cBhvr>
                                        <p:cTn id="23" dur="1" fill="hold">
                                          <p:stCondLst>
                                            <p:cond delay="0"/>
                                          </p:stCondLst>
                                        </p:cTn>
                                        <p:tgtEl>
                                          <p:spTgt spid="116"/>
                                        </p:tgtEl>
                                        <p:attrNameLst>
                                          <p:attrName>style.visibility</p:attrName>
                                        </p:attrNameLst>
                                      </p:cBhvr>
                                      <p:to>
                                        <p:strVal val="visible"/>
                                      </p:to>
                                    </p:set>
                                  </p:childTnLst>
                                </p:cTn>
                              </p:par>
                              <p:par>
                                <p:cTn id="24" presetID="9" presetClass="entr" fill="hold" nodeType="withEffect">
                                  <p:stCondLst>
                                    <p:cond delay="0"/>
                                  </p:stCondLst>
                                  <p:iterate>
                                    <p:tmAbs val="0"/>
                                  </p:iterate>
                                  <p:childTnLst>
                                    <p:set>
                                      <p:cBhvr>
                                        <p:cTn id="25" fill="hold"/>
                                        <p:tgtEl>
                                          <p:spTgt spid="206"/>
                                        </p:tgtEl>
                                        <p:attrNameLst>
                                          <p:attrName>style.visibility</p:attrName>
                                        </p:attrNameLst>
                                      </p:cBhvr>
                                      <p:to>
                                        <p:strVal val="visible"/>
                                      </p:to>
                                    </p:set>
                                    <p:animEffect transition="in" filter="dissolve">
                                      <p:cBhvr>
                                        <p:cTn id="26" dur="400"/>
                                        <p:tgtEl>
                                          <p:spTgt spid="206"/>
                                        </p:tgtEl>
                                      </p:cBhvr>
                                    </p:animEffect>
                                  </p:childTnLst>
                                </p:cTn>
                              </p:par>
                            </p:childTnLst>
                          </p:cTn>
                        </p:par>
                        <p:par>
                          <p:cTn id="27" fill="hold" nodeType="afterGroup">
                            <p:stCondLst>
                              <p:cond delay="500"/>
                            </p:stCondLst>
                            <p:childTnLst>
                              <p:par>
                                <p:cTn id="28" presetID="9" presetClass="entr" fill="hold" nodeType="afterEffect">
                                  <p:stCondLst>
                                    <p:cond delay="0"/>
                                  </p:stCondLst>
                                  <p:iterate>
                                    <p:tmAbs val="0"/>
                                  </p:iterate>
                                  <p:childTnLst>
                                    <p:set>
                                      <p:cBhvr>
                                        <p:cTn id="29" fill="hold"/>
                                        <p:tgtEl>
                                          <p:spTgt spid="198"/>
                                        </p:tgtEl>
                                        <p:attrNameLst>
                                          <p:attrName>style.visibility</p:attrName>
                                        </p:attrNameLst>
                                      </p:cBhvr>
                                      <p:to>
                                        <p:strVal val="visible"/>
                                      </p:to>
                                    </p:set>
                                    <p:animEffect transition="in" filter="dissolve">
                                      <p:cBhvr>
                                        <p:cTn id="30" dur="400"/>
                                        <p:tgtEl>
                                          <p:spTgt spid="19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3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fill="hold" nodeType="clickEffect">
                                  <p:stCondLst>
                                    <p:cond delay="0"/>
                                  </p:stCondLst>
                                  <p:iterate>
                                    <p:tmAbs val="0"/>
                                  </p:iterate>
                                  <p:childTnLst>
                                    <p:set>
                                      <p:cBhvr>
                                        <p:cTn id="42" fill="hold"/>
                                        <p:tgtEl>
                                          <p:spTgt spid="241"/>
                                        </p:tgtEl>
                                        <p:attrNameLst>
                                          <p:attrName>style.visibility</p:attrName>
                                        </p:attrNameLst>
                                      </p:cBhvr>
                                      <p:to>
                                        <p:strVal val="visible"/>
                                      </p:to>
                                    </p:set>
                                    <p:animEffect transition="in" filter="dissolve">
                                      <p:cBhvr>
                                        <p:cTn id="43" dur="400"/>
                                        <p:tgtEl>
                                          <p:spTgt spid="24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xit" fill="hold" nodeType="clickEffect">
                                  <p:stCondLst>
                                    <p:cond delay="0"/>
                                  </p:stCondLst>
                                  <p:iterate>
                                    <p:tmAbs val="0"/>
                                  </p:iterate>
                                  <p:childTnLst>
                                    <p:animEffect transition="out" filter="dissolve">
                                      <p:cBhvr>
                                        <p:cTn id="47" dur="400" fill="hold"/>
                                        <p:tgtEl>
                                          <p:spTgt spid="241"/>
                                        </p:tgtEl>
                                      </p:cBhvr>
                                    </p:animEffect>
                                    <p:set>
                                      <p:cBhvr>
                                        <p:cTn id="48" fill="hold">
                                          <p:stCondLst>
                                            <p:cond delay="399"/>
                                          </p:stCondLst>
                                        </p:cTn>
                                        <p:tgtEl>
                                          <p:spTgt spid="241"/>
                                        </p:tgtEl>
                                        <p:attrNameLst>
                                          <p:attrName>style.visibility</p:attrName>
                                        </p:attrNameLst>
                                      </p:cBhvr>
                                      <p:to>
                                        <p:strVal val="hidden"/>
                                      </p:to>
                                    </p:set>
                                  </p:childTnLst>
                                </p:cTn>
                              </p:par>
                            </p:childTnLst>
                          </p:cTn>
                        </p:par>
                        <p:par>
                          <p:cTn id="49" fill="hold" nodeType="afterGroup">
                            <p:stCondLst>
                              <p:cond delay="400"/>
                            </p:stCondLst>
                            <p:childTnLst>
                              <p:par>
                                <p:cTn id="50" presetID="9" presetClass="entr" fill="hold" nodeType="afterEffect">
                                  <p:stCondLst>
                                    <p:cond delay="0"/>
                                  </p:stCondLst>
                                  <p:iterate>
                                    <p:tmAbs val="0"/>
                                  </p:iterate>
                                  <p:childTnLst>
                                    <p:set>
                                      <p:cBhvr>
                                        <p:cTn id="51" fill="hold"/>
                                        <p:tgtEl>
                                          <p:spTgt spid="235"/>
                                        </p:tgtEl>
                                        <p:attrNameLst>
                                          <p:attrName>style.visibility</p:attrName>
                                        </p:attrNameLst>
                                      </p:cBhvr>
                                      <p:to>
                                        <p:strVal val="visible"/>
                                      </p:to>
                                    </p:set>
                                    <p:animEffect transition="in" filter="dissolve">
                                      <p:cBhvr>
                                        <p:cTn id="52" dur="400"/>
                                        <p:tgtEl>
                                          <p:spTgt spid="23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xit" fill="hold" nodeType="clickEffect">
                                  <p:stCondLst>
                                    <p:cond delay="0"/>
                                  </p:stCondLst>
                                  <p:iterate>
                                    <p:tmAbs val="0"/>
                                  </p:iterate>
                                  <p:childTnLst>
                                    <p:animEffect transition="out" filter="dissolve">
                                      <p:cBhvr>
                                        <p:cTn id="56" dur="400" fill="hold"/>
                                        <p:tgtEl>
                                          <p:spTgt spid="235"/>
                                        </p:tgtEl>
                                      </p:cBhvr>
                                    </p:animEffect>
                                    <p:set>
                                      <p:cBhvr>
                                        <p:cTn id="57" fill="hold">
                                          <p:stCondLst>
                                            <p:cond delay="399"/>
                                          </p:stCondLst>
                                        </p:cTn>
                                        <p:tgtEl>
                                          <p:spTgt spid="235"/>
                                        </p:tgtEl>
                                        <p:attrNameLst>
                                          <p:attrName>style.visibility</p:attrName>
                                        </p:attrNameLst>
                                      </p:cBhvr>
                                      <p:to>
                                        <p:strVal val="hidden"/>
                                      </p:to>
                                    </p:set>
                                  </p:childTnLst>
                                </p:cTn>
                              </p:par>
                            </p:childTnLst>
                          </p:cTn>
                        </p:par>
                        <p:par>
                          <p:cTn id="58" fill="hold" nodeType="afterGroup">
                            <p:stCondLst>
                              <p:cond delay="400"/>
                            </p:stCondLst>
                            <p:childTnLst>
                              <p:par>
                                <p:cTn id="59" presetID="9" presetClass="entr" fill="hold" nodeType="afterEffect">
                                  <p:stCondLst>
                                    <p:cond delay="0"/>
                                  </p:stCondLst>
                                  <p:iterate>
                                    <p:tmAbs val="0"/>
                                  </p:iterate>
                                  <p:childTnLst>
                                    <p:set>
                                      <p:cBhvr>
                                        <p:cTn id="60" fill="hold"/>
                                        <p:tgtEl>
                                          <p:spTgt spid="254"/>
                                        </p:tgtEl>
                                        <p:attrNameLst>
                                          <p:attrName>style.visibility</p:attrName>
                                        </p:attrNameLst>
                                      </p:cBhvr>
                                      <p:to>
                                        <p:strVal val="visible"/>
                                      </p:to>
                                    </p:set>
                                    <p:animEffect transition="in" filter="dissolve">
                                      <p:cBhvr>
                                        <p:cTn id="61" dur="400"/>
                                        <p:tgtEl>
                                          <p:spTgt spid="25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path" presetSubtype="0" accel="50000" decel="50000" fill="hold" nodeType="clickEffect">
                                  <p:stCondLst>
                                    <p:cond delay="0"/>
                                  </p:stCondLst>
                                  <p:childTnLst>
                                    <p:animMotion origin="layout" path="M 0.000000 0.000000 L -0.019012 -0.344621" pathEditMode="relative">
                                      <p:cBhvr>
                                        <p:cTn id="65" dur="500" fill="hold"/>
                                        <p:tgtEl>
                                          <p:spTgt spid="25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dvAuto="0"/>
      <p:bldP spid="206" grpId="0" advAuto="0"/>
      <p:bldP spid="235" grpId="0" advAuto="0"/>
      <p:bldP spid="235" grpId="1" advAuto="0"/>
      <p:bldP spid="241" grpId="0" advAuto="0"/>
      <p:bldP spid="241" grpId="1" advAuto="0"/>
      <p:bldP spid="254" grpId="0" advAuto="0"/>
      <p:bldP spid="107" grpId="0"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a:extLst>
              <a:ext uri="{FF2B5EF4-FFF2-40B4-BE49-F238E27FC236}">
                <a16:creationId xmlns:a16="http://schemas.microsoft.com/office/drawing/2014/main" id="{82A85A4D-16B4-FE9F-40EC-BC9A8B6FAAA9}"/>
              </a:ext>
            </a:extLst>
          </p:cNvPr>
          <p:cNvSpPr>
            <a:spLocks noGrp="1"/>
          </p:cNvSpPr>
          <p:nvPr>
            <p:ph type="title"/>
          </p:nvPr>
        </p:nvSpPr>
        <p:spPr/>
        <p:txBody>
          <a:bodyPr/>
          <a:lstStyle/>
          <a:p>
            <a:pPr defTabSz="308085">
              <a:spcBef>
                <a:spcPts val="0"/>
              </a:spcBef>
              <a:defRPr/>
            </a:pPr>
            <a:r>
              <a:rPr lang="en-US" sz="2953" dirty="0"/>
              <a:t>Authentication</a:t>
            </a:r>
            <a:endParaRPr sz="2953" dirty="0"/>
          </a:p>
        </p:txBody>
      </p:sp>
      <p:sp>
        <p:nvSpPr>
          <p:cNvPr id="189" name="Shape 189">
            <a:extLst>
              <a:ext uri="{FF2B5EF4-FFF2-40B4-BE49-F238E27FC236}">
                <a16:creationId xmlns:a16="http://schemas.microsoft.com/office/drawing/2014/main" id="{97632399-84DF-328D-C73F-925B7B2F99E2}"/>
              </a:ext>
            </a:extLst>
          </p:cNvPr>
          <p:cNvSpPr/>
          <p:nvPr/>
        </p:nvSpPr>
        <p:spPr>
          <a:xfrm>
            <a:off x="7058025" y="2568575"/>
            <a:ext cx="1411288" cy="915988"/>
          </a:xfrm>
          <a:prstGeom prst="roundRect">
            <a:avLst>
              <a:gd name="adj" fmla="val 10968"/>
            </a:avLst>
          </a:prstGeom>
          <a:ln w="76200">
            <a:solidFill>
              <a:schemeClr val="accent1"/>
            </a:solidFill>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Website</a:t>
            </a:r>
          </a:p>
        </p:txBody>
      </p:sp>
      <p:sp>
        <p:nvSpPr>
          <p:cNvPr id="190" name="Shape 190">
            <a:extLst>
              <a:ext uri="{FF2B5EF4-FFF2-40B4-BE49-F238E27FC236}">
                <a16:creationId xmlns:a16="http://schemas.microsoft.com/office/drawing/2014/main" id="{05385A12-9772-2F94-7718-A483C8773EDD}"/>
              </a:ext>
            </a:extLst>
          </p:cNvPr>
          <p:cNvSpPr/>
          <p:nvPr/>
        </p:nvSpPr>
        <p:spPr>
          <a:xfrm>
            <a:off x="3800475" y="2568575"/>
            <a:ext cx="1409700" cy="915988"/>
          </a:xfrm>
          <a:prstGeom prst="roundRect">
            <a:avLst>
              <a:gd name="adj" fmla="val 10968"/>
            </a:avLst>
          </a:prstGeom>
          <a:ln w="76200">
            <a:solidFill>
              <a:schemeClr val="accent1"/>
            </a:solidFill>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Browser</a:t>
            </a:r>
          </a:p>
        </p:txBody>
      </p:sp>
      <p:grpSp>
        <p:nvGrpSpPr>
          <p:cNvPr id="48133" name="Group 198">
            <a:extLst>
              <a:ext uri="{FF2B5EF4-FFF2-40B4-BE49-F238E27FC236}">
                <a16:creationId xmlns:a16="http://schemas.microsoft.com/office/drawing/2014/main" id="{7FF16E6F-1284-3FB6-E442-6CBEDF870EB1}"/>
              </a:ext>
            </a:extLst>
          </p:cNvPr>
          <p:cNvGrpSpPr>
            <a:grpSpLocks/>
          </p:cNvGrpSpPr>
          <p:nvPr/>
        </p:nvGrpSpPr>
        <p:grpSpPr bwMode="auto">
          <a:xfrm>
            <a:off x="7129464" y="2967038"/>
            <a:ext cx="327025" cy="304800"/>
            <a:chOff x="0" y="0"/>
            <a:chExt cx="620592" cy="577619"/>
          </a:xfrm>
        </p:grpSpPr>
        <p:sp>
          <p:nvSpPr>
            <p:cNvPr id="191" name="Shape 191">
              <a:extLst>
                <a:ext uri="{FF2B5EF4-FFF2-40B4-BE49-F238E27FC236}">
                  <a16:creationId xmlns:a16="http://schemas.microsoft.com/office/drawing/2014/main" id="{8A4F0B59-3BBB-61D3-796C-23AFC4F562B5}"/>
                </a:ext>
              </a:extLst>
            </p:cNvPr>
            <p:cNvSpPr/>
            <p:nvPr/>
          </p:nvSpPr>
          <p:spPr>
            <a:xfrm>
              <a:off x="0" y="204573"/>
              <a:ext cx="460924"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2" name="Shape 192">
              <a:extLst>
                <a:ext uri="{FF2B5EF4-FFF2-40B4-BE49-F238E27FC236}">
                  <a16:creationId xmlns:a16="http://schemas.microsoft.com/office/drawing/2014/main" id="{5AC84415-7A0C-4540-BE9B-ED4E24B51B90}"/>
                </a:ext>
              </a:extLst>
            </p:cNvPr>
            <p:cNvSpPr/>
            <p:nvPr/>
          </p:nvSpPr>
          <p:spPr>
            <a:xfrm flipV="1">
              <a:off x="24101" y="261733"/>
              <a:ext cx="301258"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3" name="Shape 193">
              <a:extLst>
                <a:ext uri="{FF2B5EF4-FFF2-40B4-BE49-F238E27FC236}">
                  <a16:creationId xmlns:a16="http://schemas.microsoft.com/office/drawing/2014/main" id="{2433744A-C457-3201-0A36-A4C535796471}"/>
                </a:ext>
              </a:extLst>
            </p:cNvPr>
            <p:cNvSpPr/>
            <p:nvPr/>
          </p:nvSpPr>
          <p:spPr>
            <a:xfrm flipV="1">
              <a:off x="225943" y="291817"/>
              <a:ext cx="138579"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4" name="Shape 194">
              <a:extLst>
                <a:ext uri="{FF2B5EF4-FFF2-40B4-BE49-F238E27FC236}">
                  <a16:creationId xmlns:a16="http://schemas.microsoft.com/office/drawing/2014/main" id="{8A2A725C-28EF-B07B-407D-7026676377FE}"/>
                </a:ext>
              </a:extLst>
            </p:cNvPr>
            <p:cNvSpPr/>
            <p:nvPr/>
          </p:nvSpPr>
          <p:spPr>
            <a:xfrm flipV="1">
              <a:off x="21087" y="252708"/>
              <a:ext cx="295233" cy="2978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5" name="Shape 195">
              <a:extLst>
                <a:ext uri="{FF2B5EF4-FFF2-40B4-BE49-F238E27FC236}">
                  <a16:creationId xmlns:a16="http://schemas.microsoft.com/office/drawing/2014/main" id="{BB8D2A43-4808-9BAF-6B68-7F67B26A029B}"/>
                </a:ext>
              </a:extLst>
            </p:cNvPr>
            <p:cNvSpPr/>
            <p:nvPr/>
          </p:nvSpPr>
          <p:spPr>
            <a:xfrm flipV="1">
              <a:off x="213892" y="294826"/>
              <a:ext cx="135567" cy="1353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96" name="Shape 196">
              <a:extLst>
                <a:ext uri="{FF2B5EF4-FFF2-40B4-BE49-F238E27FC236}">
                  <a16:creationId xmlns:a16="http://schemas.microsoft.com/office/drawing/2014/main" id="{81C33831-0AF0-28CA-B836-968C658EFF7A}"/>
                </a:ext>
              </a:extLst>
            </p:cNvPr>
            <p:cNvSpPr/>
            <p:nvPr/>
          </p:nvSpPr>
          <p:spPr>
            <a:xfrm>
              <a:off x="280169" y="0"/>
              <a:ext cx="340423" cy="3399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97" name="Shape 197">
              <a:extLst>
                <a:ext uri="{FF2B5EF4-FFF2-40B4-BE49-F238E27FC236}">
                  <a16:creationId xmlns:a16="http://schemas.microsoft.com/office/drawing/2014/main" id="{28DEC939-813F-E476-AEFF-543B0656A5FD}"/>
                </a:ext>
              </a:extLst>
            </p:cNvPr>
            <p:cNvSpPr/>
            <p:nvPr/>
          </p:nvSpPr>
          <p:spPr>
            <a:xfrm>
              <a:off x="457913" y="48135"/>
              <a:ext cx="108453" cy="111311"/>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8134" name="Group 206">
            <a:extLst>
              <a:ext uri="{FF2B5EF4-FFF2-40B4-BE49-F238E27FC236}">
                <a16:creationId xmlns:a16="http://schemas.microsoft.com/office/drawing/2014/main" id="{D93CE065-AD4C-7A93-4C93-5E38C245AC5F}"/>
              </a:ext>
            </a:extLst>
          </p:cNvPr>
          <p:cNvGrpSpPr>
            <a:grpSpLocks/>
          </p:cNvGrpSpPr>
          <p:nvPr/>
        </p:nvGrpSpPr>
        <p:grpSpPr bwMode="auto">
          <a:xfrm>
            <a:off x="7381875" y="2963863"/>
            <a:ext cx="330200" cy="309562"/>
            <a:chOff x="0" y="0"/>
            <a:chExt cx="627662" cy="584200"/>
          </a:xfrm>
        </p:grpSpPr>
        <p:sp>
          <p:nvSpPr>
            <p:cNvPr id="199" name="Shape 199">
              <a:extLst>
                <a:ext uri="{FF2B5EF4-FFF2-40B4-BE49-F238E27FC236}">
                  <a16:creationId xmlns:a16="http://schemas.microsoft.com/office/drawing/2014/main" id="{FD994980-8BDB-8A62-FA2D-247F1B878B20}"/>
                </a:ext>
              </a:extLst>
            </p:cNvPr>
            <p:cNvSpPr/>
            <p:nvPr/>
          </p:nvSpPr>
          <p:spPr>
            <a:xfrm>
              <a:off x="0" y="206716"/>
              <a:ext cx="467730" cy="37748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0" name="Shape 200">
              <a:extLst>
                <a:ext uri="{FF2B5EF4-FFF2-40B4-BE49-F238E27FC236}">
                  <a16:creationId xmlns:a16="http://schemas.microsoft.com/office/drawing/2014/main" id="{9527F1EC-4A35-EED4-62AD-709E8E97A215}"/>
                </a:ext>
              </a:extLst>
            </p:cNvPr>
            <p:cNvSpPr/>
            <p:nvPr/>
          </p:nvSpPr>
          <p:spPr>
            <a:xfrm flipV="1">
              <a:off x="21124" y="263639"/>
              <a:ext cx="307796" cy="305582"/>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1" name="Shape 201">
              <a:extLst>
                <a:ext uri="{FF2B5EF4-FFF2-40B4-BE49-F238E27FC236}">
                  <a16:creationId xmlns:a16="http://schemas.microsoft.com/office/drawing/2014/main" id="{3D6BF16F-4660-E6BD-02A6-67958075BF85}"/>
                </a:ext>
              </a:extLst>
            </p:cNvPr>
            <p:cNvSpPr/>
            <p:nvPr/>
          </p:nvSpPr>
          <p:spPr>
            <a:xfrm flipV="1">
              <a:off x="229338" y="296593"/>
              <a:ext cx="138810" cy="137812"/>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2" name="Shape 202">
              <a:extLst>
                <a:ext uri="{FF2B5EF4-FFF2-40B4-BE49-F238E27FC236}">
                  <a16:creationId xmlns:a16="http://schemas.microsoft.com/office/drawing/2014/main" id="{8902D151-059E-F8E4-5B9E-E4CDF03DDE95}"/>
                </a:ext>
              </a:extLst>
            </p:cNvPr>
            <p:cNvSpPr/>
            <p:nvPr/>
          </p:nvSpPr>
          <p:spPr>
            <a:xfrm flipV="1">
              <a:off x="21124" y="257648"/>
              <a:ext cx="298742" cy="29959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3" name="Shape 203">
              <a:extLst>
                <a:ext uri="{FF2B5EF4-FFF2-40B4-BE49-F238E27FC236}">
                  <a16:creationId xmlns:a16="http://schemas.microsoft.com/office/drawing/2014/main" id="{263A51C8-C0B7-5F35-E133-E7C4D445C68A}"/>
                </a:ext>
              </a:extLst>
            </p:cNvPr>
            <p:cNvSpPr/>
            <p:nvPr/>
          </p:nvSpPr>
          <p:spPr>
            <a:xfrm flipV="1">
              <a:off x="217268" y="296593"/>
              <a:ext cx="135793" cy="137812"/>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04" name="Shape 204">
              <a:extLst>
                <a:ext uri="{FF2B5EF4-FFF2-40B4-BE49-F238E27FC236}">
                  <a16:creationId xmlns:a16="http://schemas.microsoft.com/office/drawing/2014/main" id="{2CCFF4B3-90AB-82C7-5A23-EE7786B7C80C}"/>
                </a:ext>
              </a:extLst>
            </p:cNvPr>
            <p:cNvSpPr/>
            <p:nvPr/>
          </p:nvSpPr>
          <p:spPr>
            <a:xfrm>
              <a:off x="283655" y="0"/>
              <a:ext cx="344007" cy="344528"/>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05" name="Shape 205">
              <a:extLst>
                <a:ext uri="{FF2B5EF4-FFF2-40B4-BE49-F238E27FC236}">
                  <a16:creationId xmlns:a16="http://schemas.microsoft.com/office/drawing/2014/main" id="{D863E682-44C1-4BAE-6AC4-A0B981700BDA}"/>
                </a:ext>
              </a:extLst>
            </p:cNvPr>
            <p:cNvSpPr/>
            <p:nvPr/>
          </p:nvSpPr>
          <p:spPr>
            <a:xfrm>
              <a:off x="461695" y="50929"/>
              <a:ext cx="111650" cy="11084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07" name="Shape 207">
            <a:extLst>
              <a:ext uri="{FF2B5EF4-FFF2-40B4-BE49-F238E27FC236}">
                <a16:creationId xmlns:a16="http://schemas.microsoft.com/office/drawing/2014/main" id="{B1ABEC74-1265-9639-AEE5-0D2D61706BC1}"/>
              </a:ext>
            </a:extLst>
          </p:cNvPr>
          <p:cNvSpPr/>
          <p:nvPr/>
        </p:nvSpPr>
        <p:spPr>
          <a:xfrm>
            <a:off x="5510213" y="2820988"/>
            <a:ext cx="1249362" cy="0"/>
          </a:xfrm>
          <a:prstGeom prst="line">
            <a:avLst/>
          </a:prstGeom>
          <a:ln w="50800">
            <a:solidFill>
              <a:srgbClr val="FFFFFF"/>
            </a:solidFill>
            <a:miter lim="400000"/>
            <a:headEnd type="triangle"/>
            <a:tailEnd type="triangle"/>
          </a:ln>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pic>
        <p:nvPicPr>
          <p:cNvPr id="48136" name="Chrome-logo.png">
            <a:extLst>
              <a:ext uri="{FF2B5EF4-FFF2-40B4-BE49-F238E27FC236}">
                <a16:creationId xmlns:a16="http://schemas.microsoft.com/office/drawing/2014/main" id="{59C868B9-E659-B69D-6B01-5A7D393F76C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38550" y="2435225"/>
            <a:ext cx="3619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8137" name="strategic_bofa500_1.png">
            <a:extLst>
              <a:ext uri="{FF2B5EF4-FFF2-40B4-BE49-F238E27FC236}">
                <a16:creationId xmlns:a16="http://schemas.microsoft.com/office/drawing/2014/main" id="{2FCC60B1-3EB6-7E08-4C63-C6F035261136}"/>
              </a:ext>
            </a:extLst>
          </p:cNvPr>
          <p:cNvPicPr>
            <a:picLocks noChangeAspect="1"/>
          </p:cNvPicPr>
          <p:nvPr/>
        </p:nvPicPr>
        <p:blipFill>
          <a:blip r:embed="rId3">
            <a:extLst>
              <a:ext uri="{28A0092B-C50C-407E-A947-70E740481C1C}">
                <a14:useLocalDpi xmlns:a14="http://schemas.microsoft.com/office/drawing/2010/main" val="0"/>
              </a:ext>
            </a:extLst>
          </a:blip>
          <a:srcRect l="28418" t="39674" r="28418"/>
          <a:stretch>
            <a:fillRect/>
          </a:stretch>
        </p:blipFill>
        <p:spPr bwMode="auto">
          <a:xfrm>
            <a:off x="6623051" y="2433639"/>
            <a:ext cx="7731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222" name="Group 222">
            <a:extLst>
              <a:ext uri="{FF2B5EF4-FFF2-40B4-BE49-F238E27FC236}">
                <a16:creationId xmlns:a16="http://schemas.microsoft.com/office/drawing/2014/main" id="{5B76795F-AF03-AB1C-7F25-01669DE646E7}"/>
              </a:ext>
            </a:extLst>
          </p:cNvPr>
          <p:cNvGrpSpPr>
            <a:grpSpLocks/>
          </p:cNvGrpSpPr>
          <p:nvPr/>
        </p:nvGrpSpPr>
        <p:grpSpPr bwMode="auto">
          <a:xfrm>
            <a:off x="7745414" y="2886076"/>
            <a:ext cx="676275" cy="468313"/>
            <a:chOff x="-43755" y="8154"/>
            <a:chExt cx="1281786" cy="888075"/>
          </a:xfrm>
        </p:grpSpPr>
        <p:sp>
          <p:nvSpPr>
            <p:cNvPr id="210" name="Shape 210">
              <a:extLst>
                <a:ext uri="{FF2B5EF4-FFF2-40B4-BE49-F238E27FC236}">
                  <a16:creationId xmlns:a16="http://schemas.microsoft.com/office/drawing/2014/main" id="{93F43867-6985-4B1C-C038-F1EF8492E314}"/>
                </a:ext>
              </a:extLst>
            </p:cNvPr>
            <p:cNvSpPr/>
            <p:nvPr/>
          </p:nvSpPr>
          <p:spPr>
            <a:xfrm>
              <a:off x="1377" y="47290"/>
              <a:ext cx="1191519" cy="848939"/>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11" name="Shape 211">
              <a:extLst>
                <a:ext uri="{FF2B5EF4-FFF2-40B4-BE49-F238E27FC236}">
                  <a16:creationId xmlns:a16="http://schemas.microsoft.com/office/drawing/2014/main" id="{8D9BB270-80C1-7EFB-C014-39DC37F29453}"/>
                </a:ext>
              </a:extLst>
            </p:cNvPr>
            <p:cNvSpPr/>
            <p:nvPr/>
          </p:nvSpPr>
          <p:spPr>
            <a:xfrm>
              <a:off x="-43755" y="8154"/>
              <a:ext cx="1281786" cy="439521"/>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48191" name="Group 219">
              <a:extLst>
                <a:ext uri="{FF2B5EF4-FFF2-40B4-BE49-F238E27FC236}">
                  <a16:creationId xmlns:a16="http://schemas.microsoft.com/office/drawing/2014/main" id="{22AE3EE7-052B-6719-1819-1A595638416E}"/>
                </a:ext>
              </a:extLst>
            </p:cNvPr>
            <p:cNvGrpSpPr>
              <a:grpSpLocks/>
            </p:cNvGrpSpPr>
            <p:nvPr/>
          </p:nvGrpSpPr>
          <p:grpSpPr bwMode="auto">
            <a:xfrm>
              <a:off x="62930" y="528144"/>
              <a:ext cx="290761" cy="270627"/>
              <a:chOff x="0" y="0"/>
              <a:chExt cx="290759" cy="270626"/>
            </a:xfrm>
          </p:grpSpPr>
          <p:sp>
            <p:nvSpPr>
              <p:cNvPr id="212" name="Shape 212">
                <a:extLst>
                  <a:ext uri="{FF2B5EF4-FFF2-40B4-BE49-F238E27FC236}">
                    <a16:creationId xmlns:a16="http://schemas.microsoft.com/office/drawing/2014/main" id="{9EFFDCEA-D1EB-7E7B-8F90-DC3785809217}"/>
                  </a:ext>
                </a:extLst>
              </p:cNvPr>
              <p:cNvSpPr/>
              <p:nvPr/>
            </p:nvSpPr>
            <p:spPr>
              <a:xfrm>
                <a:off x="-1374" y="97147"/>
                <a:ext cx="216638" cy="17460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13" name="Shape 213">
                <a:extLst>
                  <a:ext uri="{FF2B5EF4-FFF2-40B4-BE49-F238E27FC236}">
                    <a16:creationId xmlns:a16="http://schemas.microsoft.com/office/drawing/2014/main" id="{63F469E0-A2DB-B295-D5F1-A39E8063478E}"/>
                  </a:ext>
                </a:extLst>
              </p:cNvPr>
              <p:cNvSpPr/>
              <p:nvPr/>
            </p:nvSpPr>
            <p:spPr>
              <a:xfrm flipV="1">
                <a:off x="10661" y="124239"/>
                <a:ext cx="141417" cy="141490"/>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14" name="Shape 214">
                <a:extLst>
                  <a:ext uri="{FF2B5EF4-FFF2-40B4-BE49-F238E27FC236}">
                    <a16:creationId xmlns:a16="http://schemas.microsoft.com/office/drawing/2014/main" id="{A9D03F4C-23D9-3318-E52A-E9D633762994}"/>
                  </a:ext>
                </a:extLst>
              </p:cNvPr>
              <p:cNvSpPr/>
              <p:nvPr/>
            </p:nvSpPr>
            <p:spPr>
              <a:xfrm flipV="1">
                <a:off x="106945" y="139292"/>
                <a:ext cx="63187" cy="6321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15" name="Shape 215">
                <a:extLst>
                  <a:ext uri="{FF2B5EF4-FFF2-40B4-BE49-F238E27FC236}">
                    <a16:creationId xmlns:a16="http://schemas.microsoft.com/office/drawing/2014/main" id="{95E078F6-DA2F-ABDC-6261-E73076B1316C}"/>
                  </a:ext>
                </a:extLst>
              </p:cNvPr>
              <p:cNvSpPr/>
              <p:nvPr/>
            </p:nvSpPr>
            <p:spPr>
              <a:xfrm flipV="1">
                <a:off x="7653" y="118219"/>
                <a:ext cx="138407" cy="14149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16" name="Shape 216">
                <a:extLst>
                  <a:ext uri="{FF2B5EF4-FFF2-40B4-BE49-F238E27FC236}">
                    <a16:creationId xmlns:a16="http://schemas.microsoft.com/office/drawing/2014/main" id="{AE447F02-4534-D929-BD0A-8B57EAC403DF}"/>
                  </a:ext>
                </a:extLst>
              </p:cNvPr>
              <p:cNvSpPr/>
              <p:nvPr/>
            </p:nvSpPr>
            <p:spPr>
              <a:xfrm flipV="1">
                <a:off x="100927" y="139292"/>
                <a:ext cx="63187" cy="6321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17" name="Shape 217">
                <a:extLst>
                  <a:ext uri="{FF2B5EF4-FFF2-40B4-BE49-F238E27FC236}">
                    <a16:creationId xmlns:a16="http://schemas.microsoft.com/office/drawing/2014/main" id="{39B78E42-EB7F-E932-F249-B448CF946DF7}"/>
                  </a:ext>
                </a:extLst>
              </p:cNvPr>
              <p:cNvSpPr/>
              <p:nvPr/>
            </p:nvSpPr>
            <p:spPr>
              <a:xfrm>
                <a:off x="131016" y="814"/>
                <a:ext cx="159470" cy="159551"/>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18" name="Shape 218">
                <a:extLst>
                  <a:ext uri="{FF2B5EF4-FFF2-40B4-BE49-F238E27FC236}">
                    <a16:creationId xmlns:a16="http://schemas.microsoft.com/office/drawing/2014/main" id="{13017336-58D5-245B-2EDD-F6CD2B3BECA2}"/>
                  </a:ext>
                </a:extLst>
              </p:cNvPr>
              <p:cNvSpPr/>
              <p:nvPr/>
            </p:nvSpPr>
            <p:spPr>
              <a:xfrm>
                <a:off x="212256" y="24897"/>
                <a:ext cx="54159" cy="5117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8192" name="250px-VRSNlogoAug2012.png">
              <a:extLst>
                <a:ext uri="{FF2B5EF4-FFF2-40B4-BE49-F238E27FC236}">
                  <a16:creationId xmlns:a16="http://schemas.microsoft.com/office/drawing/2014/main" id="{618C378E-5C55-A7AC-B418-75096FEB52E3}"/>
                </a:ext>
              </a:extLst>
            </p:cNvPr>
            <p:cNvPicPr>
              <a:picLocks noChangeAspect="1"/>
            </p:cNvPicPr>
            <p:nvPr/>
          </p:nvPicPr>
          <p:blipFill>
            <a:blip r:embed="rId4">
              <a:extLst>
                <a:ext uri="{28A0092B-C50C-407E-A947-70E740481C1C}">
                  <a14:useLocalDpi xmlns:a14="http://schemas.microsoft.com/office/drawing/2010/main" val="0"/>
                </a:ext>
              </a:extLst>
            </a:blip>
            <a:srcRect r="12952" b="33388"/>
            <a:stretch>
              <a:fillRect/>
            </a:stretch>
          </p:blipFill>
          <p:spPr bwMode="auto">
            <a:xfrm>
              <a:off x="695032" y="4431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8193" name="strategic_bofa500_1.png">
              <a:extLst>
                <a:ext uri="{FF2B5EF4-FFF2-40B4-BE49-F238E27FC236}">
                  <a16:creationId xmlns:a16="http://schemas.microsoft.com/office/drawing/2014/main" id="{5F94AB2C-66ED-395B-B182-8E35DA345A1D}"/>
                </a:ext>
              </a:extLst>
            </p:cNvPr>
            <p:cNvPicPr>
              <a:picLocks noChangeAspect="1"/>
            </p:cNvPicPr>
            <p:nvPr/>
          </p:nvPicPr>
          <p:blipFill>
            <a:blip r:embed="rId3">
              <a:extLst>
                <a:ext uri="{28A0092B-C50C-407E-A947-70E740481C1C}">
                  <a14:useLocalDpi xmlns:a14="http://schemas.microsoft.com/office/drawing/2010/main" val="0"/>
                </a:ext>
              </a:extLst>
            </a:blip>
            <a:srcRect l="35081" t="39674" r="28418"/>
            <a:stretch>
              <a:fillRect/>
            </a:stretch>
          </p:blipFill>
          <p:spPr bwMode="auto">
            <a:xfrm>
              <a:off x="354447" y="528144"/>
              <a:ext cx="485326" cy="27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48139" name="Group 262">
            <a:extLst>
              <a:ext uri="{FF2B5EF4-FFF2-40B4-BE49-F238E27FC236}">
                <a16:creationId xmlns:a16="http://schemas.microsoft.com/office/drawing/2014/main" id="{AF35DDA1-838A-4B2F-057E-86636275785A}"/>
              </a:ext>
            </a:extLst>
          </p:cNvPr>
          <p:cNvGrpSpPr>
            <a:grpSpLocks/>
          </p:cNvGrpSpPr>
          <p:nvPr/>
        </p:nvGrpSpPr>
        <p:grpSpPr bwMode="auto">
          <a:xfrm>
            <a:off x="7129464" y="2967038"/>
            <a:ext cx="327025" cy="304800"/>
            <a:chOff x="0" y="0"/>
            <a:chExt cx="620592" cy="577619"/>
          </a:xfrm>
        </p:grpSpPr>
        <p:sp>
          <p:nvSpPr>
            <p:cNvPr id="255" name="Shape 255">
              <a:extLst>
                <a:ext uri="{FF2B5EF4-FFF2-40B4-BE49-F238E27FC236}">
                  <a16:creationId xmlns:a16="http://schemas.microsoft.com/office/drawing/2014/main" id="{DF285F00-62BD-C5C8-C579-49BEC3D369A6}"/>
                </a:ext>
              </a:extLst>
            </p:cNvPr>
            <p:cNvSpPr/>
            <p:nvPr/>
          </p:nvSpPr>
          <p:spPr>
            <a:xfrm>
              <a:off x="0" y="204573"/>
              <a:ext cx="460924"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6" name="Shape 256">
              <a:extLst>
                <a:ext uri="{FF2B5EF4-FFF2-40B4-BE49-F238E27FC236}">
                  <a16:creationId xmlns:a16="http://schemas.microsoft.com/office/drawing/2014/main" id="{2CE3CBD2-7D44-FB11-0A2E-F48DD53D3E09}"/>
                </a:ext>
              </a:extLst>
            </p:cNvPr>
            <p:cNvSpPr/>
            <p:nvPr/>
          </p:nvSpPr>
          <p:spPr>
            <a:xfrm flipV="1">
              <a:off x="24101" y="261733"/>
              <a:ext cx="301258"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7" name="Shape 257">
              <a:extLst>
                <a:ext uri="{FF2B5EF4-FFF2-40B4-BE49-F238E27FC236}">
                  <a16:creationId xmlns:a16="http://schemas.microsoft.com/office/drawing/2014/main" id="{E3C76764-D864-61D3-1DB5-6F97472F9C9E}"/>
                </a:ext>
              </a:extLst>
            </p:cNvPr>
            <p:cNvSpPr/>
            <p:nvPr/>
          </p:nvSpPr>
          <p:spPr>
            <a:xfrm flipV="1">
              <a:off x="225943" y="291817"/>
              <a:ext cx="138579"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8" name="Shape 258">
              <a:extLst>
                <a:ext uri="{FF2B5EF4-FFF2-40B4-BE49-F238E27FC236}">
                  <a16:creationId xmlns:a16="http://schemas.microsoft.com/office/drawing/2014/main" id="{DAFBE0B3-A9A9-789D-3389-8F98D42FF42A}"/>
                </a:ext>
              </a:extLst>
            </p:cNvPr>
            <p:cNvSpPr/>
            <p:nvPr/>
          </p:nvSpPr>
          <p:spPr>
            <a:xfrm flipV="1">
              <a:off x="21087" y="252708"/>
              <a:ext cx="295233" cy="2978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59" name="Shape 259">
              <a:extLst>
                <a:ext uri="{FF2B5EF4-FFF2-40B4-BE49-F238E27FC236}">
                  <a16:creationId xmlns:a16="http://schemas.microsoft.com/office/drawing/2014/main" id="{DF1026B4-A4F7-A124-9FBC-829AECA1C91A}"/>
                </a:ext>
              </a:extLst>
            </p:cNvPr>
            <p:cNvSpPr/>
            <p:nvPr/>
          </p:nvSpPr>
          <p:spPr>
            <a:xfrm flipV="1">
              <a:off x="213892" y="294826"/>
              <a:ext cx="135567" cy="1353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0" name="Shape 260">
              <a:extLst>
                <a:ext uri="{FF2B5EF4-FFF2-40B4-BE49-F238E27FC236}">
                  <a16:creationId xmlns:a16="http://schemas.microsoft.com/office/drawing/2014/main" id="{C9D0101F-F61D-2592-CF78-CD7A55A7DAF1}"/>
                </a:ext>
              </a:extLst>
            </p:cNvPr>
            <p:cNvSpPr/>
            <p:nvPr/>
          </p:nvSpPr>
          <p:spPr>
            <a:xfrm>
              <a:off x="280169" y="0"/>
              <a:ext cx="340423" cy="3399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61" name="Shape 261">
              <a:extLst>
                <a:ext uri="{FF2B5EF4-FFF2-40B4-BE49-F238E27FC236}">
                  <a16:creationId xmlns:a16="http://schemas.microsoft.com/office/drawing/2014/main" id="{8DAFBFD0-DF65-53E5-678E-3C8DB604848E}"/>
                </a:ext>
              </a:extLst>
            </p:cNvPr>
            <p:cNvSpPr/>
            <p:nvPr/>
          </p:nvSpPr>
          <p:spPr>
            <a:xfrm>
              <a:off x="457913" y="48135"/>
              <a:ext cx="108453" cy="111311"/>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63" name="Shape 263">
            <a:extLst>
              <a:ext uri="{FF2B5EF4-FFF2-40B4-BE49-F238E27FC236}">
                <a16:creationId xmlns:a16="http://schemas.microsoft.com/office/drawing/2014/main" id="{37DEF8E8-C12D-CB1A-8C77-D355B3A55E10}"/>
              </a:ext>
            </a:extLst>
          </p:cNvPr>
          <p:cNvSpPr/>
          <p:nvPr/>
        </p:nvSpPr>
        <p:spPr>
          <a:xfrm>
            <a:off x="3268663" y="2032001"/>
            <a:ext cx="3529012" cy="1706563"/>
          </a:xfrm>
          <a:prstGeom prst="rect">
            <a:avLst/>
          </a:prstGeom>
          <a:solidFill>
            <a:schemeClr val="bg1">
              <a:alpha val="70000"/>
            </a:schemeClr>
          </a:solidFill>
          <a:ln w="25400">
            <a:miter lim="400000"/>
          </a:ln>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sp>
        <p:nvSpPr>
          <p:cNvPr id="264" name="Shape 264">
            <a:extLst>
              <a:ext uri="{FF2B5EF4-FFF2-40B4-BE49-F238E27FC236}">
                <a16:creationId xmlns:a16="http://schemas.microsoft.com/office/drawing/2014/main" id="{6ADF9287-839D-363C-C0F5-B46BF3EF8E1C}"/>
              </a:ext>
            </a:extLst>
          </p:cNvPr>
          <p:cNvSpPr/>
          <p:nvPr/>
        </p:nvSpPr>
        <p:spPr>
          <a:xfrm>
            <a:off x="3013075" y="1560514"/>
            <a:ext cx="6172200" cy="338137"/>
          </a:xfrm>
          <a:prstGeom prst="rect">
            <a:avLst/>
          </a:prstGeom>
          <a:ln w="12700">
            <a:miter lim="400000"/>
          </a:ln>
        </p:spPr>
        <p:txBody>
          <a:bodyPr wrap="none" lIns="26789" tIns="26789" rIns="26789" bIns="26789" anchor="ctr">
            <a:spAutoFit/>
          </a:bodyPr>
          <a:lstStyle>
            <a:lvl1pPr>
              <a:defRPr sz="3500"/>
            </a:lvl1pPr>
          </a:lstStyle>
          <a:p>
            <a:pPr algn="ctr" defTabSz="308085">
              <a:defRPr/>
            </a:pPr>
            <a:r>
              <a:rPr sz="1846" kern="0" dirty="0">
                <a:latin typeface="Gill Sans"/>
                <a:sym typeface="Gill Sans"/>
              </a:rPr>
              <a:t>How can users truly know with whom they are communicating?</a:t>
            </a:r>
          </a:p>
        </p:txBody>
      </p:sp>
      <p:grpSp>
        <p:nvGrpSpPr>
          <p:cNvPr id="48142" name="Group 238">
            <a:extLst>
              <a:ext uri="{FF2B5EF4-FFF2-40B4-BE49-F238E27FC236}">
                <a16:creationId xmlns:a16="http://schemas.microsoft.com/office/drawing/2014/main" id="{26AF73F3-5C84-47B3-50B8-2C4783F6807E}"/>
              </a:ext>
            </a:extLst>
          </p:cNvPr>
          <p:cNvGrpSpPr>
            <a:grpSpLocks/>
          </p:cNvGrpSpPr>
          <p:nvPr/>
        </p:nvGrpSpPr>
        <p:grpSpPr bwMode="auto">
          <a:xfrm>
            <a:off x="5043488" y="4297363"/>
            <a:ext cx="2087562" cy="1046162"/>
            <a:chOff x="0" y="0"/>
            <a:chExt cx="3959813" cy="1984872"/>
          </a:xfrm>
        </p:grpSpPr>
        <p:sp>
          <p:nvSpPr>
            <p:cNvPr id="236" name="Shape 236">
              <a:extLst>
                <a:ext uri="{FF2B5EF4-FFF2-40B4-BE49-F238E27FC236}">
                  <a16:creationId xmlns:a16="http://schemas.microsoft.com/office/drawing/2014/main" id="{B3B6C966-CB4F-AD67-EAE6-6FD1E005AD37}"/>
                </a:ext>
              </a:extLst>
            </p:cNvPr>
            <p:cNvSpPr/>
            <p:nvPr/>
          </p:nvSpPr>
          <p:spPr>
            <a:xfrm>
              <a:off x="310159" y="246980"/>
              <a:ext cx="3649654" cy="1737892"/>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Certificate Authority</a:t>
              </a:r>
            </a:p>
          </p:txBody>
        </p:sp>
        <p:pic>
          <p:nvPicPr>
            <p:cNvPr id="48181" name="250px-VRSNlogoAug2012.png">
              <a:extLst>
                <a:ext uri="{FF2B5EF4-FFF2-40B4-BE49-F238E27FC236}">
                  <a16:creationId xmlns:a16="http://schemas.microsoft.com/office/drawing/2014/main" id="{CF8E031D-1992-EE6C-A620-9AF02FAF35D4}"/>
                </a:ext>
              </a:extLst>
            </p:cNvPr>
            <p:cNvPicPr>
              <a:picLocks noChangeAspect="1"/>
            </p:cNvPicPr>
            <p:nvPr/>
          </p:nvPicPr>
          <p:blipFill>
            <a:blip r:embed="rId5">
              <a:extLst>
                <a:ext uri="{28A0092B-C50C-407E-A947-70E740481C1C}">
                  <a14:useLocalDpi xmlns:a14="http://schemas.microsoft.com/office/drawing/2010/main" val="0"/>
                </a:ext>
              </a:extLst>
            </a:blip>
            <a:srcRect l="18182" t="9604" r="18182" b="29836"/>
            <a:stretch>
              <a:fillRect/>
            </a:stretch>
          </p:blipFill>
          <p:spPr bwMode="auto">
            <a:xfrm>
              <a:off x="0" y="0"/>
              <a:ext cx="720731" cy="68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48143" name="Group 2">
            <a:extLst>
              <a:ext uri="{FF2B5EF4-FFF2-40B4-BE49-F238E27FC236}">
                <a16:creationId xmlns:a16="http://schemas.microsoft.com/office/drawing/2014/main" id="{4E211875-E846-5FAF-C977-8411BF6297F3}"/>
              </a:ext>
            </a:extLst>
          </p:cNvPr>
          <p:cNvGrpSpPr>
            <a:grpSpLocks/>
          </p:cNvGrpSpPr>
          <p:nvPr/>
        </p:nvGrpSpPr>
        <p:grpSpPr bwMode="auto">
          <a:xfrm>
            <a:off x="5026025" y="3067051"/>
            <a:ext cx="2006600" cy="2106613"/>
            <a:chOff x="4473569" y="4188786"/>
            <a:chExt cx="3804831" cy="3997280"/>
          </a:xfrm>
        </p:grpSpPr>
        <p:grpSp>
          <p:nvGrpSpPr>
            <p:cNvPr id="48162" name="Group 281">
              <a:extLst>
                <a:ext uri="{FF2B5EF4-FFF2-40B4-BE49-F238E27FC236}">
                  <a16:creationId xmlns:a16="http://schemas.microsoft.com/office/drawing/2014/main" id="{A189E37B-250C-3D5C-315E-DBAE070C62C5}"/>
                </a:ext>
              </a:extLst>
            </p:cNvPr>
            <p:cNvGrpSpPr>
              <a:grpSpLocks/>
            </p:cNvGrpSpPr>
            <p:nvPr/>
          </p:nvGrpSpPr>
          <p:grpSpPr bwMode="auto">
            <a:xfrm>
              <a:off x="7061379" y="7526142"/>
              <a:ext cx="1217021" cy="659924"/>
              <a:chOff x="0" y="0"/>
              <a:chExt cx="1217019" cy="659923"/>
            </a:xfrm>
          </p:grpSpPr>
          <p:grpSp>
            <p:nvGrpSpPr>
              <p:cNvPr id="48164" name="Group 272">
                <a:extLst>
                  <a:ext uri="{FF2B5EF4-FFF2-40B4-BE49-F238E27FC236}">
                    <a16:creationId xmlns:a16="http://schemas.microsoft.com/office/drawing/2014/main" id="{6A72FA26-D3A8-2F8C-15EC-F8D7D6146446}"/>
                  </a:ext>
                </a:extLst>
              </p:cNvPr>
              <p:cNvGrpSpPr>
                <a:grpSpLocks/>
              </p:cNvGrpSpPr>
              <p:nvPr/>
            </p:nvGrpSpPr>
            <p:grpSpPr bwMode="auto">
              <a:xfrm>
                <a:off x="0" y="0"/>
                <a:ext cx="709020" cy="659924"/>
                <a:chOff x="0" y="0"/>
                <a:chExt cx="709019" cy="659923"/>
              </a:xfrm>
            </p:grpSpPr>
            <p:sp>
              <p:nvSpPr>
                <p:cNvPr id="265" name="Shape 265">
                  <a:extLst>
                    <a:ext uri="{FF2B5EF4-FFF2-40B4-BE49-F238E27FC236}">
                      <a16:creationId xmlns:a16="http://schemas.microsoft.com/office/drawing/2014/main" id="{AAA1947A-CDB0-3941-42EE-8292926ACA5C}"/>
                    </a:ext>
                  </a:extLst>
                </p:cNvPr>
                <p:cNvSpPr/>
                <p:nvPr/>
              </p:nvSpPr>
              <p:spPr>
                <a:xfrm>
                  <a:off x="920" y="232181"/>
                  <a:ext cx="526776"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333FF"/>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6" name="Shape 266">
                  <a:extLst>
                    <a:ext uri="{FF2B5EF4-FFF2-40B4-BE49-F238E27FC236}">
                      <a16:creationId xmlns:a16="http://schemas.microsoft.com/office/drawing/2014/main" id="{69259312-EB88-1DB2-3860-E32648C73E1B}"/>
                    </a:ext>
                  </a:extLst>
                </p:cNvPr>
                <p:cNvSpPr/>
                <p:nvPr/>
              </p:nvSpPr>
              <p:spPr>
                <a:xfrm flipV="1">
                  <a:off x="28012" y="298451"/>
                  <a:ext cx="343156"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7" name="Shape 267">
                  <a:extLst>
                    <a:ext uri="{FF2B5EF4-FFF2-40B4-BE49-F238E27FC236}">
                      <a16:creationId xmlns:a16="http://schemas.microsoft.com/office/drawing/2014/main" id="{9A57C0D5-AA37-F3AC-8EDB-5D76F4F6D351}"/>
                    </a:ext>
                  </a:extLst>
                </p:cNvPr>
                <p:cNvSpPr/>
                <p:nvPr/>
              </p:nvSpPr>
              <p:spPr>
                <a:xfrm flipV="1">
                  <a:off x="259792"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8" name="Shape 268">
                  <a:extLst>
                    <a:ext uri="{FF2B5EF4-FFF2-40B4-BE49-F238E27FC236}">
                      <a16:creationId xmlns:a16="http://schemas.microsoft.com/office/drawing/2014/main" id="{3B6B32CC-BC32-5232-EAAA-3AF766425200}"/>
                    </a:ext>
                  </a:extLst>
                </p:cNvPr>
                <p:cNvSpPr/>
                <p:nvPr/>
              </p:nvSpPr>
              <p:spPr>
                <a:xfrm flipV="1">
                  <a:off x="21992" y="289413"/>
                  <a:ext cx="34014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69" name="Shape 269">
                  <a:extLst>
                    <a:ext uri="{FF2B5EF4-FFF2-40B4-BE49-F238E27FC236}">
                      <a16:creationId xmlns:a16="http://schemas.microsoft.com/office/drawing/2014/main" id="{EA78C10D-2811-8008-33A0-FA165D76B85F}"/>
                    </a:ext>
                  </a:extLst>
                </p:cNvPr>
                <p:cNvSpPr/>
                <p:nvPr/>
              </p:nvSpPr>
              <p:spPr>
                <a:xfrm flipV="1">
                  <a:off x="244742" y="334598"/>
                  <a:ext cx="153516"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0" name="Shape 270">
                  <a:extLst>
                    <a:ext uri="{FF2B5EF4-FFF2-40B4-BE49-F238E27FC236}">
                      <a16:creationId xmlns:a16="http://schemas.microsoft.com/office/drawing/2014/main" id="{938F4437-654C-BB71-F843-FFFB6B81E35A}"/>
                    </a:ext>
                  </a:extLst>
                </p:cNvPr>
                <p:cNvSpPr/>
                <p:nvPr/>
              </p:nvSpPr>
              <p:spPr>
                <a:xfrm>
                  <a:off x="319995" y="237"/>
                  <a:ext cx="388309" cy="388581"/>
                </a:xfrm>
                <a:prstGeom prst="ellipse">
                  <a:avLst/>
                </a:prstGeom>
                <a:solidFill>
                  <a:srgbClr val="1333FF"/>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71" name="Shape 271">
                  <a:extLst>
                    <a:ext uri="{FF2B5EF4-FFF2-40B4-BE49-F238E27FC236}">
                      <a16:creationId xmlns:a16="http://schemas.microsoft.com/office/drawing/2014/main" id="{AE805591-DB5A-41F2-A81A-D7001A77052C}"/>
                    </a:ext>
                  </a:extLst>
                </p:cNvPr>
                <p:cNvSpPr/>
                <p:nvPr/>
              </p:nvSpPr>
              <p:spPr>
                <a:xfrm>
                  <a:off x="521675"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8165" name="Group 280">
                <a:extLst>
                  <a:ext uri="{FF2B5EF4-FFF2-40B4-BE49-F238E27FC236}">
                    <a16:creationId xmlns:a16="http://schemas.microsoft.com/office/drawing/2014/main" id="{C1A0461A-A0E7-FCC1-122B-F26D9F57C11B}"/>
                  </a:ext>
                </a:extLst>
              </p:cNvPr>
              <p:cNvGrpSpPr>
                <a:grpSpLocks/>
              </p:cNvGrpSpPr>
              <p:nvPr/>
            </p:nvGrpSpPr>
            <p:grpSpPr bwMode="auto">
              <a:xfrm>
                <a:off x="507999" y="0"/>
                <a:ext cx="709021" cy="659924"/>
                <a:chOff x="0" y="0"/>
                <a:chExt cx="709019" cy="659923"/>
              </a:xfrm>
            </p:grpSpPr>
            <p:sp>
              <p:nvSpPr>
                <p:cNvPr id="273" name="Shape 273">
                  <a:extLst>
                    <a:ext uri="{FF2B5EF4-FFF2-40B4-BE49-F238E27FC236}">
                      <a16:creationId xmlns:a16="http://schemas.microsoft.com/office/drawing/2014/main" id="{6BCCA860-93FC-4952-4D43-39979C31B4AC}"/>
                    </a:ext>
                  </a:extLst>
                </p:cNvPr>
                <p:cNvSpPr/>
                <p:nvPr/>
              </p:nvSpPr>
              <p:spPr>
                <a:xfrm>
                  <a:off x="4646" y="232181"/>
                  <a:ext cx="523763"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6"/>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4" name="Shape 274">
                  <a:extLst>
                    <a:ext uri="{FF2B5EF4-FFF2-40B4-BE49-F238E27FC236}">
                      <a16:creationId xmlns:a16="http://schemas.microsoft.com/office/drawing/2014/main" id="{62279E2F-6D5A-12FF-FD9E-FD064AB1A3EE}"/>
                    </a:ext>
                  </a:extLst>
                </p:cNvPr>
                <p:cNvSpPr/>
                <p:nvPr/>
              </p:nvSpPr>
              <p:spPr>
                <a:xfrm flipV="1">
                  <a:off x="31738" y="298451"/>
                  <a:ext cx="340144"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5" name="Shape 275">
                  <a:extLst>
                    <a:ext uri="{FF2B5EF4-FFF2-40B4-BE49-F238E27FC236}">
                      <a16:creationId xmlns:a16="http://schemas.microsoft.com/office/drawing/2014/main" id="{A9EC9466-B50A-69AD-EC61-62153F02F853}"/>
                    </a:ext>
                  </a:extLst>
                </p:cNvPr>
                <p:cNvSpPr/>
                <p:nvPr/>
              </p:nvSpPr>
              <p:spPr>
                <a:xfrm flipV="1">
                  <a:off x="260508"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6" name="Shape 276">
                  <a:extLst>
                    <a:ext uri="{FF2B5EF4-FFF2-40B4-BE49-F238E27FC236}">
                      <a16:creationId xmlns:a16="http://schemas.microsoft.com/office/drawing/2014/main" id="{BBBEB2BB-9541-29FE-086F-6E27087E8081}"/>
                    </a:ext>
                  </a:extLst>
                </p:cNvPr>
                <p:cNvSpPr/>
                <p:nvPr/>
              </p:nvSpPr>
              <p:spPr>
                <a:xfrm flipV="1">
                  <a:off x="25717" y="289413"/>
                  <a:ext cx="33713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7" name="Shape 277">
                  <a:extLst>
                    <a:ext uri="{FF2B5EF4-FFF2-40B4-BE49-F238E27FC236}">
                      <a16:creationId xmlns:a16="http://schemas.microsoft.com/office/drawing/2014/main" id="{43683FF3-8E84-FF5C-0DF9-D0B5BFD379AC}"/>
                    </a:ext>
                  </a:extLst>
                </p:cNvPr>
                <p:cNvSpPr/>
                <p:nvPr/>
              </p:nvSpPr>
              <p:spPr>
                <a:xfrm flipV="1">
                  <a:off x="245456" y="334598"/>
                  <a:ext cx="153518"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278" name="Shape 278">
                  <a:extLst>
                    <a:ext uri="{FF2B5EF4-FFF2-40B4-BE49-F238E27FC236}">
                      <a16:creationId xmlns:a16="http://schemas.microsoft.com/office/drawing/2014/main" id="{179F1F70-31BB-6B4F-51BB-C71021B317D5}"/>
                    </a:ext>
                  </a:extLst>
                </p:cNvPr>
                <p:cNvSpPr/>
                <p:nvPr/>
              </p:nvSpPr>
              <p:spPr>
                <a:xfrm>
                  <a:off x="320711" y="237"/>
                  <a:ext cx="388306" cy="388581"/>
                </a:xfrm>
                <a:prstGeom prst="ellipse">
                  <a:avLst/>
                </a:prstGeom>
                <a:solidFill>
                  <a:schemeClr val="accent6"/>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279" name="Shape 279">
                  <a:extLst>
                    <a:ext uri="{FF2B5EF4-FFF2-40B4-BE49-F238E27FC236}">
                      <a16:creationId xmlns:a16="http://schemas.microsoft.com/office/drawing/2014/main" id="{DBAF87EC-576F-6297-C04F-2A4A96E61A45}"/>
                    </a:ext>
                  </a:extLst>
                </p:cNvPr>
                <p:cNvSpPr/>
                <p:nvPr/>
              </p:nvSpPr>
              <p:spPr>
                <a:xfrm>
                  <a:off x="522389"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sp>
          <p:nvSpPr>
            <p:cNvPr id="112" name="Shape 271">
              <a:extLst>
                <a:ext uri="{FF2B5EF4-FFF2-40B4-BE49-F238E27FC236}">
                  <a16:creationId xmlns:a16="http://schemas.microsoft.com/office/drawing/2014/main" id="{3C833404-4C65-A753-277C-9F6BD748435D}"/>
                </a:ext>
              </a:extLst>
            </p:cNvPr>
            <p:cNvSpPr/>
            <p:nvPr/>
          </p:nvSpPr>
          <p:spPr>
            <a:xfrm>
              <a:off x="4473569" y="4188786"/>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8144" name="Group 262">
            <a:extLst>
              <a:ext uri="{FF2B5EF4-FFF2-40B4-BE49-F238E27FC236}">
                <a16:creationId xmlns:a16="http://schemas.microsoft.com/office/drawing/2014/main" id="{40D5D26E-EDE2-FB7D-BA3A-96017D5806F1}"/>
              </a:ext>
            </a:extLst>
          </p:cNvPr>
          <p:cNvGrpSpPr>
            <a:grpSpLocks/>
          </p:cNvGrpSpPr>
          <p:nvPr/>
        </p:nvGrpSpPr>
        <p:grpSpPr bwMode="auto">
          <a:xfrm>
            <a:off x="8589964" y="2463800"/>
            <a:ext cx="327025" cy="304800"/>
            <a:chOff x="0" y="0"/>
            <a:chExt cx="620592" cy="577619"/>
          </a:xfrm>
        </p:grpSpPr>
        <p:sp>
          <p:nvSpPr>
            <p:cNvPr id="99" name="Shape 255">
              <a:extLst>
                <a:ext uri="{FF2B5EF4-FFF2-40B4-BE49-F238E27FC236}">
                  <a16:creationId xmlns:a16="http://schemas.microsoft.com/office/drawing/2014/main" id="{40E32BDA-7722-8F35-0167-55665AAEBC2A}"/>
                </a:ext>
              </a:extLst>
            </p:cNvPr>
            <p:cNvSpPr/>
            <p:nvPr/>
          </p:nvSpPr>
          <p:spPr>
            <a:xfrm>
              <a:off x="0" y="204573"/>
              <a:ext cx="463938"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0" name="Shape 256">
              <a:extLst>
                <a:ext uri="{FF2B5EF4-FFF2-40B4-BE49-F238E27FC236}">
                  <a16:creationId xmlns:a16="http://schemas.microsoft.com/office/drawing/2014/main" id="{DA41CFA9-6AB1-FF84-0862-2F1656DF8BE4}"/>
                </a:ext>
              </a:extLst>
            </p:cNvPr>
            <p:cNvSpPr/>
            <p:nvPr/>
          </p:nvSpPr>
          <p:spPr>
            <a:xfrm flipV="1">
              <a:off x="21087" y="261735"/>
              <a:ext cx="304272"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1" name="Shape 257">
              <a:extLst>
                <a:ext uri="{FF2B5EF4-FFF2-40B4-BE49-F238E27FC236}">
                  <a16:creationId xmlns:a16="http://schemas.microsoft.com/office/drawing/2014/main" id="{9F637717-0D2A-0FD0-4966-A3C89F6E030A}"/>
                </a:ext>
              </a:extLst>
            </p:cNvPr>
            <p:cNvSpPr/>
            <p:nvPr/>
          </p:nvSpPr>
          <p:spPr>
            <a:xfrm flipV="1">
              <a:off x="228956" y="291819"/>
              <a:ext cx="135565"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2" name="Shape 258">
              <a:extLst>
                <a:ext uri="{FF2B5EF4-FFF2-40B4-BE49-F238E27FC236}">
                  <a16:creationId xmlns:a16="http://schemas.microsoft.com/office/drawing/2014/main" id="{951336C9-F43A-517F-E347-4BD2F06A45E2}"/>
                </a:ext>
              </a:extLst>
            </p:cNvPr>
            <p:cNvSpPr/>
            <p:nvPr/>
          </p:nvSpPr>
          <p:spPr>
            <a:xfrm flipV="1">
              <a:off x="21087" y="252708"/>
              <a:ext cx="295233" cy="297836"/>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3" name="Shape 259">
              <a:extLst>
                <a:ext uri="{FF2B5EF4-FFF2-40B4-BE49-F238E27FC236}">
                  <a16:creationId xmlns:a16="http://schemas.microsoft.com/office/drawing/2014/main" id="{ABC294B9-0A5A-888F-D362-0BCF0EA56F06}"/>
                </a:ext>
              </a:extLst>
            </p:cNvPr>
            <p:cNvSpPr/>
            <p:nvPr/>
          </p:nvSpPr>
          <p:spPr>
            <a:xfrm flipV="1">
              <a:off x="213892" y="294826"/>
              <a:ext cx="135567" cy="132371"/>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4" name="Shape 260">
              <a:extLst>
                <a:ext uri="{FF2B5EF4-FFF2-40B4-BE49-F238E27FC236}">
                  <a16:creationId xmlns:a16="http://schemas.microsoft.com/office/drawing/2014/main" id="{3405739F-9FBD-BEB9-239D-BA2462A347C9}"/>
                </a:ext>
              </a:extLst>
            </p:cNvPr>
            <p:cNvSpPr/>
            <p:nvPr/>
          </p:nvSpPr>
          <p:spPr>
            <a:xfrm>
              <a:off x="280169" y="0"/>
              <a:ext cx="340423" cy="339954"/>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05" name="Shape 261">
              <a:extLst>
                <a:ext uri="{FF2B5EF4-FFF2-40B4-BE49-F238E27FC236}">
                  <a16:creationId xmlns:a16="http://schemas.microsoft.com/office/drawing/2014/main" id="{FAE43DD5-E0C4-3996-CF9B-085C44C54473}"/>
                </a:ext>
              </a:extLst>
            </p:cNvPr>
            <p:cNvSpPr/>
            <p:nvPr/>
          </p:nvSpPr>
          <p:spPr>
            <a:xfrm>
              <a:off x="457913" y="51144"/>
              <a:ext cx="108453" cy="108304"/>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2" name="TextBox 1">
            <a:extLst>
              <a:ext uri="{FF2B5EF4-FFF2-40B4-BE49-F238E27FC236}">
                <a16:creationId xmlns:a16="http://schemas.microsoft.com/office/drawing/2014/main" id="{BBEEC8C2-4AC9-6215-1BB1-6103EADCF31F}"/>
              </a:ext>
            </a:extLst>
          </p:cNvPr>
          <p:cNvSpPr txBox="1"/>
          <p:nvPr/>
        </p:nvSpPr>
        <p:spPr>
          <a:xfrm>
            <a:off x="8820759" y="2569348"/>
            <a:ext cx="586299"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public</a:t>
            </a:r>
          </a:p>
        </p:txBody>
      </p:sp>
      <p:grpSp>
        <p:nvGrpSpPr>
          <p:cNvPr id="48146" name="Group 206">
            <a:extLst>
              <a:ext uri="{FF2B5EF4-FFF2-40B4-BE49-F238E27FC236}">
                <a16:creationId xmlns:a16="http://schemas.microsoft.com/office/drawing/2014/main" id="{F0AE0F36-982F-3DD7-276E-F763700A6B4F}"/>
              </a:ext>
            </a:extLst>
          </p:cNvPr>
          <p:cNvGrpSpPr>
            <a:grpSpLocks/>
          </p:cNvGrpSpPr>
          <p:nvPr/>
        </p:nvGrpSpPr>
        <p:grpSpPr bwMode="auto">
          <a:xfrm>
            <a:off x="8593139" y="2895601"/>
            <a:ext cx="331787" cy="307975"/>
            <a:chOff x="0" y="0"/>
            <a:chExt cx="627662" cy="584200"/>
          </a:xfrm>
        </p:grpSpPr>
        <p:sp>
          <p:nvSpPr>
            <p:cNvPr id="108" name="Shape 199">
              <a:extLst>
                <a:ext uri="{FF2B5EF4-FFF2-40B4-BE49-F238E27FC236}">
                  <a16:creationId xmlns:a16="http://schemas.microsoft.com/office/drawing/2014/main" id="{550510C6-C1B0-FE90-017B-856667132916}"/>
                </a:ext>
              </a:extLst>
            </p:cNvPr>
            <p:cNvSpPr/>
            <p:nvPr/>
          </p:nvSpPr>
          <p:spPr>
            <a:xfrm>
              <a:off x="0" y="207783"/>
              <a:ext cx="468495" cy="376417"/>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9" name="Shape 200">
              <a:extLst>
                <a:ext uri="{FF2B5EF4-FFF2-40B4-BE49-F238E27FC236}">
                  <a16:creationId xmlns:a16="http://schemas.microsoft.com/office/drawing/2014/main" id="{66004790-BB20-6DB2-3CBC-180EE8181103}"/>
                </a:ext>
              </a:extLst>
            </p:cNvPr>
            <p:cNvSpPr/>
            <p:nvPr/>
          </p:nvSpPr>
          <p:spPr>
            <a:xfrm flipV="1">
              <a:off x="24025" y="264998"/>
              <a:ext cx="303319" cy="307157"/>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0" name="Shape 201">
              <a:extLst>
                <a:ext uri="{FF2B5EF4-FFF2-40B4-BE49-F238E27FC236}">
                  <a16:creationId xmlns:a16="http://schemas.microsoft.com/office/drawing/2014/main" id="{E4F09B4F-7A8C-BB7F-D8C5-5EC8F4E5AB2E}"/>
                </a:ext>
              </a:extLst>
            </p:cNvPr>
            <p:cNvSpPr/>
            <p:nvPr/>
          </p:nvSpPr>
          <p:spPr>
            <a:xfrm flipV="1">
              <a:off x="231243" y="295111"/>
              <a:ext cx="138146" cy="141534"/>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1" name="Shape 202">
              <a:extLst>
                <a:ext uri="{FF2B5EF4-FFF2-40B4-BE49-F238E27FC236}">
                  <a16:creationId xmlns:a16="http://schemas.microsoft.com/office/drawing/2014/main" id="{8B106D7D-A4C6-28B8-CECF-21C33F0F1AFF}"/>
                </a:ext>
              </a:extLst>
            </p:cNvPr>
            <p:cNvSpPr/>
            <p:nvPr/>
          </p:nvSpPr>
          <p:spPr>
            <a:xfrm flipV="1">
              <a:off x="21021" y="255965"/>
              <a:ext cx="300317" cy="3011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3" name="Shape 203">
              <a:extLst>
                <a:ext uri="{FF2B5EF4-FFF2-40B4-BE49-F238E27FC236}">
                  <a16:creationId xmlns:a16="http://schemas.microsoft.com/office/drawing/2014/main" id="{59FE4691-4405-7BDB-494A-458358F4855A}"/>
                </a:ext>
              </a:extLst>
            </p:cNvPr>
            <p:cNvSpPr/>
            <p:nvPr/>
          </p:nvSpPr>
          <p:spPr>
            <a:xfrm flipV="1">
              <a:off x="216228" y="298124"/>
              <a:ext cx="138146" cy="13550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4" name="Shape 204">
              <a:extLst>
                <a:ext uri="{FF2B5EF4-FFF2-40B4-BE49-F238E27FC236}">
                  <a16:creationId xmlns:a16="http://schemas.microsoft.com/office/drawing/2014/main" id="{0508157C-6ECE-FC3D-A162-7D3939EF8C21}"/>
                </a:ext>
              </a:extLst>
            </p:cNvPr>
            <p:cNvSpPr/>
            <p:nvPr/>
          </p:nvSpPr>
          <p:spPr>
            <a:xfrm>
              <a:off x="282298" y="0"/>
              <a:ext cx="345364" cy="343293"/>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15" name="Shape 205">
              <a:extLst>
                <a:ext uri="{FF2B5EF4-FFF2-40B4-BE49-F238E27FC236}">
                  <a16:creationId xmlns:a16="http://schemas.microsoft.com/office/drawing/2014/main" id="{5498DE4A-5E43-5862-21CE-4DD8DCBED58E}"/>
                </a:ext>
              </a:extLst>
            </p:cNvPr>
            <p:cNvSpPr/>
            <p:nvPr/>
          </p:nvSpPr>
          <p:spPr>
            <a:xfrm>
              <a:off x="462488" y="51194"/>
              <a:ext cx="111116" cy="11141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116" name="TextBox 115">
            <a:extLst>
              <a:ext uri="{FF2B5EF4-FFF2-40B4-BE49-F238E27FC236}">
                <a16:creationId xmlns:a16="http://schemas.microsoft.com/office/drawing/2014/main" id="{745D9EDD-4B9E-EC9F-1FAF-49FD4B9CB713}"/>
              </a:ext>
            </a:extLst>
          </p:cNvPr>
          <p:cNvSpPr txBox="1"/>
          <p:nvPr/>
        </p:nvSpPr>
        <p:spPr>
          <a:xfrm>
            <a:off x="8822576" y="3006789"/>
            <a:ext cx="674464"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private</a:t>
            </a:r>
          </a:p>
        </p:txBody>
      </p:sp>
    </p:spTree>
  </p:cSld>
  <p:clrMapOvr>
    <a:masterClrMapping/>
  </p:clrMapOvr>
  <p:transition spd="slow"/>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9" presetClass="exit" fill="hold" nodeType="clickEffect">
                                  <p:stCondLst>
                                    <p:cond delay="0"/>
                                  </p:stCondLst>
                                  <p:iterate>
                                    <p:tmAbs val="0"/>
                                  </p:iterate>
                                  <p:childTnLst>
                                    <p:animEffect transition="out" filter="dissolve">
                                      <p:cBhvr>
                                        <p:cTn id="6" dur="400" fill="hold"/>
                                        <p:tgtEl>
                                          <p:spTgt spid="263"/>
                                        </p:tgtEl>
                                      </p:cBhvr>
                                    </p:animEffect>
                                    <p:set>
                                      <p:cBhvr>
                                        <p:cTn id="7" fill="hold">
                                          <p:stCondLst>
                                            <p:cond delay="399"/>
                                          </p:stCondLst>
                                        </p:cTn>
                                        <p:tgtEl>
                                          <p:spTgt spid="263"/>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path" presetSubtype="0" accel="50000" decel="50000" fill="hold" nodeType="clickEffect">
                                  <p:stCondLst>
                                    <p:cond delay="0"/>
                                  </p:stCondLst>
                                  <p:childTnLst>
                                    <p:animMotion origin="layout" path="M 0.000000 0.000000 L -0.256167 0.000101" pathEditMode="relative">
                                      <p:cBhvr>
                                        <p:cTn id="11" dur="500" fill="hold"/>
                                        <p:tgtEl>
                                          <p:spTgt spid="2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Shape 442">
            <a:extLst>
              <a:ext uri="{FF2B5EF4-FFF2-40B4-BE49-F238E27FC236}">
                <a16:creationId xmlns:a16="http://schemas.microsoft.com/office/drawing/2014/main" id="{1DD055A7-C8F2-89BC-B95E-AC5C9945B942}"/>
              </a:ext>
            </a:extLst>
          </p:cNvPr>
          <p:cNvSpPr>
            <a:spLocks noGrp="1"/>
          </p:cNvSpPr>
          <p:nvPr>
            <p:ph type="title"/>
          </p:nvPr>
        </p:nvSpPr>
        <p:spPr/>
        <p:txBody>
          <a:bodyPr/>
          <a:lstStyle/>
          <a:p>
            <a:pPr defTabSz="308085">
              <a:spcBef>
                <a:spcPts val="0"/>
              </a:spcBef>
              <a:defRPr/>
            </a:pPr>
            <a:r>
              <a:rPr lang="en-US" sz="2953" dirty="0"/>
              <a:t>Authentication</a:t>
            </a:r>
            <a:endParaRPr sz="2953" dirty="0"/>
          </a:p>
        </p:txBody>
      </p:sp>
      <p:sp>
        <p:nvSpPr>
          <p:cNvPr id="443" name="Shape 443">
            <a:extLst>
              <a:ext uri="{FF2B5EF4-FFF2-40B4-BE49-F238E27FC236}">
                <a16:creationId xmlns:a16="http://schemas.microsoft.com/office/drawing/2014/main" id="{EF9CC898-FD14-E6C0-1CDB-3F0D083713D4}"/>
              </a:ext>
            </a:extLst>
          </p:cNvPr>
          <p:cNvSpPr/>
          <p:nvPr/>
        </p:nvSpPr>
        <p:spPr>
          <a:xfrm>
            <a:off x="5510213" y="2820988"/>
            <a:ext cx="1249362" cy="0"/>
          </a:xfrm>
          <a:prstGeom prst="line">
            <a:avLst/>
          </a:prstGeom>
          <a:ln w="50800">
            <a:solidFill>
              <a:srgbClr val="FFFFFF"/>
            </a:solidFill>
            <a:miter lim="400000"/>
            <a:headEnd type="triangle"/>
            <a:tailEnd type="triangle"/>
          </a:ln>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grpSp>
        <p:nvGrpSpPr>
          <p:cNvPr id="446" name="Group 446">
            <a:extLst>
              <a:ext uri="{FF2B5EF4-FFF2-40B4-BE49-F238E27FC236}">
                <a16:creationId xmlns:a16="http://schemas.microsoft.com/office/drawing/2014/main" id="{0F743652-B14E-D171-3AE4-CC6C54DA44A3}"/>
              </a:ext>
            </a:extLst>
          </p:cNvPr>
          <p:cNvGrpSpPr/>
          <p:nvPr/>
        </p:nvGrpSpPr>
        <p:grpSpPr>
          <a:xfrm>
            <a:off x="3638175" y="2435290"/>
            <a:ext cx="1572600" cy="1048821"/>
            <a:chOff x="0" y="0"/>
            <a:chExt cx="2982115" cy="1988874"/>
          </a:xfrm>
          <a:noFill/>
        </p:grpSpPr>
        <p:sp>
          <p:nvSpPr>
            <p:cNvPr id="444" name="Shape 444">
              <a:extLst>
                <a:ext uri="{FF2B5EF4-FFF2-40B4-BE49-F238E27FC236}">
                  <a16:creationId xmlns:a16="http://schemas.microsoft.com/office/drawing/2014/main" id="{C940A446-D283-0B45-A33E-B7993057CFBB}"/>
                </a:ext>
              </a:extLst>
            </p:cNvPr>
            <p:cNvSpPr/>
            <p:nvPr/>
          </p:nvSpPr>
          <p:spPr>
            <a:xfrm>
              <a:off x="307987" y="252077"/>
              <a:ext cx="2674129" cy="1736798"/>
            </a:xfrm>
            <a:prstGeom prst="roundRect">
              <a:avLst>
                <a:gd name="adj" fmla="val 10968"/>
              </a:avLst>
            </a:prstGeom>
            <a:grp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dirty="0">
                  <a:latin typeface="Gill Sans"/>
                  <a:sym typeface="Gill Sans"/>
                </a:rPr>
                <a:t>Browser</a:t>
              </a:r>
            </a:p>
          </p:txBody>
        </p:sp>
        <p:pic>
          <p:nvPicPr>
            <p:cNvPr id="445" name="Chrome-logo.png">
              <a:extLst>
                <a:ext uri="{FF2B5EF4-FFF2-40B4-BE49-F238E27FC236}">
                  <a16:creationId xmlns:a16="http://schemas.microsoft.com/office/drawing/2014/main" id="{4DF65358-4DF6-0CF9-BFCC-CF76481AC4A6}"/>
                </a:ext>
              </a:extLst>
            </p:cNvPr>
            <p:cNvPicPr>
              <a:picLocks noChangeAspect="1"/>
            </p:cNvPicPr>
            <p:nvPr/>
          </p:nvPicPr>
          <p:blipFill>
            <a:blip r:embed="rId2"/>
            <a:stretch>
              <a:fillRect/>
            </a:stretch>
          </p:blipFill>
          <p:spPr>
            <a:xfrm>
              <a:off x="0" y="0"/>
              <a:ext cx="685800" cy="685800"/>
            </a:xfrm>
            <a:prstGeom prst="rect">
              <a:avLst/>
            </a:prstGeom>
            <a:grpFill/>
            <a:ln w="12700" cap="flat">
              <a:noFill/>
              <a:miter lim="400000"/>
            </a:ln>
            <a:effectLst/>
          </p:spPr>
        </p:pic>
      </p:grpSp>
      <p:grpSp>
        <p:nvGrpSpPr>
          <p:cNvPr id="49157" name="Group 449">
            <a:extLst>
              <a:ext uri="{FF2B5EF4-FFF2-40B4-BE49-F238E27FC236}">
                <a16:creationId xmlns:a16="http://schemas.microsoft.com/office/drawing/2014/main" id="{FD871A27-0D53-3A6C-6658-19ECCC3A0C2A}"/>
              </a:ext>
            </a:extLst>
          </p:cNvPr>
          <p:cNvGrpSpPr>
            <a:grpSpLocks/>
          </p:cNvGrpSpPr>
          <p:nvPr/>
        </p:nvGrpSpPr>
        <p:grpSpPr bwMode="auto">
          <a:xfrm>
            <a:off x="5043488" y="4297363"/>
            <a:ext cx="2087562" cy="1046162"/>
            <a:chOff x="0" y="0"/>
            <a:chExt cx="3959813" cy="1984872"/>
          </a:xfrm>
        </p:grpSpPr>
        <p:sp>
          <p:nvSpPr>
            <p:cNvPr id="447" name="Shape 447">
              <a:extLst>
                <a:ext uri="{FF2B5EF4-FFF2-40B4-BE49-F238E27FC236}">
                  <a16:creationId xmlns:a16="http://schemas.microsoft.com/office/drawing/2014/main" id="{FC29020A-5F0C-CBF9-28B6-5EC5FBDBDFDC}"/>
                </a:ext>
              </a:extLst>
            </p:cNvPr>
            <p:cNvSpPr/>
            <p:nvPr/>
          </p:nvSpPr>
          <p:spPr>
            <a:xfrm>
              <a:off x="310159" y="246980"/>
              <a:ext cx="3649654" cy="1737892"/>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Certificate Authority</a:t>
              </a:r>
            </a:p>
          </p:txBody>
        </p:sp>
        <p:pic>
          <p:nvPicPr>
            <p:cNvPr id="49241" name="250px-VRSNlogoAug2012.png">
              <a:extLst>
                <a:ext uri="{FF2B5EF4-FFF2-40B4-BE49-F238E27FC236}">
                  <a16:creationId xmlns:a16="http://schemas.microsoft.com/office/drawing/2014/main" id="{3D3FC0C3-5B8B-3588-1AE6-7EF864BAA2A4}"/>
                </a:ext>
              </a:extLst>
            </p:cNvPr>
            <p:cNvPicPr>
              <a:picLocks noChangeAspect="1"/>
            </p:cNvPicPr>
            <p:nvPr/>
          </p:nvPicPr>
          <p:blipFill>
            <a:blip r:embed="rId3">
              <a:extLst>
                <a:ext uri="{28A0092B-C50C-407E-A947-70E740481C1C}">
                  <a14:useLocalDpi xmlns:a14="http://schemas.microsoft.com/office/drawing/2010/main" val="0"/>
                </a:ext>
              </a:extLst>
            </a:blip>
            <a:srcRect l="18182" t="9604" r="18182" b="29836"/>
            <a:stretch>
              <a:fillRect/>
            </a:stretch>
          </p:blipFill>
          <p:spPr bwMode="auto">
            <a:xfrm>
              <a:off x="0" y="0"/>
              <a:ext cx="720731" cy="685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49158" name="Group 489">
            <a:extLst>
              <a:ext uri="{FF2B5EF4-FFF2-40B4-BE49-F238E27FC236}">
                <a16:creationId xmlns:a16="http://schemas.microsoft.com/office/drawing/2014/main" id="{F7A83F27-C586-6492-C26B-2FC38387CB68}"/>
              </a:ext>
            </a:extLst>
          </p:cNvPr>
          <p:cNvGrpSpPr>
            <a:grpSpLocks/>
          </p:cNvGrpSpPr>
          <p:nvPr/>
        </p:nvGrpSpPr>
        <p:grpSpPr bwMode="auto">
          <a:xfrm>
            <a:off x="6623051" y="2433639"/>
            <a:ext cx="1846263" cy="1050925"/>
            <a:chOff x="0" y="0"/>
            <a:chExt cx="3500281" cy="1991851"/>
          </a:xfrm>
        </p:grpSpPr>
        <p:sp>
          <p:nvSpPr>
            <p:cNvPr id="450" name="Shape 450">
              <a:extLst>
                <a:ext uri="{FF2B5EF4-FFF2-40B4-BE49-F238E27FC236}">
                  <a16:creationId xmlns:a16="http://schemas.microsoft.com/office/drawing/2014/main" id="{1926AC7B-EDD3-ACA7-4D40-7B6DF8DCBAA7}"/>
                </a:ext>
              </a:extLst>
            </p:cNvPr>
            <p:cNvSpPr/>
            <p:nvPr/>
          </p:nvSpPr>
          <p:spPr>
            <a:xfrm>
              <a:off x="827668" y="255750"/>
              <a:ext cx="2672613" cy="1736101"/>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Website</a:t>
              </a:r>
            </a:p>
          </p:txBody>
        </p:sp>
        <p:grpSp>
          <p:nvGrpSpPr>
            <p:cNvPr id="49212" name="Group 458">
              <a:extLst>
                <a:ext uri="{FF2B5EF4-FFF2-40B4-BE49-F238E27FC236}">
                  <a16:creationId xmlns:a16="http://schemas.microsoft.com/office/drawing/2014/main" id="{0623AF63-02FD-A512-C266-B10A8F3E0112}"/>
                </a:ext>
              </a:extLst>
            </p:cNvPr>
            <p:cNvGrpSpPr>
              <a:grpSpLocks/>
            </p:cNvGrpSpPr>
            <p:nvPr/>
          </p:nvGrpSpPr>
          <p:grpSpPr bwMode="auto">
            <a:xfrm>
              <a:off x="960029" y="1010340"/>
              <a:ext cx="620594" cy="577620"/>
              <a:chOff x="0" y="0"/>
              <a:chExt cx="620592" cy="577619"/>
            </a:xfrm>
          </p:grpSpPr>
          <p:sp>
            <p:nvSpPr>
              <p:cNvPr id="451" name="Shape 451">
                <a:extLst>
                  <a:ext uri="{FF2B5EF4-FFF2-40B4-BE49-F238E27FC236}">
                    <a16:creationId xmlns:a16="http://schemas.microsoft.com/office/drawing/2014/main" id="{F2FC74BB-4276-597C-CC46-10506C3997D2}"/>
                  </a:ext>
                </a:extLst>
              </p:cNvPr>
              <p:cNvSpPr/>
              <p:nvPr/>
            </p:nvSpPr>
            <p:spPr>
              <a:xfrm>
                <a:off x="66" y="205230"/>
                <a:ext cx="460482" cy="37309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52" name="Shape 452">
                <a:extLst>
                  <a:ext uri="{FF2B5EF4-FFF2-40B4-BE49-F238E27FC236}">
                    <a16:creationId xmlns:a16="http://schemas.microsoft.com/office/drawing/2014/main" id="{6A883B36-0C45-4477-4E65-BA3000518361}"/>
                  </a:ext>
                </a:extLst>
              </p:cNvPr>
              <p:cNvSpPr/>
              <p:nvPr/>
            </p:nvSpPr>
            <p:spPr>
              <a:xfrm flipV="1">
                <a:off x="24144" y="262397"/>
                <a:ext cx="300969" cy="300884"/>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53" name="Shape 453">
                <a:extLst>
                  <a:ext uri="{FF2B5EF4-FFF2-40B4-BE49-F238E27FC236}">
                    <a16:creationId xmlns:a16="http://schemas.microsoft.com/office/drawing/2014/main" id="{B8915441-17C4-9671-6DDE-A352F702BC82}"/>
                  </a:ext>
                </a:extLst>
              </p:cNvPr>
              <p:cNvSpPr/>
              <p:nvPr/>
            </p:nvSpPr>
            <p:spPr>
              <a:xfrm flipV="1">
                <a:off x="225792" y="292485"/>
                <a:ext cx="138446" cy="138407"/>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54" name="Shape 454">
                <a:extLst>
                  <a:ext uri="{FF2B5EF4-FFF2-40B4-BE49-F238E27FC236}">
                    <a16:creationId xmlns:a16="http://schemas.microsoft.com/office/drawing/2014/main" id="{A28CD40A-B904-9D8C-9C8C-73A47C2B700D}"/>
                  </a:ext>
                </a:extLst>
              </p:cNvPr>
              <p:cNvSpPr/>
              <p:nvPr/>
            </p:nvSpPr>
            <p:spPr>
              <a:xfrm flipV="1">
                <a:off x="21133" y="253372"/>
                <a:ext cx="294950" cy="29787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55" name="Shape 455">
                <a:extLst>
                  <a:ext uri="{FF2B5EF4-FFF2-40B4-BE49-F238E27FC236}">
                    <a16:creationId xmlns:a16="http://schemas.microsoft.com/office/drawing/2014/main" id="{EE30658F-BD05-6EE1-1C92-0C588B204789}"/>
                  </a:ext>
                </a:extLst>
              </p:cNvPr>
              <p:cNvSpPr/>
              <p:nvPr/>
            </p:nvSpPr>
            <p:spPr>
              <a:xfrm flipV="1">
                <a:off x="213754" y="295495"/>
                <a:ext cx="135437" cy="13238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56" name="Shape 456">
                <a:extLst>
                  <a:ext uri="{FF2B5EF4-FFF2-40B4-BE49-F238E27FC236}">
                    <a16:creationId xmlns:a16="http://schemas.microsoft.com/office/drawing/2014/main" id="{0E0F47F2-DFA6-BCF7-1CCA-D6603D2B742D}"/>
                  </a:ext>
                </a:extLst>
              </p:cNvPr>
              <p:cNvSpPr/>
              <p:nvPr/>
            </p:nvSpPr>
            <p:spPr>
              <a:xfrm>
                <a:off x="279967" y="629"/>
                <a:ext cx="340096" cy="339998"/>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57" name="Shape 457">
                <a:extLst>
                  <a:ext uri="{FF2B5EF4-FFF2-40B4-BE49-F238E27FC236}">
                    <a16:creationId xmlns:a16="http://schemas.microsoft.com/office/drawing/2014/main" id="{B70178E0-CC0A-347F-971E-0A8FC087C290}"/>
                  </a:ext>
                </a:extLst>
              </p:cNvPr>
              <p:cNvSpPr/>
              <p:nvPr/>
            </p:nvSpPr>
            <p:spPr>
              <a:xfrm>
                <a:off x="457540" y="48771"/>
                <a:ext cx="108349" cy="11132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9213" name="Group 466">
              <a:extLst>
                <a:ext uri="{FF2B5EF4-FFF2-40B4-BE49-F238E27FC236}">
                  <a16:creationId xmlns:a16="http://schemas.microsoft.com/office/drawing/2014/main" id="{79D142E9-5E48-EBA3-EC3F-6A74A6B1C1DC}"/>
                </a:ext>
              </a:extLst>
            </p:cNvPr>
            <p:cNvGrpSpPr>
              <a:grpSpLocks/>
            </p:cNvGrpSpPr>
            <p:nvPr/>
          </p:nvGrpSpPr>
          <p:grpSpPr bwMode="auto">
            <a:xfrm>
              <a:off x="1437782" y="1007050"/>
              <a:ext cx="627664" cy="584201"/>
              <a:chOff x="0" y="0"/>
              <a:chExt cx="627662" cy="584200"/>
            </a:xfrm>
          </p:grpSpPr>
          <p:sp>
            <p:nvSpPr>
              <p:cNvPr id="459" name="Shape 459">
                <a:extLst>
                  <a:ext uri="{FF2B5EF4-FFF2-40B4-BE49-F238E27FC236}">
                    <a16:creationId xmlns:a16="http://schemas.microsoft.com/office/drawing/2014/main" id="{B874A567-F2C3-8CCA-BDCC-06683A93B0F2}"/>
                  </a:ext>
                </a:extLst>
              </p:cNvPr>
              <p:cNvSpPr/>
              <p:nvPr/>
            </p:nvSpPr>
            <p:spPr>
              <a:xfrm>
                <a:off x="855" y="205510"/>
                <a:ext cx="466502" cy="379113"/>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60" name="Shape 460">
                <a:extLst>
                  <a:ext uri="{FF2B5EF4-FFF2-40B4-BE49-F238E27FC236}">
                    <a16:creationId xmlns:a16="http://schemas.microsoft.com/office/drawing/2014/main" id="{5DD19B7A-F4B0-7C65-D758-BFC7EB8FEC48}"/>
                  </a:ext>
                </a:extLst>
              </p:cNvPr>
              <p:cNvSpPr/>
              <p:nvPr/>
            </p:nvSpPr>
            <p:spPr>
              <a:xfrm flipV="1">
                <a:off x="24933" y="265687"/>
                <a:ext cx="303979" cy="303893"/>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61" name="Shape 461">
                <a:extLst>
                  <a:ext uri="{FF2B5EF4-FFF2-40B4-BE49-F238E27FC236}">
                    <a16:creationId xmlns:a16="http://schemas.microsoft.com/office/drawing/2014/main" id="{33044F33-9834-B4B5-FFF4-1BF157725F78}"/>
                  </a:ext>
                </a:extLst>
              </p:cNvPr>
              <p:cNvSpPr/>
              <p:nvPr/>
            </p:nvSpPr>
            <p:spPr>
              <a:xfrm flipV="1">
                <a:off x="229591" y="295775"/>
                <a:ext cx="138446" cy="141416"/>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62" name="Shape 462">
                <a:extLst>
                  <a:ext uri="{FF2B5EF4-FFF2-40B4-BE49-F238E27FC236}">
                    <a16:creationId xmlns:a16="http://schemas.microsoft.com/office/drawing/2014/main" id="{A34C79B2-C1F4-2A86-415E-565CAA1E11D5}"/>
                  </a:ext>
                </a:extLst>
              </p:cNvPr>
              <p:cNvSpPr/>
              <p:nvPr/>
            </p:nvSpPr>
            <p:spPr>
              <a:xfrm flipV="1">
                <a:off x="21924" y="256661"/>
                <a:ext cx="297958" cy="300883"/>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63" name="Shape 463">
                <a:extLst>
                  <a:ext uri="{FF2B5EF4-FFF2-40B4-BE49-F238E27FC236}">
                    <a16:creationId xmlns:a16="http://schemas.microsoft.com/office/drawing/2014/main" id="{2CB43E62-6D0D-63C8-5F9C-BA08DAC4EC20}"/>
                  </a:ext>
                </a:extLst>
              </p:cNvPr>
              <p:cNvSpPr/>
              <p:nvPr/>
            </p:nvSpPr>
            <p:spPr>
              <a:xfrm flipV="1">
                <a:off x="217552" y="298785"/>
                <a:ext cx="135437" cy="135396"/>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64" name="Shape 464">
                <a:extLst>
                  <a:ext uri="{FF2B5EF4-FFF2-40B4-BE49-F238E27FC236}">
                    <a16:creationId xmlns:a16="http://schemas.microsoft.com/office/drawing/2014/main" id="{5A1E95D7-79EA-8C65-89AC-FC783E571627}"/>
                  </a:ext>
                </a:extLst>
              </p:cNvPr>
              <p:cNvSpPr/>
              <p:nvPr/>
            </p:nvSpPr>
            <p:spPr>
              <a:xfrm>
                <a:off x="283765" y="910"/>
                <a:ext cx="343104" cy="343007"/>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65" name="Shape 465">
                <a:extLst>
                  <a:ext uri="{FF2B5EF4-FFF2-40B4-BE49-F238E27FC236}">
                    <a16:creationId xmlns:a16="http://schemas.microsoft.com/office/drawing/2014/main" id="{10155A12-3C24-3DFB-F38C-6753E229FE21}"/>
                  </a:ext>
                </a:extLst>
              </p:cNvPr>
              <p:cNvSpPr/>
              <p:nvPr/>
            </p:nvSpPr>
            <p:spPr>
              <a:xfrm>
                <a:off x="461338" y="52061"/>
                <a:ext cx="111357" cy="11132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9214" name="strategic_bofa500_1.png">
              <a:extLst>
                <a:ext uri="{FF2B5EF4-FFF2-40B4-BE49-F238E27FC236}">
                  <a16:creationId xmlns:a16="http://schemas.microsoft.com/office/drawing/2014/main" id="{741DB72A-4F01-0F47-D664-8D3D002DA97B}"/>
                </a:ext>
              </a:extLst>
            </p:cNvPr>
            <p:cNvPicPr>
              <a:picLocks noChangeAspect="1"/>
            </p:cNvPicPr>
            <p:nvPr/>
          </p:nvPicPr>
          <p:blipFill>
            <a:blip r:embed="rId4">
              <a:extLst>
                <a:ext uri="{28A0092B-C50C-407E-A947-70E740481C1C}">
                  <a14:useLocalDpi xmlns:a14="http://schemas.microsoft.com/office/drawing/2010/main" val="0"/>
                </a:ext>
              </a:extLst>
            </a:blip>
            <a:srcRect l="28418" t="39674" r="28418"/>
            <a:stretch>
              <a:fillRect/>
            </a:stretch>
          </p:blipFill>
          <p:spPr bwMode="auto">
            <a:xfrm>
              <a:off x="0" y="0"/>
              <a:ext cx="1466958" cy="691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49215" name="Group 480">
              <a:extLst>
                <a:ext uri="{FF2B5EF4-FFF2-40B4-BE49-F238E27FC236}">
                  <a16:creationId xmlns:a16="http://schemas.microsoft.com/office/drawing/2014/main" id="{F61E3EEE-301D-D94A-AF7E-25941D313C30}"/>
                </a:ext>
              </a:extLst>
            </p:cNvPr>
            <p:cNvGrpSpPr>
              <a:grpSpLocks/>
            </p:cNvGrpSpPr>
            <p:nvPr/>
          </p:nvGrpSpPr>
          <p:grpSpPr bwMode="auto">
            <a:xfrm>
              <a:off x="2129037" y="858958"/>
              <a:ext cx="1281875" cy="595714"/>
              <a:chOff x="-44000" y="7922"/>
              <a:chExt cx="1281875" cy="595713"/>
            </a:xfrm>
          </p:grpSpPr>
          <p:sp>
            <p:nvSpPr>
              <p:cNvPr id="469" name="Shape 469">
                <a:extLst>
                  <a:ext uri="{FF2B5EF4-FFF2-40B4-BE49-F238E27FC236}">
                    <a16:creationId xmlns:a16="http://schemas.microsoft.com/office/drawing/2014/main" id="{FD229401-2D3F-F311-E187-B51FC289D68E}"/>
                  </a:ext>
                </a:extLst>
              </p:cNvPr>
              <p:cNvSpPr/>
              <p:nvPr/>
            </p:nvSpPr>
            <p:spPr>
              <a:xfrm>
                <a:off x="-45179" y="6482"/>
                <a:ext cx="1282131" cy="442299"/>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dirty="0">
                    <a:solidFill>
                      <a:schemeClr val="tx1"/>
                    </a:solidFill>
                  </a:rPr>
                  <a:t>Certificate</a:t>
                </a:r>
              </a:p>
            </p:txBody>
          </p:sp>
          <p:sp>
            <p:nvSpPr>
              <p:cNvPr id="476" name="Shape 476">
                <a:extLst>
                  <a:ext uri="{FF2B5EF4-FFF2-40B4-BE49-F238E27FC236}">
                    <a16:creationId xmlns:a16="http://schemas.microsoft.com/office/drawing/2014/main" id="{9DDC10D7-FFC5-5E72-6F0C-50C6474533D7}"/>
                  </a:ext>
                </a:extLst>
              </p:cNvPr>
              <p:cNvSpPr/>
              <p:nvPr/>
            </p:nvSpPr>
            <p:spPr>
              <a:xfrm>
                <a:off x="273849" y="551081"/>
                <a:ext cx="54175" cy="5114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9216" name="Group 488">
              <a:extLst>
                <a:ext uri="{FF2B5EF4-FFF2-40B4-BE49-F238E27FC236}">
                  <a16:creationId xmlns:a16="http://schemas.microsoft.com/office/drawing/2014/main" id="{F1449627-99C0-E1D1-0566-0074ED39904B}"/>
                </a:ext>
              </a:extLst>
            </p:cNvPr>
            <p:cNvGrpSpPr>
              <a:grpSpLocks/>
            </p:cNvGrpSpPr>
            <p:nvPr/>
          </p:nvGrpSpPr>
          <p:grpSpPr bwMode="auto">
            <a:xfrm>
              <a:off x="960029" y="1010340"/>
              <a:ext cx="620594" cy="577620"/>
              <a:chOff x="0" y="0"/>
              <a:chExt cx="620592" cy="577619"/>
            </a:xfrm>
          </p:grpSpPr>
          <p:sp>
            <p:nvSpPr>
              <p:cNvPr id="481" name="Shape 481">
                <a:extLst>
                  <a:ext uri="{FF2B5EF4-FFF2-40B4-BE49-F238E27FC236}">
                    <a16:creationId xmlns:a16="http://schemas.microsoft.com/office/drawing/2014/main" id="{08F4C574-6B41-469E-B28C-BB6576D75202}"/>
                  </a:ext>
                </a:extLst>
              </p:cNvPr>
              <p:cNvSpPr/>
              <p:nvPr/>
            </p:nvSpPr>
            <p:spPr>
              <a:xfrm>
                <a:off x="66" y="205230"/>
                <a:ext cx="460482" cy="37309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82" name="Shape 482">
                <a:extLst>
                  <a:ext uri="{FF2B5EF4-FFF2-40B4-BE49-F238E27FC236}">
                    <a16:creationId xmlns:a16="http://schemas.microsoft.com/office/drawing/2014/main" id="{101CF17B-1183-3683-2DF6-A0719C642213}"/>
                  </a:ext>
                </a:extLst>
              </p:cNvPr>
              <p:cNvSpPr/>
              <p:nvPr/>
            </p:nvSpPr>
            <p:spPr>
              <a:xfrm flipV="1">
                <a:off x="24144" y="262397"/>
                <a:ext cx="300969" cy="300884"/>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83" name="Shape 483">
                <a:extLst>
                  <a:ext uri="{FF2B5EF4-FFF2-40B4-BE49-F238E27FC236}">
                    <a16:creationId xmlns:a16="http://schemas.microsoft.com/office/drawing/2014/main" id="{C15294E8-C6B7-E7D5-1A52-3D409AF40481}"/>
                  </a:ext>
                </a:extLst>
              </p:cNvPr>
              <p:cNvSpPr/>
              <p:nvPr/>
            </p:nvSpPr>
            <p:spPr>
              <a:xfrm flipV="1">
                <a:off x="225792" y="292485"/>
                <a:ext cx="138446" cy="138407"/>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84" name="Shape 484">
                <a:extLst>
                  <a:ext uri="{FF2B5EF4-FFF2-40B4-BE49-F238E27FC236}">
                    <a16:creationId xmlns:a16="http://schemas.microsoft.com/office/drawing/2014/main" id="{114FEF4A-C5E1-4E60-D44A-71BCD245913A}"/>
                  </a:ext>
                </a:extLst>
              </p:cNvPr>
              <p:cNvSpPr/>
              <p:nvPr/>
            </p:nvSpPr>
            <p:spPr>
              <a:xfrm flipV="1">
                <a:off x="21133" y="253372"/>
                <a:ext cx="294950" cy="29787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85" name="Shape 485">
                <a:extLst>
                  <a:ext uri="{FF2B5EF4-FFF2-40B4-BE49-F238E27FC236}">
                    <a16:creationId xmlns:a16="http://schemas.microsoft.com/office/drawing/2014/main" id="{664A2C55-A83F-70A5-BD03-DF06E206F0F2}"/>
                  </a:ext>
                </a:extLst>
              </p:cNvPr>
              <p:cNvSpPr/>
              <p:nvPr/>
            </p:nvSpPr>
            <p:spPr>
              <a:xfrm flipV="1">
                <a:off x="213754" y="295495"/>
                <a:ext cx="135437" cy="13238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86" name="Shape 486">
                <a:extLst>
                  <a:ext uri="{FF2B5EF4-FFF2-40B4-BE49-F238E27FC236}">
                    <a16:creationId xmlns:a16="http://schemas.microsoft.com/office/drawing/2014/main" id="{2877BE63-ECD8-930A-14E4-7DF5BFAB9166}"/>
                  </a:ext>
                </a:extLst>
              </p:cNvPr>
              <p:cNvSpPr/>
              <p:nvPr/>
            </p:nvSpPr>
            <p:spPr>
              <a:xfrm>
                <a:off x="279967" y="629"/>
                <a:ext cx="340096" cy="339998"/>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87" name="Shape 487">
                <a:extLst>
                  <a:ext uri="{FF2B5EF4-FFF2-40B4-BE49-F238E27FC236}">
                    <a16:creationId xmlns:a16="http://schemas.microsoft.com/office/drawing/2014/main" id="{8D54D385-4BE8-79A8-F1F8-0FA0E6128B54}"/>
                  </a:ext>
                </a:extLst>
              </p:cNvPr>
              <p:cNvSpPr/>
              <p:nvPr/>
            </p:nvSpPr>
            <p:spPr>
              <a:xfrm>
                <a:off x="457540" y="48771"/>
                <a:ext cx="108349" cy="11132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grpSp>
        <p:nvGrpSpPr>
          <p:cNvPr id="49159" name="Group 520">
            <a:extLst>
              <a:ext uri="{FF2B5EF4-FFF2-40B4-BE49-F238E27FC236}">
                <a16:creationId xmlns:a16="http://schemas.microsoft.com/office/drawing/2014/main" id="{CEB21713-4647-F367-7E90-EBFB267320C3}"/>
              </a:ext>
            </a:extLst>
          </p:cNvPr>
          <p:cNvGrpSpPr>
            <a:grpSpLocks/>
          </p:cNvGrpSpPr>
          <p:nvPr/>
        </p:nvGrpSpPr>
        <p:grpSpPr bwMode="auto">
          <a:xfrm>
            <a:off x="5989639" y="2886076"/>
            <a:ext cx="676275" cy="468313"/>
            <a:chOff x="-43754" y="8154"/>
            <a:chExt cx="1281787" cy="888075"/>
          </a:xfrm>
        </p:grpSpPr>
        <p:sp>
          <p:nvSpPr>
            <p:cNvPr id="508" name="Shape 508">
              <a:extLst>
                <a:ext uri="{FF2B5EF4-FFF2-40B4-BE49-F238E27FC236}">
                  <a16:creationId xmlns:a16="http://schemas.microsoft.com/office/drawing/2014/main" id="{2C901831-7FF9-7F28-8034-A93F6D82C117}"/>
                </a:ext>
              </a:extLst>
            </p:cNvPr>
            <p:cNvSpPr/>
            <p:nvPr/>
          </p:nvSpPr>
          <p:spPr>
            <a:xfrm>
              <a:off x="1378" y="47290"/>
              <a:ext cx="1191520" cy="848939"/>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509" name="Shape 509">
              <a:extLst>
                <a:ext uri="{FF2B5EF4-FFF2-40B4-BE49-F238E27FC236}">
                  <a16:creationId xmlns:a16="http://schemas.microsoft.com/office/drawing/2014/main" id="{5CDEE3FE-E894-74E7-2050-77B923A21546}"/>
                </a:ext>
              </a:extLst>
            </p:cNvPr>
            <p:cNvSpPr/>
            <p:nvPr/>
          </p:nvSpPr>
          <p:spPr>
            <a:xfrm>
              <a:off x="-43754" y="8154"/>
              <a:ext cx="1281787" cy="439521"/>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dirty="0">
                  <a:solidFill>
                    <a:schemeClr val="tx1"/>
                  </a:solidFill>
                </a:rPr>
                <a:t>Certificate</a:t>
              </a:r>
            </a:p>
          </p:txBody>
        </p:sp>
        <p:grpSp>
          <p:nvGrpSpPr>
            <p:cNvPr id="49201" name="Group 517">
              <a:extLst>
                <a:ext uri="{FF2B5EF4-FFF2-40B4-BE49-F238E27FC236}">
                  <a16:creationId xmlns:a16="http://schemas.microsoft.com/office/drawing/2014/main" id="{ECA28250-22B0-E934-F6B0-79BD997FDE30}"/>
                </a:ext>
              </a:extLst>
            </p:cNvPr>
            <p:cNvGrpSpPr>
              <a:grpSpLocks/>
            </p:cNvGrpSpPr>
            <p:nvPr/>
          </p:nvGrpSpPr>
          <p:grpSpPr bwMode="auto">
            <a:xfrm>
              <a:off x="62930" y="528144"/>
              <a:ext cx="290761" cy="270627"/>
              <a:chOff x="0" y="0"/>
              <a:chExt cx="290759" cy="270626"/>
            </a:xfrm>
          </p:grpSpPr>
          <p:sp>
            <p:nvSpPr>
              <p:cNvPr id="510" name="Shape 510">
                <a:extLst>
                  <a:ext uri="{FF2B5EF4-FFF2-40B4-BE49-F238E27FC236}">
                    <a16:creationId xmlns:a16="http://schemas.microsoft.com/office/drawing/2014/main" id="{E9710564-3767-2AFB-C8A6-DAEA6AC3812A}"/>
                  </a:ext>
                </a:extLst>
              </p:cNvPr>
              <p:cNvSpPr/>
              <p:nvPr/>
            </p:nvSpPr>
            <p:spPr>
              <a:xfrm>
                <a:off x="-1374" y="97147"/>
                <a:ext cx="216639" cy="17460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511" name="Shape 511">
                <a:extLst>
                  <a:ext uri="{FF2B5EF4-FFF2-40B4-BE49-F238E27FC236}">
                    <a16:creationId xmlns:a16="http://schemas.microsoft.com/office/drawing/2014/main" id="{682E0564-60C1-827C-DE4C-D328EBAFB136}"/>
                  </a:ext>
                </a:extLst>
              </p:cNvPr>
              <p:cNvSpPr/>
              <p:nvPr/>
            </p:nvSpPr>
            <p:spPr>
              <a:xfrm flipV="1">
                <a:off x="10661" y="124239"/>
                <a:ext cx="141418" cy="141490"/>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512" name="Shape 512">
                <a:extLst>
                  <a:ext uri="{FF2B5EF4-FFF2-40B4-BE49-F238E27FC236}">
                    <a16:creationId xmlns:a16="http://schemas.microsoft.com/office/drawing/2014/main" id="{FB134442-CE00-45A3-5EF8-7AD87110F663}"/>
                  </a:ext>
                </a:extLst>
              </p:cNvPr>
              <p:cNvSpPr/>
              <p:nvPr/>
            </p:nvSpPr>
            <p:spPr>
              <a:xfrm flipV="1">
                <a:off x="106945" y="139292"/>
                <a:ext cx="63187" cy="6321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513" name="Shape 513">
                <a:extLst>
                  <a:ext uri="{FF2B5EF4-FFF2-40B4-BE49-F238E27FC236}">
                    <a16:creationId xmlns:a16="http://schemas.microsoft.com/office/drawing/2014/main" id="{8F93A396-15E7-4B19-D585-1A3E8B5F1E8A}"/>
                  </a:ext>
                </a:extLst>
              </p:cNvPr>
              <p:cNvSpPr/>
              <p:nvPr/>
            </p:nvSpPr>
            <p:spPr>
              <a:xfrm flipV="1">
                <a:off x="7653" y="118219"/>
                <a:ext cx="138408" cy="14149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514" name="Shape 514">
                <a:extLst>
                  <a:ext uri="{FF2B5EF4-FFF2-40B4-BE49-F238E27FC236}">
                    <a16:creationId xmlns:a16="http://schemas.microsoft.com/office/drawing/2014/main" id="{BCE55B5E-2282-EEC1-881D-06B27C8E26CF}"/>
                  </a:ext>
                </a:extLst>
              </p:cNvPr>
              <p:cNvSpPr/>
              <p:nvPr/>
            </p:nvSpPr>
            <p:spPr>
              <a:xfrm flipV="1">
                <a:off x="100928" y="139292"/>
                <a:ext cx="63187" cy="6321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515" name="Shape 515">
                <a:extLst>
                  <a:ext uri="{FF2B5EF4-FFF2-40B4-BE49-F238E27FC236}">
                    <a16:creationId xmlns:a16="http://schemas.microsoft.com/office/drawing/2014/main" id="{FFDBBF27-5010-337D-B713-1369A2BCD002}"/>
                  </a:ext>
                </a:extLst>
              </p:cNvPr>
              <p:cNvSpPr/>
              <p:nvPr/>
            </p:nvSpPr>
            <p:spPr>
              <a:xfrm>
                <a:off x="131016" y="814"/>
                <a:ext cx="159471" cy="159551"/>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516" name="Shape 516">
                <a:extLst>
                  <a:ext uri="{FF2B5EF4-FFF2-40B4-BE49-F238E27FC236}">
                    <a16:creationId xmlns:a16="http://schemas.microsoft.com/office/drawing/2014/main" id="{027FA8B9-E82B-4AB7-F739-99FACF2FBE31}"/>
                  </a:ext>
                </a:extLst>
              </p:cNvPr>
              <p:cNvSpPr/>
              <p:nvPr/>
            </p:nvSpPr>
            <p:spPr>
              <a:xfrm>
                <a:off x="212257" y="24897"/>
                <a:ext cx="54160" cy="51176"/>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9202" name="250px-VRSNlogoAug2012.png">
              <a:extLst>
                <a:ext uri="{FF2B5EF4-FFF2-40B4-BE49-F238E27FC236}">
                  <a16:creationId xmlns:a16="http://schemas.microsoft.com/office/drawing/2014/main" id="{76E750AD-18DE-3EBD-BC80-26614B2CEE3A}"/>
                </a:ext>
              </a:extLst>
            </p:cNvPr>
            <p:cNvPicPr>
              <a:picLocks noChangeAspect="1"/>
            </p:cNvPicPr>
            <p:nvPr/>
          </p:nvPicPr>
          <p:blipFill>
            <a:blip r:embed="rId5">
              <a:extLst>
                <a:ext uri="{28A0092B-C50C-407E-A947-70E740481C1C}">
                  <a14:useLocalDpi xmlns:a14="http://schemas.microsoft.com/office/drawing/2010/main" val="0"/>
                </a:ext>
              </a:extLst>
            </a:blip>
            <a:srcRect r="12952" b="33388"/>
            <a:stretch>
              <a:fillRect/>
            </a:stretch>
          </p:blipFill>
          <p:spPr bwMode="auto">
            <a:xfrm>
              <a:off x="695032" y="4431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9203" name="strategic_bofa500_1.png">
              <a:extLst>
                <a:ext uri="{FF2B5EF4-FFF2-40B4-BE49-F238E27FC236}">
                  <a16:creationId xmlns:a16="http://schemas.microsoft.com/office/drawing/2014/main" id="{C3C11FF2-406E-0291-1833-F01342BC43E9}"/>
                </a:ext>
              </a:extLst>
            </p:cNvPr>
            <p:cNvPicPr>
              <a:picLocks noChangeAspect="1"/>
            </p:cNvPicPr>
            <p:nvPr/>
          </p:nvPicPr>
          <p:blipFill>
            <a:blip r:embed="rId4">
              <a:extLst>
                <a:ext uri="{28A0092B-C50C-407E-A947-70E740481C1C}">
                  <a14:useLocalDpi xmlns:a14="http://schemas.microsoft.com/office/drawing/2010/main" val="0"/>
                </a:ext>
              </a:extLst>
            </a:blip>
            <a:srcRect l="35081" t="39674" r="28418"/>
            <a:stretch>
              <a:fillRect/>
            </a:stretch>
          </p:blipFill>
          <p:spPr bwMode="auto">
            <a:xfrm>
              <a:off x="354447" y="528144"/>
              <a:ext cx="485326" cy="27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
        <p:nvSpPr>
          <p:cNvPr id="49160" name="Shape 529">
            <a:extLst>
              <a:ext uri="{FF2B5EF4-FFF2-40B4-BE49-F238E27FC236}">
                <a16:creationId xmlns:a16="http://schemas.microsoft.com/office/drawing/2014/main" id="{95E62629-6CFA-9A3F-325B-C2C04D2A6EF8}"/>
              </a:ext>
            </a:extLst>
          </p:cNvPr>
          <p:cNvSpPr>
            <a:spLocks noChangeArrowheads="1"/>
          </p:cNvSpPr>
          <p:nvPr/>
        </p:nvSpPr>
        <p:spPr bwMode="auto">
          <a:xfrm>
            <a:off x="6008689" y="2309814"/>
            <a:ext cx="4032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6789" tIns="26789" rIns="26789" bIns="26789" anchor="ctr">
            <a:spAutoFit/>
          </a:bodyPr>
          <a:lstStyle>
            <a:lvl1pPr defTabSz="306388">
              <a:defRPr sz="2400">
                <a:solidFill>
                  <a:schemeClr val="tx1"/>
                </a:solidFill>
                <a:latin typeface="Arial" panose="020B0604020202020204" pitchFamily="34" charset="0"/>
                <a:cs typeface="Arial" panose="020B0604020202020204" pitchFamily="34" charset="0"/>
              </a:defRPr>
            </a:lvl1pPr>
            <a:lvl2pPr marL="742950" indent="-285750" defTabSz="306388">
              <a:defRPr sz="2400">
                <a:solidFill>
                  <a:schemeClr val="tx1"/>
                </a:solidFill>
                <a:latin typeface="Arial" panose="020B0604020202020204" pitchFamily="34" charset="0"/>
                <a:cs typeface="Arial" panose="020B0604020202020204" pitchFamily="34" charset="0"/>
              </a:defRPr>
            </a:lvl2pPr>
            <a:lvl3pPr marL="1143000" indent="-228600" defTabSz="306388">
              <a:defRPr sz="2400">
                <a:solidFill>
                  <a:schemeClr val="tx1"/>
                </a:solidFill>
                <a:latin typeface="Arial" panose="020B0604020202020204" pitchFamily="34" charset="0"/>
                <a:cs typeface="Arial" panose="020B0604020202020204" pitchFamily="34" charset="0"/>
              </a:defRPr>
            </a:lvl3pPr>
            <a:lvl4pPr marL="1600200" indent="-228600" defTabSz="306388">
              <a:defRPr sz="2400">
                <a:solidFill>
                  <a:schemeClr val="tx1"/>
                </a:solidFill>
                <a:latin typeface="Arial" panose="020B0604020202020204" pitchFamily="34" charset="0"/>
                <a:cs typeface="Arial" panose="020B0604020202020204" pitchFamily="34" charset="0"/>
              </a:defRPr>
            </a:lvl4pPr>
            <a:lvl5pPr marL="2057400" indent="-228600" defTabSz="306388">
              <a:defRPr sz="2400">
                <a:solidFill>
                  <a:schemeClr val="tx1"/>
                </a:solidFill>
                <a:latin typeface="Arial" panose="020B0604020202020204" pitchFamily="34" charset="0"/>
                <a:cs typeface="Arial" panose="020B0604020202020204" pitchFamily="34" charset="0"/>
              </a:defRPr>
            </a:lvl5pPr>
            <a:lvl6pPr marL="25146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a:r>
              <a:rPr lang="en-US" altLang="en-US" sz="3600">
                <a:latin typeface="Gill Sans"/>
                <a:sym typeface="Gill Sans"/>
              </a:rPr>
              <a:t>✓</a:t>
            </a:r>
          </a:p>
        </p:txBody>
      </p:sp>
      <p:grpSp>
        <p:nvGrpSpPr>
          <p:cNvPr id="49161" name="Group 89">
            <a:extLst>
              <a:ext uri="{FF2B5EF4-FFF2-40B4-BE49-F238E27FC236}">
                <a16:creationId xmlns:a16="http://schemas.microsoft.com/office/drawing/2014/main" id="{59238D07-65B2-B0E2-65F9-A4F816DBDA23}"/>
              </a:ext>
            </a:extLst>
          </p:cNvPr>
          <p:cNvGrpSpPr>
            <a:grpSpLocks/>
          </p:cNvGrpSpPr>
          <p:nvPr/>
        </p:nvGrpSpPr>
        <p:grpSpPr bwMode="auto">
          <a:xfrm>
            <a:off x="5026025" y="3067051"/>
            <a:ext cx="2006600" cy="2106613"/>
            <a:chOff x="4473569" y="4188786"/>
            <a:chExt cx="3804831" cy="3997280"/>
          </a:xfrm>
        </p:grpSpPr>
        <p:grpSp>
          <p:nvGrpSpPr>
            <p:cNvPr id="49181" name="Group 281">
              <a:extLst>
                <a:ext uri="{FF2B5EF4-FFF2-40B4-BE49-F238E27FC236}">
                  <a16:creationId xmlns:a16="http://schemas.microsoft.com/office/drawing/2014/main" id="{460442E9-86EC-302D-8750-541DF615A4A8}"/>
                </a:ext>
              </a:extLst>
            </p:cNvPr>
            <p:cNvGrpSpPr>
              <a:grpSpLocks/>
            </p:cNvGrpSpPr>
            <p:nvPr/>
          </p:nvGrpSpPr>
          <p:grpSpPr bwMode="auto">
            <a:xfrm>
              <a:off x="7061379" y="7526142"/>
              <a:ext cx="1217021" cy="659924"/>
              <a:chOff x="0" y="0"/>
              <a:chExt cx="1217019" cy="659923"/>
            </a:xfrm>
          </p:grpSpPr>
          <p:grpSp>
            <p:nvGrpSpPr>
              <p:cNvPr id="49183" name="Group 272">
                <a:extLst>
                  <a:ext uri="{FF2B5EF4-FFF2-40B4-BE49-F238E27FC236}">
                    <a16:creationId xmlns:a16="http://schemas.microsoft.com/office/drawing/2014/main" id="{F274A0B6-67EB-0169-70A8-0F7B3BAE3F8A}"/>
                  </a:ext>
                </a:extLst>
              </p:cNvPr>
              <p:cNvGrpSpPr>
                <a:grpSpLocks/>
              </p:cNvGrpSpPr>
              <p:nvPr/>
            </p:nvGrpSpPr>
            <p:grpSpPr bwMode="auto">
              <a:xfrm>
                <a:off x="0" y="0"/>
                <a:ext cx="709020" cy="659924"/>
                <a:chOff x="0" y="0"/>
                <a:chExt cx="709019" cy="659923"/>
              </a:xfrm>
            </p:grpSpPr>
            <p:sp>
              <p:nvSpPr>
                <p:cNvPr id="109" name="Shape 265">
                  <a:extLst>
                    <a:ext uri="{FF2B5EF4-FFF2-40B4-BE49-F238E27FC236}">
                      <a16:creationId xmlns:a16="http://schemas.microsoft.com/office/drawing/2014/main" id="{C123B72B-8462-1F77-3352-86C665F80358}"/>
                    </a:ext>
                  </a:extLst>
                </p:cNvPr>
                <p:cNvSpPr/>
                <p:nvPr/>
              </p:nvSpPr>
              <p:spPr>
                <a:xfrm>
                  <a:off x="920" y="232181"/>
                  <a:ext cx="526776"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333FF"/>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0" name="Shape 266">
                  <a:extLst>
                    <a:ext uri="{FF2B5EF4-FFF2-40B4-BE49-F238E27FC236}">
                      <a16:creationId xmlns:a16="http://schemas.microsoft.com/office/drawing/2014/main" id="{D867FBF3-AD4E-8847-8E45-DA5CC5F060C0}"/>
                    </a:ext>
                  </a:extLst>
                </p:cNvPr>
                <p:cNvSpPr/>
                <p:nvPr/>
              </p:nvSpPr>
              <p:spPr>
                <a:xfrm flipV="1">
                  <a:off x="28012" y="298451"/>
                  <a:ext cx="343156"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1" name="Shape 267">
                  <a:extLst>
                    <a:ext uri="{FF2B5EF4-FFF2-40B4-BE49-F238E27FC236}">
                      <a16:creationId xmlns:a16="http://schemas.microsoft.com/office/drawing/2014/main" id="{DB94BF80-4EFE-65C9-3BB6-40AD14B43B7F}"/>
                    </a:ext>
                  </a:extLst>
                </p:cNvPr>
                <p:cNvSpPr/>
                <p:nvPr/>
              </p:nvSpPr>
              <p:spPr>
                <a:xfrm flipV="1">
                  <a:off x="259792"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2" name="Shape 268">
                  <a:extLst>
                    <a:ext uri="{FF2B5EF4-FFF2-40B4-BE49-F238E27FC236}">
                      <a16:creationId xmlns:a16="http://schemas.microsoft.com/office/drawing/2014/main" id="{74A423AB-4AFA-48E3-010A-E73A3ADCEDC6}"/>
                    </a:ext>
                  </a:extLst>
                </p:cNvPr>
                <p:cNvSpPr/>
                <p:nvPr/>
              </p:nvSpPr>
              <p:spPr>
                <a:xfrm flipV="1">
                  <a:off x="21992" y="289413"/>
                  <a:ext cx="34014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3" name="Shape 269">
                  <a:extLst>
                    <a:ext uri="{FF2B5EF4-FFF2-40B4-BE49-F238E27FC236}">
                      <a16:creationId xmlns:a16="http://schemas.microsoft.com/office/drawing/2014/main" id="{9B945303-AF3B-996F-19C2-C48831E976F6}"/>
                    </a:ext>
                  </a:extLst>
                </p:cNvPr>
                <p:cNvSpPr/>
                <p:nvPr/>
              </p:nvSpPr>
              <p:spPr>
                <a:xfrm flipV="1">
                  <a:off x="244742" y="334598"/>
                  <a:ext cx="153516"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4" name="Shape 270">
                  <a:extLst>
                    <a:ext uri="{FF2B5EF4-FFF2-40B4-BE49-F238E27FC236}">
                      <a16:creationId xmlns:a16="http://schemas.microsoft.com/office/drawing/2014/main" id="{6438746F-D4D5-EB57-8E95-BBB24DA71D2B}"/>
                    </a:ext>
                  </a:extLst>
                </p:cNvPr>
                <p:cNvSpPr/>
                <p:nvPr/>
              </p:nvSpPr>
              <p:spPr>
                <a:xfrm>
                  <a:off x="319995" y="237"/>
                  <a:ext cx="388309" cy="388581"/>
                </a:xfrm>
                <a:prstGeom prst="ellipse">
                  <a:avLst/>
                </a:prstGeom>
                <a:solidFill>
                  <a:srgbClr val="1333FF"/>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15" name="Shape 271">
                  <a:extLst>
                    <a:ext uri="{FF2B5EF4-FFF2-40B4-BE49-F238E27FC236}">
                      <a16:creationId xmlns:a16="http://schemas.microsoft.com/office/drawing/2014/main" id="{E7E0CECF-9AC8-9BD6-847F-67EBEC482AB6}"/>
                    </a:ext>
                  </a:extLst>
                </p:cNvPr>
                <p:cNvSpPr/>
                <p:nvPr/>
              </p:nvSpPr>
              <p:spPr>
                <a:xfrm>
                  <a:off x="521675"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nvGrpSpPr>
              <p:cNvPr id="49184" name="Group 280">
                <a:extLst>
                  <a:ext uri="{FF2B5EF4-FFF2-40B4-BE49-F238E27FC236}">
                    <a16:creationId xmlns:a16="http://schemas.microsoft.com/office/drawing/2014/main" id="{49FA4793-BDC1-C5F5-AAC7-C3F93AB0A71D}"/>
                  </a:ext>
                </a:extLst>
              </p:cNvPr>
              <p:cNvGrpSpPr>
                <a:grpSpLocks/>
              </p:cNvGrpSpPr>
              <p:nvPr/>
            </p:nvGrpSpPr>
            <p:grpSpPr bwMode="auto">
              <a:xfrm>
                <a:off x="507999" y="0"/>
                <a:ext cx="709021" cy="659924"/>
                <a:chOff x="0" y="0"/>
                <a:chExt cx="709019" cy="659923"/>
              </a:xfrm>
            </p:grpSpPr>
            <p:sp>
              <p:nvSpPr>
                <p:cNvPr id="102" name="Shape 273">
                  <a:extLst>
                    <a:ext uri="{FF2B5EF4-FFF2-40B4-BE49-F238E27FC236}">
                      <a16:creationId xmlns:a16="http://schemas.microsoft.com/office/drawing/2014/main" id="{EDD7D792-A6A0-9CEE-1700-9445AB4F1460}"/>
                    </a:ext>
                  </a:extLst>
                </p:cNvPr>
                <p:cNvSpPr/>
                <p:nvPr/>
              </p:nvSpPr>
              <p:spPr>
                <a:xfrm>
                  <a:off x="4646" y="232181"/>
                  <a:ext cx="523763" cy="427740"/>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6"/>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3" name="Shape 274">
                  <a:extLst>
                    <a:ext uri="{FF2B5EF4-FFF2-40B4-BE49-F238E27FC236}">
                      <a16:creationId xmlns:a16="http://schemas.microsoft.com/office/drawing/2014/main" id="{9AABF3B4-70D3-CA26-D7C8-7446A3DBA6F1}"/>
                    </a:ext>
                  </a:extLst>
                </p:cNvPr>
                <p:cNvSpPr/>
                <p:nvPr/>
              </p:nvSpPr>
              <p:spPr>
                <a:xfrm flipV="1">
                  <a:off x="31738" y="298451"/>
                  <a:ext cx="340144" cy="34640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4" name="Shape 275">
                  <a:extLst>
                    <a:ext uri="{FF2B5EF4-FFF2-40B4-BE49-F238E27FC236}">
                      <a16:creationId xmlns:a16="http://schemas.microsoft.com/office/drawing/2014/main" id="{B868879E-7C2D-3032-60E5-49375B150FFD}"/>
                    </a:ext>
                  </a:extLst>
                </p:cNvPr>
                <p:cNvSpPr/>
                <p:nvPr/>
              </p:nvSpPr>
              <p:spPr>
                <a:xfrm flipV="1">
                  <a:off x="260508" y="334598"/>
                  <a:ext cx="156527" cy="156637"/>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5" name="Shape 276">
                  <a:extLst>
                    <a:ext uri="{FF2B5EF4-FFF2-40B4-BE49-F238E27FC236}">
                      <a16:creationId xmlns:a16="http://schemas.microsoft.com/office/drawing/2014/main" id="{D5B796A8-DE87-46EA-759E-3F26D8A37CA9}"/>
                    </a:ext>
                  </a:extLst>
                </p:cNvPr>
                <p:cNvSpPr/>
                <p:nvPr/>
              </p:nvSpPr>
              <p:spPr>
                <a:xfrm flipV="1">
                  <a:off x="25717" y="289413"/>
                  <a:ext cx="337135" cy="340385"/>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6" name="Shape 277">
                  <a:extLst>
                    <a:ext uri="{FF2B5EF4-FFF2-40B4-BE49-F238E27FC236}">
                      <a16:creationId xmlns:a16="http://schemas.microsoft.com/office/drawing/2014/main" id="{D774C844-0161-4D39-F5B6-AAAC39020446}"/>
                    </a:ext>
                  </a:extLst>
                </p:cNvPr>
                <p:cNvSpPr/>
                <p:nvPr/>
              </p:nvSpPr>
              <p:spPr>
                <a:xfrm flipV="1">
                  <a:off x="245456" y="334598"/>
                  <a:ext cx="153518" cy="15362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07" name="Shape 278">
                  <a:extLst>
                    <a:ext uri="{FF2B5EF4-FFF2-40B4-BE49-F238E27FC236}">
                      <a16:creationId xmlns:a16="http://schemas.microsoft.com/office/drawing/2014/main" id="{45EEC391-F582-5F06-43C1-A5F8B6E68E3E}"/>
                    </a:ext>
                  </a:extLst>
                </p:cNvPr>
                <p:cNvSpPr/>
                <p:nvPr/>
              </p:nvSpPr>
              <p:spPr>
                <a:xfrm>
                  <a:off x="320711" y="237"/>
                  <a:ext cx="388306" cy="388581"/>
                </a:xfrm>
                <a:prstGeom prst="ellipse">
                  <a:avLst/>
                </a:prstGeom>
                <a:solidFill>
                  <a:schemeClr val="accent6"/>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08" name="Shape 279">
                  <a:extLst>
                    <a:ext uri="{FF2B5EF4-FFF2-40B4-BE49-F238E27FC236}">
                      <a16:creationId xmlns:a16="http://schemas.microsoft.com/office/drawing/2014/main" id="{333B05B7-EE56-1899-A062-91106FD67461}"/>
                    </a:ext>
                  </a:extLst>
                </p:cNvPr>
                <p:cNvSpPr/>
                <p:nvPr/>
              </p:nvSpPr>
              <p:spPr>
                <a:xfrm>
                  <a:off x="522389" y="57471"/>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grpSp>
        <p:sp>
          <p:nvSpPr>
            <p:cNvPr id="99" name="Shape 271">
              <a:extLst>
                <a:ext uri="{FF2B5EF4-FFF2-40B4-BE49-F238E27FC236}">
                  <a16:creationId xmlns:a16="http://schemas.microsoft.com/office/drawing/2014/main" id="{07945D47-41CF-F6E3-4AF1-345C0CEE90B4}"/>
                </a:ext>
              </a:extLst>
            </p:cNvPr>
            <p:cNvSpPr/>
            <p:nvPr/>
          </p:nvSpPr>
          <p:spPr>
            <a:xfrm>
              <a:off x="4473569" y="4188786"/>
              <a:ext cx="126426" cy="126515"/>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116" name="Shape 332">
            <a:extLst>
              <a:ext uri="{FF2B5EF4-FFF2-40B4-BE49-F238E27FC236}">
                <a16:creationId xmlns:a16="http://schemas.microsoft.com/office/drawing/2014/main" id="{28EE268D-B890-2B13-5994-6F03514F1BAA}"/>
              </a:ext>
            </a:extLst>
          </p:cNvPr>
          <p:cNvSpPr/>
          <p:nvPr/>
        </p:nvSpPr>
        <p:spPr>
          <a:xfrm>
            <a:off x="3013075" y="1560514"/>
            <a:ext cx="6172200" cy="338137"/>
          </a:xfrm>
          <a:prstGeom prst="rect">
            <a:avLst/>
          </a:prstGeom>
          <a:ln w="12700">
            <a:miter lim="400000"/>
          </a:ln>
        </p:spPr>
        <p:txBody>
          <a:bodyPr wrap="none" lIns="26789" tIns="26789" rIns="26789" bIns="26789" anchor="ctr">
            <a:spAutoFit/>
          </a:bodyPr>
          <a:lstStyle>
            <a:lvl1pPr>
              <a:defRPr sz="3500"/>
            </a:lvl1pPr>
          </a:lstStyle>
          <a:p>
            <a:pPr algn="ctr" defTabSz="308085">
              <a:defRPr/>
            </a:pPr>
            <a:r>
              <a:rPr sz="1846" kern="0">
                <a:latin typeface="Gill Sans"/>
                <a:sym typeface="Gill Sans"/>
              </a:rPr>
              <a:t>How can users truly know with whom they are communicating?</a:t>
            </a:r>
          </a:p>
        </p:txBody>
      </p:sp>
      <p:grpSp>
        <p:nvGrpSpPr>
          <p:cNvPr id="49163" name="Group 262">
            <a:extLst>
              <a:ext uri="{FF2B5EF4-FFF2-40B4-BE49-F238E27FC236}">
                <a16:creationId xmlns:a16="http://schemas.microsoft.com/office/drawing/2014/main" id="{459BC824-1C62-C769-AB1B-80FE3B2B93AB}"/>
              </a:ext>
            </a:extLst>
          </p:cNvPr>
          <p:cNvGrpSpPr>
            <a:grpSpLocks/>
          </p:cNvGrpSpPr>
          <p:nvPr/>
        </p:nvGrpSpPr>
        <p:grpSpPr bwMode="auto">
          <a:xfrm>
            <a:off x="8589964" y="2463800"/>
            <a:ext cx="327025" cy="304800"/>
            <a:chOff x="0" y="0"/>
            <a:chExt cx="620592" cy="577619"/>
          </a:xfrm>
        </p:grpSpPr>
        <p:sp>
          <p:nvSpPr>
            <p:cNvPr id="85" name="Shape 255">
              <a:extLst>
                <a:ext uri="{FF2B5EF4-FFF2-40B4-BE49-F238E27FC236}">
                  <a16:creationId xmlns:a16="http://schemas.microsoft.com/office/drawing/2014/main" id="{86221918-2E0F-BA63-F3B7-A2C003A809C0}"/>
                </a:ext>
              </a:extLst>
            </p:cNvPr>
            <p:cNvSpPr/>
            <p:nvPr/>
          </p:nvSpPr>
          <p:spPr>
            <a:xfrm>
              <a:off x="0" y="204573"/>
              <a:ext cx="463938" cy="373046"/>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86" name="Shape 256">
              <a:extLst>
                <a:ext uri="{FF2B5EF4-FFF2-40B4-BE49-F238E27FC236}">
                  <a16:creationId xmlns:a16="http://schemas.microsoft.com/office/drawing/2014/main" id="{D28AB7E5-AB8F-59A2-763F-284CF23CC4BF}"/>
                </a:ext>
              </a:extLst>
            </p:cNvPr>
            <p:cNvSpPr/>
            <p:nvPr/>
          </p:nvSpPr>
          <p:spPr>
            <a:xfrm flipV="1">
              <a:off x="21087" y="261735"/>
              <a:ext cx="304272" cy="300843"/>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87" name="Shape 257">
              <a:extLst>
                <a:ext uri="{FF2B5EF4-FFF2-40B4-BE49-F238E27FC236}">
                  <a16:creationId xmlns:a16="http://schemas.microsoft.com/office/drawing/2014/main" id="{EEF91F0A-4775-A1D6-4073-C5F885964FDA}"/>
                </a:ext>
              </a:extLst>
            </p:cNvPr>
            <p:cNvSpPr/>
            <p:nvPr/>
          </p:nvSpPr>
          <p:spPr>
            <a:xfrm flipV="1">
              <a:off x="228956" y="291819"/>
              <a:ext cx="135565" cy="13838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88" name="Shape 258">
              <a:extLst>
                <a:ext uri="{FF2B5EF4-FFF2-40B4-BE49-F238E27FC236}">
                  <a16:creationId xmlns:a16="http://schemas.microsoft.com/office/drawing/2014/main" id="{FA5CFFD3-5F63-4E68-28A1-61E6977B8748}"/>
                </a:ext>
              </a:extLst>
            </p:cNvPr>
            <p:cNvSpPr/>
            <p:nvPr/>
          </p:nvSpPr>
          <p:spPr>
            <a:xfrm flipV="1">
              <a:off x="21087" y="252708"/>
              <a:ext cx="295233" cy="297836"/>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89" name="Shape 259">
              <a:extLst>
                <a:ext uri="{FF2B5EF4-FFF2-40B4-BE49-F238E27FC236}">
                  <a16:creationId xmlns:a16="http://schemas.microsoft.com/office/drawing/2014/main" id="{D3F651AB-EBB8-AED4-AD1C-5A67ED3DB33C}"/>
                </a:ext>
              </a:extLst>
            </p:cNvPr>
            <p:cNvSpPr/>
            <p:nvPr/>
          </p:nvSpPr>
          <p:spPr>
            <a:xfrm flipV="1">
              <a:off x="213892" y="294826"/>
              <a:ext cx="135567" cy="132371"/>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92" name="Shape 260">
              <a:extLst>
                <a:ext uri="{FF2B5EF4-FFF2-40B4-BE49-F238E27FC236}">
                  <a16:creationId xmlns:a16="http://schemas.microsoft.com/office/drawing/2014/main" id="{5968E101-7E1B-A6CC-746B-F1D0C8C13BE2}"/>
                </a:ext>
              </a:extLst>
            </p:cNvPr>
            <p:cNvSpPr/>
            <p:nvPr/>
          </p:nvSpPr>
          <p:spPr>
            <a:xfrm>
              <a:off x="280169" y="0"/>
              <a:ext cx="340423" cy="339954"/>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93" name="Shape 261">
              <a:extLst>
                <a:ext uri="{FF2B5EF4-FFF2-40B4-BE49-F238E27FC236}">
                  <a16:creationId xmlns:a16="http://schemas.microsoft.com/office/drawing/2014/main" id="{F1A49255-0B6F-CE16-2C13-22D019A725E7}"/>
                </a:ext>
              </a:extLst>
            </p:cNvPr>
            <p:cNvSpPr/>
            <p:nvPr/>
          </p:nvSpPr>
          <p:spPr>
            <a:xfrm>
              <a:off x="457913" y="51144"/>
              <a:ext cx="108453" cy="108304"/>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94" name="TextBox 93">
            <a:extLst>
              <a:ext uri="{FF2B5EF4-FFF2-40B4-BE49-F238E27FC236}">
                <a16:creationId xmlns:a16="http://schemas.microsoft.com/office/drawing/2014/main" id="{73392440-D90E-8AAE-35EC-0DC9DCC9CA7C}"/>
              </a:ext>
            </a:extLst>
          </p:cNvPr>
          <p:cNvSpPr txBox="1"/>
          <p:nvPr/>
        </p:nvSpPr>
        <p:spPr>
          <a:xfrm>
            <a:off x="8820759" y="2569348"/>
            <a:ext cx="586299"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public</a:t>
            </a:r>
          </a:p>
        </p:txBody>
      </p:sp>
      <p:grpSp>
        <p:nvGrpSpPr>
          <p:cNvPr id="49165" name="Group 206">
            <a:extLst>
              <a:ext uri="{FF2B5EF4-FFF2-40B4-BE49-F238E27FC236}">
                <a16:creationId xmlns:a16="http://schemas.microsoft.com/office/drawing/2014/main" id="{7AEFC0C9-8DB9-94C3-BFBD-15DB017FA468}"/>
              </a:ext>
            </a:extLst>
          </p:cNvPr>
          <p:cNvGrpSpPr>
            <a:grpSpLocks/>
          </p:cNvGrpSpPr>
          <p:nvPr/>
        </p:nvGrpSpPr>
        <p:grpSpPr bwMode="auto">
          <a:xfrm>
            <a:off x="8593139" y="2895601"/>
            <a:ext cx="331787" cy="307975"/>
            <a:chOff x="0" y="0"/>
            <a:chExt cx="627662" cy="584200"/>
          </a:xfrm>
        </p:grpSpPr>
        <p:sp>
          <p:nvSpPr>
            <p:cNvPr id="96" name="Shape 199">
              <a:extLst>
                <a:ext uri="{FF2B5EF4-FFF2-40B4-BE49-F238E27FC236}">
                  <a16:creationId xmlns:a16="http://schemas.microsoft.com/office/drawing/2014/main" id="{CA8CF336-01C7-4463-3CDE-45B5D8FEED33}"/>
                </a:ext>
              </a:extLst>
            </p:cNvPr>
            <p:cNvSpPr/>
            <p:nvPr/>
          </p:nvSpPr>
          <p:spPr>
            <a:xfrm>
              <a:off x="0" y="207783"/>
              <a:ext cx="468495" cy="376417"/>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chemeClr val="accent5"/>
            </a:solid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97" name="Shape 200">
              <a:extLst>
                <a:ext uri="{FF2B5EF4-FFF2-40B4-BE49-F238E27FC236}">
                  <a16:creationId xmlns:a16="http://schemas.microsoft.com/office/drawing/2014/main" id="{0F2D7AB2-B63C-0994-89B4-3563854616FA}"/>
                </a:ext>
              </a:extLst>
            </p:cNvPr>
            <p:cNvSpPr/>
            <p:nvPr/>
          </p:nvSpPr>
          <p:spPr>
            <a:xfrm flipV="1">
              <a:off x="24025" y="264998"/>
              <a:ext cx="303319" cy="307157"/>
            </a:xfrm>
            <a:prstGeom prst="line">
              <a:avLst/>
            </a:prstGeom>
            <a:noFill/>
            <a:ln w="25400" cap="flat">
              <a:solidFill>
                <a:srgbClr val="5C0C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98" name="Shape 201">
              <a:extLst>
                <a:ext uri="{FF2B5EF4-FFF2-40B4-BE49-F238E27FC236}">
                  <a16:creationId xmlns:a16="http://schemas.microsoft.com/office/drawing/2014/main" id="{1EE28F75-E586-B2DD-04FE-BECD0D406936}"/>
                </a:ext>
              </a:extLst>
            </p:cNvPr>
            <p:cNvSpPr/>
            <p:nvPr/>
          </p:nvSpPr>
          <p:spPr>
            <a:xfrm flipV="1">
              <a:off x="231243" y="295111"/>
              <a:ext cx="138146" cy="141534"/>
            </a:xfrm>
            <a:prstGeom prst="line">
              <a:avLst/>
            </a:prstGeom>
            <a:noFill/>
            <a:ln w="25400" cap="flat">
              <a:solidFill>
                <a:srgbClr val="510901"/>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7" name="Shape 202">
              <a:extLst>
                <a:ext uri="{FF2B5EF4-FFF2-40B4-BE49-F238E27FC236}">
                  <a16:creationId xmlns:a16="http://schemas.microsoft.com/office/drawing/2014/main" id="{50DBD7AB-B48A-B852-9A56-69D45BFBC712}"/>
                </a:ext>
              </a:extLst>
            </p:cNvPr>
            <p:cNvSpPr/>
            <p:nvPr/>
          </p:nvSpPr>
          <p:spPr>
            <a:xfrm flipV="1">
              <a:off x="21021" y="255965"/>
              <a:ext cx="300317" cy="301134"/>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8" name="Shape 203">
              <a:extLst>
                <a:ext uri="{FF2B5EF4-FFF2-40B4-BE49-F238E27FC236}">
                  <a16:creationId xmlns:a16="http://schemas.microsoft.com/office/drawing/2014/main" id="{B7984727-E20F-5F2D-0404-4A50B15ABD59}"/>
                </a:ext>
              </a:extLst>
            </p:cNvPr>
            <p:cNvSpPr/>
            <p:nvPr/>
          </p:nvSpPr>
          <p:spPr>
            <a:xfrm flipV="1">
              <a:off x="216228" y="298124"/>
              <a:ext cx="138146" cy="13550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119" name="Shape 204">
              <a:extLst>
                <a:ext uri="{FF2B5EF4-FFF2-40B4-BE49-F238E27FC236}">
                  <a16:creationId xmlns:a16="http://schemas.microsoft.com/office/drawing/2014/main" id="{0C4D42B1-D6D4-59B3-6B92-444E74749842}"/>
                </a:ext>
              </a:extLst>
            </p:cNvPr>
            <p:cNvSpPr/>
            <p:nvPr/>
          </p:nvSpPr>
          <p:spPr>
            <a:xfrm>
              <a:off x="282298" y="0"/>
              <a:ext cx="345364" cy="343293"/>
            </a:xfrm>
            <a:prstGeom prst="ellipse">
              <a:avLst/>
            </a:prstGeom>
            <a:solidFill>
              <a:schemeClr val="accent5"/>
            </a:solidFill>
            <a:ln w="38100" cap="flat">
              <a:solidFill>
                <a:srgbClr val="580B01"/>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120" name="Shape 205">
              <a:extLst>
                <a:ext uri="{FF2B5EF4-FFF2-40B4-BE49-F238E27FC236}">
                  <a16:creationId xmlns:a16="http://schemas.microsoft.com/office/drawing/2014/main" id="{80C973BB-75D2-0483-D3B3-DE780D07DF9D}"/>
                </a:ext>
              </a:extLst>
            </p:cNvPr>
            <p:cNvSpPr/>
            <p:nvPr/>
          </p:nvSpPr>
          <p:spPr>
            <a:xfrm>
              <a:off x="462488" y="51194"/>
              <a:ext cx="111116" cy="111419"/>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sp>
        <p:nvSpPr>
          <p:cNvPr id="121" name="TextBox 120">
            <a:extLst>
              <a:ext uri="{FF2B5EF4-FFF2-40B4-BE49-F238E27FC236}">
                <a16:creationId xmlns:a16="http://schemas.microsoft.com/office/drawing/2014/main" id="{5FD3C64B-9927-3532-357E-7F33CAC14939}"/>
              </a:ext>
            </a:extLst>
          </p:cNvPr>
          <p:cNvSpPr txBox="1"/>
          <p:nvPr/>
        </p:nvSpPr>
        <p:spPr>
          <a:xfrm>
            <a:off x="8822576" y="3006789"/>
            <a:ext cx="674464" cy="313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26789" tIns="26789" rIns="26789" bIns="26789" spcCol="38100" anchor="ctr">
            <a:spAutoFit/>
          </a:bodyPr>
          <a:lstStyle/>
          <a:p>
            <a:pPr algn="ctr" defTabSz="308085">
              <a:defRPr/>
            </a:pPr>
            <a:r>
              <a:rPr lang="en-US" sz="1688" kern="0" dirty="0">
                <a:latin typeface="Gill Sans"/>
                <a:sym typeface="Gill Sans"/>
              </a:rPr>
              <a:t>private</a:t>
            </a:r>
          </a:p>
        </p:txBody>
      </p:sp>
    </p:spTree>
  </p:cSld>
  <p:clrMapOvr>
    <a:masterClrMapping/>
  </p:clrMapOvr>
  <p:transition spd="slow">
    <p:dissolve/>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74" name="Group 374">
            <a:extLst>
              <a:ext uri="{FF2B5EF4-FFF2-40B4-BE49-F238E27FC236}">
                <a16:creationId xmlns:a16="http://schemas.microsoft.com/office/drawing/2014/main" id="{BF13FA70-FAEE-495A-CD2D-E2084D8CA31E}"/>
              </a:ext>
            </a:extLst>
          </p:cNvPr>
          <p:cNvGrpSpPr>
            <a:grpSpLocks/>
          </p:cNvGrpSpPr>
          <p:nvPr/>
        </p:nvGrpSpPr>
        <p:grpSpPr bwMode="auto">
          <a:xfrm>
            <a:off x="3221038" y="3952875"/>
            <a:ext cx="1573212" cy="1047750"/>
            <a:chOff x="0" y="0"/>
            <a:chExt cx="2982115" cy="1988874"/>
          </a:xfrm>
        </p:grpSpPr>
        <p:sp>
          <p:nvSpPr>
            <p:cNvPr id="372" name="Shape 372">
              <a:extLst>
                <a:ext uri="{FF2B5EF4-FFF2-40B4-BE49-F238E27FC236}">
                  <a16:creationId xmlns:a16="http://schemas.microsoft.com/office/drawing/2014/main" id="{242DE7CA-8A39-ABCE-4646-F9735A087DA3}"/>
                </a:ext>
              </a:extLst>
            </p:cNvPr>
            <p:cNvSpPr/>
            <p:nvPr/>
          </p:nvSpPr>
          <p:spPr>
            <a:xfrm>
              <a:off x="306938" y="253129"/>
              <a:ext cx="2675177" cy="1735745"/>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dirty="0">
                  <a:latin typeface="Gill Sans"/>
                  <a:sym typeface="Gill Sans"/>
                </a:rPr>
                <a:t>Browser</a:t>
              </a:r>
            </a:p>
          </p:txBody>
        </p:sp>
        <p:pic>
          <p:nvPicPr>
            <p:cNvPr id="50241" name="Chrome-logo.png">
              <a:extLst>
                <a:ext uri="{FF2B5EF4-FFF2-40B4-BE49-F238E27FC236}">
                  <a16:creationId xmlns:a16="http://schemas.microsoft.com/office/drawing/2014/main" id="{76B5B97F-7757-433F-D20D-C974590A0F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
        <p:nvSpPr>
          <p:cNvPr id="375" name="Shape 375">
            <a:extLst>
              <a:ext uri="{FF2B5EF4-FFF2-40B4-BE49-F238E27FC236}">
                <a16:creationId xmlns:a16="http://schemas.microsoft.com/office/drawing/2014/main" id="{AC5B4632-8D1A-5053-4527-F2DDA9074931}"/>
              </a:ext>
            </a:extLst>
          </p:cNvPr>
          <p:cNvSpPr>
            <a:spLocks noGrp="1"/>
          </p:cNvSpPr>
          <p:nvPr>
            <p:ph type="title"/>
          </p:nvPr>
        </p:nvSpPr>
        <p:spPr/>
        <p:txBody>
          <a:bodyPr/>
          <a:lstStyle/>
          <a:p>
            <a:pPr defTabSz="308085">
              <a:spcBef>
                <a:spcPts val="0"/>
              </a:spcBef>
              <a:defRPr/>
            </a:pPr>
            <a:r>
              <a:rPr sz="2953" dirty="0"/>
              <a:t>Verifying </a:t>
            </a:r>
            <a:r>
              <a:rPr lang="en-US" sz="2953" dirty="0"/>
              <a:t>C</a:t>
            </a:r>
            <a:r>
              <a:rPr sz="2953" dirty="0"/>
              <a:t>ertificates</a:t>
            </a:r>
          </a:p>
        </p:txBody>
      </p:sp>
      <p:grpSp>
        <p:nvGrpSpPr>
          <p:cNvPr id="50180" name="Group 388">
            <a:extLst>
              <a:ext uri="{FF2B5EF4-FFF2-40B4-BE49-F238E27FC236}">
                <a16:creationId xmlns:a16="http://schemas.microsoft.com/office/drawing/2014/main" id="{8E4CA4DD-8F7E-15A1-DB21-D536F018F946}"/>
              </a:ext>
            </a:extLst>
          </p:cNvPr>
          <p:cNvGrpSpPr>
            <a:grpSpLocks/>
          </p:cNvGrpSpPr>
          <p:nvPr/>
        </p:nvGrpSpPr>
        <p:grpSpPr bwMode="auto">
          <a:xfrm>
            <a:off x="5146676" y="4244976"/>
            <a:ext cx="676275" cy="468313"/>
            <a:chOff x="-43755" y="7591"/>
            <a:chExt cx="1281786" cy="888638"/>
          </a:xfrm>
        </p:grpSpPr>
        <p:sp>
          <p:nvSpPr>
            <p:cNvPr id="376" name="Shape 376">
              <a:extLst>
                <a:ext uri="{FF2B5EF4-FFF2-40B4-BE49-F238E27FC236}">
                  <a16:creationId xmlns:a16="http://schemas.microsoft.com/office/drawing/2014/main" id="{D5EE5CDC-9598-7FFB-FE4D-DB05080A304B}"/>
                </a:ext>
              </a:extLst>
            </p:cNvPr>
            <p:cNvSpPr/>
            <p:nvPr/>
          </p:nvSpPr>
          <p:spPr>
            <a:xfrm>
              <a:off x="1379" y="46752"/>
              <a:ext cx="1191519" cy="849477"/>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377" name="Shape 377">
              <a:extLst>
                <a:ext uri="{FF2B5EF4-FFF2-40B4-BE49-F238E27FC236}">
                  <a16:creationId xmlns:a16="http://schemas.microsoft.com/office/drawing/2014/main" id="{78F8D00D-0C0C-3E0C-60DB-ECB738847BCB}"/>
                </a:ext>
              </a:extLst>
            </p:cNvPr>
            <p:cNvSpPr/>
            <p:nvPr/>
          </p:nvSpPr>
          <p:spPr>
            <a:xfrm>
              <a:off x="-43755" y="7591"/>
              <a:ext cx="1281786" cy="442813"/>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50230" name="Group 385">
              <a:extLst>
                <a:ext uri="{FF2B5EF4-FFF2-40B4-BE49-F238E27FC236}">
                  <a16:creationId xmlns:a16="http://schemas.microsoft.com/office/drawing/2014/main" id="{E6F5009C-31EE-FCDB-5257-D53920AD9D4D}"/>
                </a:ext>
              </a:extLst>
            </p:cNvPr>
            <p:cNvGrpSpPr>
              <a:grpSpLocks/>
            </p:cNvGrpSpPr>
            <p:nvPr/>
          </p:nvGrpSpPr>
          <p:grpSpPr bwMode="auto">
            <a:xfrm>
              <a:off x="62930" y="528144"/>
              <a:ext cx="290761" cy="270627"/>
              <a:chOff x="0" y="0"/>
              <a:chExt cx="290759" cy="270626"/>
            </a:xfrm>
          </p:grpSpPr>
          <p:sp>
            <p:nvSpPr>
              <p:cNvPr id="378" name="Shape 378">
                <a:extLst>
                  <a:ext uri="{FF2B5EF4-FFF2-40B4-BE49-F238E27FC236}">
                    <a16:creationId xmlns:a16="http://schemas.microsoft.com/office/drawing/2014/main" id="{15D7C106-92B9-33E8-323A-3D465BBC23F3}"/>
                  </a:ext>
                </a:extLst>
              </p:cNvPr>
              <p:cNvSpPr/>
              <p:nvPr/>
            </p:nvSpPr>
            <p:spPr>
              <a:xfrm>
                <a:off x="-1372" y="96975"/>
                <a:ext cx="216638" cy="17471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79" name="Shape 379">
                <a:extLst>
                  <a:ext uri="{FF2B5EF4-FFF2-40B4-BE49-F238E27FC236}">
                    <a16:creationId xmlns:a16="http://schemas.microsoft.com/office/drawing/2014/main" id="{234779AE-AC00-0933-1A3D-AA9CC148D59D}"/>
                  </a:ext>
                </a:extLst>
              </p:cNvPr>
              <p:cNvSpPr/>
              <p:nvPr/>
            </p:nvSpPr>
            <p:spPr>
              <a:xfrm flipV="1">
                <a:off x="10663" y="124084"/>
                <a:ext cx="141415" cy="141580"/>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0" name="Shape 380">
                <a:extLst>
                  <a:ext uri="{FF2B5EF4-FFF2-40B4-BE49-F238E27FC236}">
                    <a16:creationId xmlns:a16="http://schemas.microsoft.com/office/drawing/2014/main" id="{6A4692AD-3A1B-5BE6-7AFE-1F1C865D07A6}"/>
                  </a:ext>
                </a:extLst>
              </p:cNvPr>
              <p:cNvSpPr/>
              <p:nvPr/>
            </p:nvSpPr>
            <p:spPr>
              <a:xfrm flipV="1">
                <a:off x="106947" y="139147"/>
                <a:ext cx="63185" cy="6325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1" name="Shape 381">
                <a:extLst>
                  <a:ext uri="{FF2B5EF4-FFF2-40B4-BE49-F238E27FC236}">
                    <a16:creationId xmlns:a16="http://schemas.microsoft.com/office/drawing/2014/main" id="{09475CF7-8ACA-D863-ED1F-BC768A7EECD8}"/>
                  </a:ext>
                </a:extLst>
              </p:cNvPr>
              <p:cNvSpPr/>
              <p:nvPr/>
            </p:nvSpPr>
            <p:spPr>
              <a:xfrm flipV="1">
                <a:off x="7653" y="118060"/>
                <a:ext cx="138407" cy="14158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2" name="Shape 382">
                <a:extLst>
                  <a:ext uri="{FF2B5EF4-FFF2-40B4-BE49-F238E27FC236}">
                    <a16:creationId xmlns:a16="http://schemas.microsoft.com/office/drawing/2014/main" id="{C4DF4FB0-AB3D-3B98-9E94-2B8AFADD0385}"/>
                  </a:ext>
                </a:extLst>
              </p:cNvPr>
              <p:cNvSpPr/>
              <p:nvPr/>
            </p:nvSpPr>
            <p:spPr>
              <a:xfrm flipV="1">
                <a:off x="100929" y="139147"/>
                <a:ext cx="63185" cy="6325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3" name="Shape 383">
                <a:extLst>
                  <a:ext uri="{FF2B5EF4-FFF2-40B4-BE49-F238E27FC236}">
                    <a16:creationId xmlns:a16="http://schemas.microsoft.com/office/drawing/2014/main" id="{BA5CBD0B-AFA8-54D2-D7CC-B9D4F6D1703E}"/>
                  </a:ext>
                </a:extLst>
              </p:cNvPr>
              <p:cNvSpPr/>
              <p:nvPr/>
            </p:nvSpPr>
            <p:spPr>
              <a:xfrm>
                <a:off x="131018" y="581"/>
                <a:ext cx="159469" cy="1596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384" name="Shape 384">
                <a:extLst>
                  <a:ext uri="{FF2B5EF4-FFF2-40B4-BE49-F238E27FC236}">
                    <a16:creationId xmlns:a16="http://schemas.microsoft.com/office/drawing/2014/main" id="{F93CEFC7-21EF-A5B9-B86C-8892CEA0DB6F}"/>
                  </a:ext>
                </a:extLst>
              </p:cNvPr>
              <p:cNvSpPr/>
              <p:nvPr/>
            </p:nvSpPr>
            <p:spPr>
              <a:xfrm>
                <a:off x="212256" y="24679"/>
                <a:ext cx="54159" cy="51208"/>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50231" name="250px-VRSNlogoAug2012.png">
              <a:extLst>
                <a:ext uri="{FF2B5EF4-FFF2-40B4-BE49-F238E27FC236}">
                  <a16:creationId xmlns:a16="http://schemas.microsoft.com/office/drawing/2014/main" id="{1FFBBD8F-522A-A6D8-9473-9835F80CCB50}"/>
                </a:ext>
              </a:extLst>
            </p:cNvPr>
            <p:cNvPicPr>
              <a:picLocks noChangeAspect="1"/>
            </p:cNvPicPr>
            <p:nvPr/>
          </p:nvPicPr>
          <p:blipFill>
            <a:blip r:embed="rId3">
              <a:extLst>
                <a:ext uri="{28A0092B-C50C-407E-A947-70E740481C1C}">
                  <a14:useLocalDpi xmlns:a14="http://schemas.microsoft.com/office/drawing/2010/main" val="0"/>
                </a:ext>
              </a:extLst>
            </a:blip>
            <a:srcRect r="12952" b="33388"/>
            <a:stretch>
              <a:fillRect/>
            </a:stretch>
          </p:blipFill>
          <p:spPr bwMode="auto">
            <a:xfrm>
              <a:off x="695032" y="4431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0232" name="strategic_bofa500_1.png">
              <a:extLst>
                <a:ext uri="{FF2B5EF4-FFF2-40B4-BE49-F238E27FC236}">
                  <a16:creationId xmlns:a16="http://schemas.microsoft.com/office/drawing/2014/main" id="{B82D3EAB-4299-B41B-28BC-1EE29E6DECE3}"/>
                </a:ext>
              </a:extLst>
            </p:cNvPr>
            <p:cNvPicPr>
              <a:picLocks noChangeAspect="1"/>
            </p:cNvPicPr>
            <p:nvPr/>
          </p:nvPicPr>
          <p:blipFill>
            <a:blip r:embed="rId4">
              <a:extLst>
                <a:ext uri="{28A0092B-C50C-407E-A947-70E740481C1C}">
                  <a14:useLocalDpi xmlns:a14="http://schemas.microsoft.com/office/drawing/2010/main" val="0"/>
                </a:ext>
              </a:extLst>
            </a:blip>
            <a:srcRect l="35081" t="39674" r="28418"/>
            <a:stretch>
              <a:fillRect/>
            </a:stretch>
          </p:blipFill>
          <p:spPr bwMode="auto">
            <a:xfrm>
              <a:off x="354447" y="528144"/>
              <a:ext cx="485326" cy="27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50181" name="Group 394">
            <a:extLst>
              <a:ext uri="{FF2B5EF4-FFF2-40B4-BE49-F238E27FC236}">
                <a16:creationId xmlns:a16="http://schemas.microsoft.com/office/drawing/2014/main" id="{D421946C-FF41-B79C-2F21-602A34C7B514}"/>
              </a:ext>
            </a:extLst>
          </p:cNvPr>
          <p:cNvGrpSpPr>
            <a:grpSpLocks/>
          </p:cNvGrpSpPr>
          <p:nvPr/>
        </p:nvGrpSpPr>
        <p:grpSpPr bwMode="auto">
          <a:xfrm>
            <a:off x="5975351" y="4324350"/>
            <a:ext cx="2474913" cy="304800"/>
            <a:chOff x="0" y="-13529"/>
            <a:chExt cx="4695207" cy="580307"/>
          </a:xfrm>
        </p:grpSpPr>
        <p:sp>
          <p:nvSpPr>
            <p:cNvPr id="36911" name="Shape 389">
              <a:extLst>
                <a:ext uri="{FF2B5EF4-FFF2-40B4-BE49-F238E27FC236}">
                  <a16:creationId xmlns:a16="http://schemas.microsoft.com/office/drawing/2014/main" id="{E14747CA-BEDB-5A62-BEAA-BF5900B8AE20}"/>
                </a:ext>
              </a:extLst>
            </p:cNvPr>
            <p:cNvSpPr>
              <a:spLocks noChangeArrowheads="1"/>
            </p:cNvSpPr>
            <p:nvPr/>
          </p:nvSpPr>
          <p:spPr bwMode="auto">
            <a:xfrm>
              <a:off x="0" y="-10506"/>
              <a:ext cx="767979" cy="574262"/>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a:solidFill>
                    <a:schemeClr val="tx1"/>
                  </a:solidFill>
                  <a:latin typeface="Gill Sans"/>
                  <a:sym typeface="Gill Sans"/>
                </a:rPr>
                <a:t>“I’m</a:t>
              </a:r>
            </a:p>
          </p:txBody>
        </p:sp>
        <p:pic>
          <p:nvPicPr>
            <p:cNvPr id="50224" name="strategic_bofa500_1.png">
              <a:extLst>
                <a:ext uri="{FF2B5EF4-FFF2-40B4-BE49-F238E27FC236}">
                  <a16:creationId xmlns:a16="http://schemas.microsoft.com/office/drawing/2014/main" id="{51C8AEE7-640A-1CB0-77F2-EDD000D29C91}"/>
                </a:ext>
              </a:extLst>
            </p:cNvPr>
            <p:cNvPicPr>
              <a:picLocks noChangeAspect="1"/>
            </p:cNvPicPr>
            <p:nvPr/>
          </p:nvPicPr>
          <p:blipFill>
            <a:blip r:embed="rId4">
              <a:extLst>
                <a:ext uri="{28A0092B-C50C-407E-A947-70E740481C1C}">
                  <a14:useLocalDpi xmlns:a14="http://schemas.microsoft.com/office/drawing/2010/main" val="0"/>
                </a:ext>
              </a:extLst>
            </a:blip>
            <a:srcRect l="35081" t="39674" r="28418"/>
            <a:stretch>
              <a:fillRect/>
            </a:stretch>
          </p:blipFill>
          <p:spPr bwMode="auto">
            <a:xfrm>
              <a:off x="803045" y="136619"/>
              <a:ext cx="501985" cy="280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91" name="Shape 391">
              <a:extLst>
                <a:ext uri="{FF2B5EF4-FFF2-40B4-BE49-F238E27FC236}">
                  <a16:creationId xmlns:a16="http://schemas.microsoft.com/office/drawing/2014/main" id="{783D4352-235A-6C2E-7EFE-DB4D3F4B14F8}"/>
                </a:ext>
              </a:extLst>
            </p:cNvPr>
            <p:cNvSpPr/>
            <p:nvPr/>
          </p:nvSpPr>
          <p:spPr>
            <a:xfrm>
              <a:off x="1355255" y="-13529"/>
              <a:ext cx="1430548" cy="580307"/>
            </a:xfrm>
            <a:prstGeom prst="rect">
              <a:avLst/>
            </a:prstGeom>
            <a:noFill/>
            <a:ln w="12700" cap="flat">
              <a:noFill/>
              <a:miter lim="400000"/>
            </a:ln>
            <a:effectLst/>
          </p:spPr>
          <p:txBody>
            <a:bodyPr wrap="none" lIns="26789" tIns="26789" rIns="26789" bIns="26789" anchor="ctr">
              <a:spAutoFit/>
            </a:bodyPr>
            <a:lstStyle>
              <a:lvl1pPr algn="l">
                <a:defRPr sz="3100"/>
              </a:lvl1pPr>
            </a:lstStyle>
            <a:p>
              <a:pPr defTabSz="308085">
                <a:defRPr/>
              </a:pPr>
              <a:r>
                <a:rPr sz="1635" kern="0">
                  <a:latin typeface="Gill Sans"/>
                  <a:sym typeface="Gill Sans"/>
                </a:rPr>
                <a:t>because</a:t>
              </a:r>
            </a:p>
          </p:txBody>
        </p:sp>
        <p:pic>
          <p:nvPicPr>
            <p:cNvPr id="50226" name="250px-VRSNlogoAug2012.png">
              <a:extLst>
                <a:ext uri="{FF2B5EF4-FFF2-40B4-BE49-F238E27FC236}">
                  <a16:creationId xmlns:a16="http://schemas.microsoft.com/office/drawing/2014/main" id="{99DE1CE0-93E0-2A45-B53C-3B15F714D649}"/>
                </a:ext>
              </a:extLst>
            </p:cNvPr>
            <p:cNvPicPr>
              <a:picLocks noChangeAspect="1"/>
            </p:cNvPicPr>
            <p:nvPr/>
          </p:nvPicPr>
          <p:blipFill>
            <a:blip r:embed="rId5">
              <a:extLst>
                <a:ext uri="{28A0092B-C50C-407E-A947-70E740481C1C}">
                  <a14:useLocalDpi xmlns:a14="http://schemas.microsoft.com/office/drawing/2010/main" val="0"/>
                </a:ext>
              </a:extLst>
            </a:blip>
            <a:srcRect l="19008" r="22038" b="33388"/>
            <a:stretch>
              <a:fillRect/>
            </a:stretch>
          </p:blipFill>
          <p:spPr bwMode="auto">
            <a:xfrm>
              <a:off x="2783433" y="0"/>
              <a:ext cx="489523" cy="5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6915" name="Shape 393">
              <a:extLst>
                <a:ext uri="{FF2B5EF4-FFF2-40B4-BE49-F238E27FC236}">
                  <a16:creationId xmlns:a16="http://schemas.microsoft.com/office/drawing/2014/main" id="{F84E8C05-459B-B323-AC3D-EE7BAE546952}"/>
                </a:ext>
              </a:extLst>
            </p:cNvPr>
            <p:cNvSpPr>
              <a:spLocks noChangeArrowheads="1"/>
            </p:cNvSpPr>
            <p:nvPr/>
          </p:nvSpPr>
          <p:spPr bwMode="auto">
            <a:xfrm>
              <a:off x="3324893" y="-10506"/>
              <a:ext cx="1370314" cy="574262"/>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a:solidFill>
                    <a:schemeClr val="tx1"/>
                  </a:solidFill>
                  <a:latin typeface="Gill Sans"/>
                  <a:sym typeface="Gill Sans"/>
                </a:rPr>
                <a:t>says so”</a:t>
              </a:r>
            </a:p>
          </p:txBody>
        </p:sp>
      </p:grpSp>
      <p:grpSp>
        <p:nvGrpSpPr>
          <p:cNvPr id="414" name="Group 414">
            <a:extLst>
              <a:ext uri="{FF2B5EF4-FFF2-40B4-BE49-F238E27FC236}">
                <a16:creationId xmlns:a16="http://schemas.microsoft.com/office/drawing/2014/main" id="{0931AF86-5355-EF8D-A20F-7F08C6219716}"/>
              </a:ext>
            </a:extLst>
          </p:cNvPr>
          <p:cNvGrpSpPr>
            <a:grpSpLocks/>
          </p:cNvGrpSpPr>
          <p:nvPr/>
        </p:nvGrpSpPr>
        <p:grpSpPr bwMode="auto">
          <a:xfrm>
            <a:off x="5146675" y="3109913"/>
            <a:ext cx="3316288" cy="468312"/>
            <a:chOff x="-43754" y="8156"/>
            <a:chExt cx="6288749" cy="888074"/>
          </a:xfrm>
        </p:grpSpPr>
        <p:grpSp>
          <p:nvGrpSpPr>
            <p:cNvPr id="50204" name="Group 407">
              <a:extLst>
                <a:ext uri="{FF2B5EF4-FFF2-40B4-BE49-F238E27FC236}">
                  <a16:creationId xmlns:a16="http://schemas.microsoft.com/office/drawing/2014/main" id="{B8C94DAB-5664-F818-144D-617E3DA4B526}"/>
                </a:ext>
              </a:extLst>
            </p:cNvPr>
            <p:cNvGrpSpPr>
              <a:grpSpLocks/>
            </p:cNvGrpSpPr>
            <p:nvPr/>
          </p:nvGrpSpPr>
          <p:grpSpPr bwMode="auto">
            <a:xfrm>
              <a:off x="-43754" y="8156"/>
              <a:ext cx="1281814" cy="888074"/>
              <a:chOff x="-43754" y="8156"/>
              <a:chExt cx="1281813" cy="888073"/>
            </a:xfrm>
          </p:grpSpPr>
          <p:sp>
            <p:nvSpPr>
              <p:cNvPr id="395" name="Shape 395">
                <a:extLst>
                  <a:ext uri="{FF2B5EF4-FFF2-40B4-BE49-F238E27FC236}">
                    <a16:creationId xmlns:a16="http://schemas.microsoft.com/office/drawing/2014/main" id="{826ABF0F-5F49-B726-4126-359E03590921}"/>
                  </a:ext>
                </a:extLst>
              </p:cNvPr>
              <p:cNvSpPr/>
              <p:nvPr/>
            </p:nvSpPr>
            <p:spPr>
              <a:xfrm>
                <a:off x="1403" y="47291"/>
                <a:ext cx="1192121" cy="848938"/>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396" name="Shape 396">
                <a:extLst>
                  <a:ext uri="{FF2B5EF4-FFF2-40B4-BE49-F238E27FC236}">
                    <a16:creationId xmlns:a16="http://schemas.microsoft.com/office/drawing/2014/main" id="{6226A12F-5768-065C-8F4F-3C6442D23AFA}"/>
                  </a:ext>
                </a:extLst>
              </p:cNvPr>
              <p:cNvSpPr/>
              <p:nvPr/>
            </p:nvSpPr>
            <p:spPr>
              <a:xfrm>
                <a:off x="-43754" y="8156"/>
                <a:ext cx="1282433" cy="439521"/>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pic>
            <p:nvPicPr>
              <p:cNvPr id="50213" name="250px-VRSNlogoAug2012.png">
                <a:extLst>
                  <a:ext uri="{FF2B5EF4-FFF2-40B4-BE49-F238E27FC236}">
                    <a16:creationId xmlns:a16="http://schemas.microsoft.com/office/drawing/2014/main" id="{7429C4F6-7E8F-09A8-6B56-B75E91164110}"/>
                  </a:ext>
                </a:extLst>
              </p:cNvPr>
              <p:cNvPicPr>
                <a:picLocks noChangeAspect="1"/>
              </p:cNvPicPr>
              <p:nvPr/>
            </p:nvPicPr>
            <p:blipFill>
              <a:blip r:embed="rId3">
                <a:extLst>
                  <a:ext uri="{28A0092B-C50C-407E-A947-70E740481C1C}">
                    <a14:useLocalDpi xmlns:a14="http://schemas.microsoft.com/office/drawing/2010/main" val="0"/>
                  </a:ext>
                </a:extLst>
              </a:blip>
              <a:srcRect r="12952" b="33388"/>
              <a:stretch>
                <a:fillRect/>
              </a:stretch>
            </p:blipFill>
            <p:spPr bwMode="auto">
              <a:xfrm>
                <a:off x="353774" y="4177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50214" name="Group 405">
                <a:extLst>
                  <a:ext uri="{FF2B5EF4-FFF2-40B4-BE49-F238E27FC236}">
                    <a16:creationId xmlns:a16="http://schemas.microsoft.com/office/drawing/2014/main" id="{44538E03-356E-C716-5088-66BDFB6E0A40}"/>
                  </a:ext>
                </a:extLst>
              </p:cNvPr>
              <p:cNvGrpSpPr>
                <a:grpSpLocks/>
              </p:cNvGrpSpPr>
              <p:nvPr/>
            </p:nvGrpSpPr>
            <p:grpSpPr bwMode="auto">
              <a:xfrm>
                <a:off x="62930" y="528144"/>
                <a:ext cx="290761" cy="270627"/>
                <a:chOff x="0" y="0"/>
                <a:chExt cx="290759" cy="270626"/>
              </a:xfrm>
            </p:grpSpPr>
            <p:sp>
              <p:nvSpPr>
                <p:cNvPr id="398" name="Shape 398">
                  <a:extLst>
                    <a:ext uri="{FF2B5EF4-FFF2-40B4-BE49-F238E27FC236}">
                      <a16:creationId xmlns:a16="http://schemas.microsoft.com/office/drawing/2014/main" id="{AB99EC67-7E19-FFF5-9850-D03C1D5325CA}"/>
                    </a:ext>
                  </a:extLst>
                </p:cNvPr>
                <p:cNvSpPr/>
                <p:nvPr/>
              </p:nvSpPr>
              <p:spPr>
                <a:xfrm>
                  <a:off x="-1318" y="97147"/>
                  <a:ext cx="216748" cy="17460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333FF"/>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99" name="Shape 399">
                  <a:extLst>
                    <a:ext uri="{FF2B5EF4-FFF2-40B4-BE49-F238E27FC236}">
                      <a16:creationId xmlns:a16="http://schemas.microsoft.com/office/drawing/2014/main" id="{5FE962AA-4B58-1AE5-C06B-68460915589E}"/>
                    </a:ext>
                  </a:extLst>
                </p:cNvPr>
                <p:cNvSpPr/>
                <p:nvPr/>
              </p:nvSpPr>
              <p:spPr>
                <a:xfrm flipV="1">
                  <a:off x="10724" y="124241"/>
                  <a:ext cx="141487" cy="14148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0" name="Shape 400">
                  <a:extLst>
                    <a:ext uri="{FF2B5EF4-FFF2-40B4-BE49-F238E27FC236}">
                      <a16:creationId xmlns:a16="http://schemas.microsoft.com/office/drawing/2014/main" id="{CEDD31E5-5781-5C2B-84AB-8660739AD527}"/>
                    </a:ext>
                  </a:extLst>
                </p:cNvPr>
                <p:cNvSpPr/>
                <p:nvPr/>
              </p:nvSpPr>
              <p:spPr>
                <a:xfrm flipV="1">
                  <a:off x="107056" y="139292"/>
                  <a:ext cx="63217" cy="63220"/>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1" name="Shape 401">
                  <a:extLst>
                    <a:ext uri="{FF2B5EF4-FFF2-40B4-BE49-F238E27FC236}">
                      <a16:creationId xmlns:a16="http://schemas.microsoft.com/office/drawing/2014/main" id="{EF5D77D3-3900-C285-E9C8-21C6A45F6150}"/>
                    </a:ext>
                  </a:extLst>
                </p:cNvPr>
                <p:cNvSpPr/>
                <p:nvPr/>
              </p:nvSpPr>
              <p:spPr>
                <a:xfrm flipV="1">
                  <a:off x="7712" y="118221"/>
                  <a:ext cx="138478" cy="14148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2" name="Shape 402">
                  <a:extLst>
                    <a:ext uri="{FF2B5EF4-FFF2-40B4-BE49-F238E27FC236}">
                      <a16:creationId xmlns:a16="http://schemas.microsoft.com/office/drawing/2014/main" id="{C504E47B-6EF8-E204-EF51-A2FF9E242C2F}"/>
                    </a:ext>
                  </a:extLst>
                </p:cNvPr>
                <p:cNvSpPr/>
                <p:nvPr/>
              </p:nvSpPr>
              <p:spPr>
                <a:xfrm flipV="1">
                  <a:off x="101035" y="139292"/>
                  <a:ext cx="63217" cy="6322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3" name="Shape 403">
                  <a:extLst>
                    <a:ext uri="{FF2B5EF4-FFF2-40B4-BE49-F238E27FC236}">
                      <a16:creationId xmlns:a16="http://schemas.microsoft.com/office/drawing/2014/main" id="{0DCA391A-BFDE-5CEB-8188-16E9D0E724E6}"/>
                    </a:ext>
                  </a:extLst>
                </p:cNvPr>
                <p:cNvSpPr/>
                <p:nvPr/>
              </p:nvSpPr>
              <p:spPr>
                <a:xfrm>
                  <a:off x="131139" y="814"/>
                  <a:ext cx="159550" cy="159553"/>
                </a:xfrm>
                <a:prstGeom prst="ellipse">
                  <a:avLst/>
                </a:prstGeom>
                <a:solidFill>
                  <a:srgbClr val="1333FF"/>
                </a:solidFill>
                <a:ln w="38100" cap="flat">
                  <a:solidFill>
                    <a:srgbClr val="02084F"/>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04" name="Shape 404">
                  <a:extLst>
                    <a:ext uri="{FF2B5EF4-FFF2-40B4-BE49-F238E27FC236}">
                      <a16:creationId xmlns:a16="http://schemas.microsoft.com/office/drawing/2014/main" id="{A227A528-99F1-1DAB-EDF9-1A043502806C}"/>
                    </a:ext>
                  </a:extLst>
                </p:cNvPr>
                <p:cNvSpPr/>
                <p:nvPr/>
              </p:nvSpPr>
              <p:spPr>
                <a:xfrm>
                  <a:off x="212419" y="24897"/>
                  <a:ext cx="54187" cy="51178"/>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06" name="pasted-image.jpg">
                <a:extLst>
                  <a:ext uri="{FF2B5EF4-FFF2-40B4-BE49-F238E27FC236}">
                    <a16:creationId xmlns:a16="http://schemas.microsoft.com/office/drawing/2014/main" id="{33D3667F-9034-67FF-B62B-F76DB5725216}"/>
                  </a:ext>
                </a:extLst>
              </p:cNvPr>
              <p:cNvPicPr>
                <a:picLocks noChangeAspect="1"/>
              </p:cNvPicPr>
              <p:nvPr/>
            </p:nvPicPr>
            <p:blipFill>
              <a:blip r:embed="rId6"/>
              <a:srcRect l="5345" t="36796" r="73973" b="30346"/>
              <a:stretch>
                <a:fillRect/>
              </a:stretch>
            </p:blipFill>
            <p:spPr>
              <a:xfrm>
                <a:off x="837649" y="485097"/>
                <a:ext cx="256325"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grpSp>
        <p:grpSp>
          <p:nvGrpSpPr>
            <p:cNvPr id="50205" name="Group 413">
              <a:extLst>
                <a:ext uri="{FF2B5EF4-FFF2-40B4-BE49-F238E27FC236}">
                  <a16:creationId xmlns:a16="http://schemas.microsoft.com/office/drawing/2014/main" id="{31AD8259-53EC-A4B2-9BF6-29079D22CD28}"/>
                </a:ext>
              </a:extLst>
            </p:cNvPr>
            <p:cNvGrpSpPr>
              <a:grpSpLocks/>
            </p:cNvGrpSpPr>
            <p:nvPr/>
          </p:nvGrpSpPr>
          <p:grpSpPr bwMode="auto">
            <a:xfrm>
              <a:off x="1524950" y="171492"/>
              <a:ext cx="4720045" cy="585087"/>
              <a:chOff x="-516" y="0"/>
              <a:chExt cx="4720044" cy="585086"/>
            </a:xfrm>
          </p:grpSpPr>
          <p:pic>
            <p:nvPicPr>
              <p:cNvPr id="50206" name="250px-VRSNlogoAug2012.png">
                <a:extLst>
                  <a:ext uri="{FF2B5EF4-FFF2-40B4-BE49-F238E27FC236}">
                    <a16:creationId xmlns:a16="http://schemas.microsoft.com/office/drawing/2014/main" id="{8BEFFC6F-C77B-BD4E-3BC1-949930CB5100}"/>
                  </a:ext>
                </a:extLst>
              </p:cNvPr>
              <p:cNvPicPr>
                <a:picLocks noChangeAspect="1"/>
              </p:cNvPicPr>
              <p:nvPr/>
            </p:nvPicPr>
            <p:blipFill>
              <a:blip r:embed="rId5">
                <a:extLst>
                  <a:ext uri="{28A0092B-C50C-407E-A947-70E740481C1C}">
                    <a14:useLocalDpi xmlns:a14="http://schemas.microsoft.com/office/drawing/2010/main" val="0"/>
                  </a:ext>
                </a:extLst>
              </a:blip>
              <a:srcRect l="19008" r="22038" b="33388"/>
              <a:stretch>
                <a:fillRect/>
              </a:stretch>
            </p:blipFill>
            <p:spPr bwMode="auto">
              <a:xfrm>
                <a:off x="815745" y="0"/>
                <a:ext cx="489523" cy="5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09" name="pasted-image.jpg">
                <a:extLst>
                  <a:ext uri="{FF2B5EF4-FFF2-40B4-BE49-F238E27FC236}">
                    <a16:creationId xmlns:a16="http://schemas.microsoft.com/office/drawing/2014/main" id="{1947D3AE-3E02-303B-3006-164903B940E8}"/>
                  </a:ext>
                </a:extLst>
              </p:cNvPr>
              <p:cNvPicPr>
                <a:picLocks noChangeAspect="1"/>
              </p:cNvPicPr>
              <p:nvPr/>
            </p:nvPicPr>
            <p:blipFill>
              <a:blip r:embed="rId6"/>
              <a:srcRect l="5339" t="36780" r="73976" b="30330"/>
              <a:stretch>
                <a:fillRect/>
              </a:stretch>
            </p:blipFill>
            <p:spPr>
              <a:xfrm>
                <a:off x="2781677" y="36076"/>
                <a:ext cx="488831" cy="518662"/>
              </a:xfrm>
              <a:custGeom>
                <a:avLst/>
                <a:gdLst/>
                <a:ahLst/>
                <a:cxnLst>
                  <a:cxn ang="0">
                    <a:pos x="wd2" y="hd2"/>
                  </a:cxn>
                  <a:cxn ang="5400000">
                    <a:pos x="wd2" y="hd2"/>
                  </a:cxn>
                  <a:cxn ang="10800000">
                    <a:pos x="wd2" y="hd2"/>
                  </a:cxn>
                  <a:cxn ang="16200000">
                    <a:pos x="wd2" y="hd2"/>
                  </a:cxn>
                </a:cxnLst>
                <a:rect l="0" t="0" r="r" b="b"/>
                <a:pathLst>
                  <a:path w="19975" h="21177" extrusionOk="0">
                    <a:moveTo>
                      <a:pt x="19496" y="0"/>
                    </a:moveTo>
                    <a:cubicBezTo>
                      <a:pt x="19009" y="0"/>
                      <a:pt x="17987" y="896"/>
                      <a:pt x="17987" y="1329"/>
                    </a:cubicBezTo>
                    <a:cubicBezTo>
                      <a:pt x="17987" y="1885"/>
                      <a:pt x="17113" y="2917"/>
                      <a:pt x="16641" y="2917"/>
                    </a:cubicBezTo>
                    <a:cubicBezTo>
                      <a:pt x="16374" y="2917"/>
                      <a:pt x="16091" y="3028"/>
                      <a:pt x="16009" y="3160"/>
                    </a:cubicBezTo>
                    <a:cubicBezTo>
                      <a:pt x="15927" y="3292"/>
                      <a:pt x="15164" y="3022"/>
                      <a:pt x="14322" y="2560"/>
                    </a:cubicBezTo>
                    <a:cubicBezTo>
                      <a:pt x="12868" y="1762"/>
                      <a:pt x="12661" y="1734"/>
                      <a:pt x="9879" y="1734"/>
                    </a:cubicBezTo>
                    <a:cubicBezTo>
                      <a:pt x="7185" y="1734"/>
                      <a:pt x="6841" y="1790"/>
                      <a:pt x="5533" y="2479"/>
                    </a:cubicBezTo>
                    <a:cubicBezTo>
                      <a:pt x="2607" y="4020"/>
                      <a:pt x="763" y="6458"/>
                      <a:pt x="165" y="9577"/>
                    </a:cubicBezTo>
                    <a:cubicBezTo>
                      <a:pt x="-819" y="14703"/>
                      <a:pt x="2718" y="19948"/>
                      <a:pt x="7884" y="21001"/>
                    </a:cubicBezTo>
                    <a:cubicBezTo>
                      <a:pt x="10826" y="21600"/>
                      <a:pt x="14267" y="20638"/>
                      <a:pt x="16512" y="18586"/>
                    </a:cubicBezTo>
                    <a:cubicBezTo>
                      <a:pt x="20177" y="15236"/>
                      <a:pt x="20781" y="10054"/>
                      <a:pt x="18004" y="5688"/>
                    </a:cubicBezTo>
                    <a:cubicBezTo>
                      <a:pt x="17661" y="5150"/>
                      <a:pt x="17698" y="4883"/>
                      <a:pt x="18231" y="3986"/>
                    </a:cubicBezTo>
                    <a:cubicBezTo>
                      <a:pt x="18361" y="3767"/>
                      <a:pt x="18631" y="3245"/>
                      <a:pt x="18831" y="2820"/>
                    </a:cubicBezTo>
                    <a:cubicBezTo>
                      <a:pt x="19030" y="2394"/>
                      <a:pt x="19396" y="1981"/>
                      <a:pt x="19658" y="1912"/>
                    </a:cubicBezTo>
                    <a:cubicBezTo>
                      <a:pt x="20095" y="1797"/>
                      <a:pt x="20091" y="1754"/>
                      <a:pt x="19577" y="1394"/>
                    </a:cubicBezTo>
                    <a:cubicBezTo>
                      <a:pt x="19045" y="1021"/>
                      <a:pt x="19045" y="982"/>
                      <a:pt x="19479" y="502"/>
                    </a:cubicBezTo>
                    <a:cubicBezTo>
                      <a:pt x="19899" y="39"/>
                      <a:pt x="19899" y="0"/>
                      <a:pt x="19496" y="0"/>
                    </a:cubicBezTo>
                    <a:close/>
                    <a:moveTo>
                      <a:pt x="10398" y="4440"/>
                    </a:moveTo>
                    <a:cubicBezTo>
                      <a:pt x="11105" y="4473"/>
                      <a:pt x="11813" y="4612"/>
                      <a:pt x="12474" y="4894"/>
                    </a:cubicBezTo>
                    <a:cubicBezTo>
                      <a:pt x="13523" y="5341"/>
                      <a:pt x="13837" y="6247"/>
                      <a:pt x="13057" y="6546"/>
                    </a:cubicBezTo>
                    <a:cubicBezTo>
                      <a:pt x="12837" y="6631"/>
                      <a:pt x="12123" y="7713"/>
                      <a:pt x="11452" y="8945"/>
                    </a:cubicBezTo>
                    <a:lnTo>
                      <a:pt x="10219" y="11181"/>
                    </a:lnTo>
                    <a:lnTo>
                      <a:pt x="8517" y="9577"/>
                    </a:lnTo>
                    <a:cubicBezTo>
                      <a:pt x="7381" y="8514"/>
                      <a:pt x="6567" y="7972"/>
                      <a:pt x="6133" y="7972"/>
                    </a:cubicBezTo>
                    <a:cubicBezTo>
                      <a:pt x="5251" y="7972"/>
                      <a:pt x="5318" y="8246"/>
                      <a:pt x="6489" y="9755"/>
                    </a:cubicBezTo>
                    <a:cubicBezTo>
                      <a:pt x="7038" y="10461"/>
                      <a:pt x="7967" y="12003"/>
                      <a:pt x="8565" y="13174"/>
                    </a:cubicBezTo>
                    <a:cubicBezTo>
                      <a:pt x="9466" y="14938"/>
                      <a:pt x="9782" y="15308"/>
                      <a:pt x="10365" y="15378"/>
                    </a:cubicBezTo>
                    <a:cubicBezTo>
                      <a:pt x="11009" y="15454"/>
                      <a:pt x="11154" y="15278"/>
                      <a:pt x="12117" y="13255"/>
                    </a:cubicBezTo>
                    <a:cubicBezTo>
                      <a:pt x="12696" y="12038"/>
                      <a:pt x="13342" y="10737"/>
                      <a:pt x="13560" y="10371"/>
                    </a:cubicBezTo>
                    <a:cubicBezTo>
                      <a:pt x="13778" y="10005"/>
                      <a:pt x="14023" y="9507"/>
                      <a:pt x="14095" y="9269"/>
                    </a:cubicBezTo>
                    <a:cubicBezTo>
                      <a:pt x="14168" y="9031"/>
                      <a:pt x="14599" y="8587"/>
                      <a:pt x="15052" y="8264"/>
                    </a:cubicBezTo>
                    <a:lnTo>
                      <a:pt x="15863" y="7665"/>
                    </a:lnTo>
                    <a:lnTo>
                      <a:pt x="16236" y="8556"/>
                    </a:lnTo>
                    <a:cubicBezTo>
                      <a:pt x="17396" y="11376"/>
                      <a:pt x="16867" y="13918"/>
                      <a:pt x="14679" y="16107"/>
                    </a:cubicBezTo>
                    <a:cubicBezTo>
                      <a:pt x="13632" y="17154"/>
                      <a:pt x="12913" y="17624"/>
                      <a:pt x="11857" y="17938"/>
                    </a:cubicBezTo>
                    <a:cubicBezTo>
                      <a:pt x="11077" y="18170"/>
                      <a:pt x="10141" y="18353"/>
                      <a:pt x="9765" y="18343"/>
                    </a:cubicBezTo>
                    <a:cubicBezTo>
                      <a:pt x="7066" y="18270"/>
                      <a:pt x="4007" y="15914"/>
                      <a:pt x="3246" y="13320"/>
                    </a:cubicBezTo>
                    <a:cubicBezTo>
                      <a:pt x="2723" y="11537"/>
                      <a:pt x="2718" y="11084"/>
                      <a:pt x="3214" y="9415"/>
                    </a:cubicBezTo>
                    <a:cubicBezTo>
                      <a:pt x="4122" y="6355"/>
                      <a:pt x="7335" y="4299"/>
                      <a:pt x="10398" y="4440"/>
                    </a:cubicBezTo>
                    <a:close/>
                  </a:path>
                </a:pathLst>
              </a:custGeom>
              <a:ln w="12700" cap="flat">
                <a:noFill/>
                <a:miter lim="400000"/>
              </a:ln>
              <a:effectLst/>
            </p:spPr>
          </p:pic>
          <p:sp>
            <p:nvSpPr>
              <p:cNvPr id="36896" name="Shape 410">
                <a:extLst>
                  <a:ext uri="{FF2B5EF4-FFF2-40B4-BE49-F238E27FC236}">
                    <a16:creationId xmlns:a16="http://schemas.microsoft.com/office/drawing/2014/main" id="{146B3807-F739-3AFE-F933-2D743A5E20D5}"/>
                  </a:ext>
                </a:extLst>
              </p:cNvPr>
              <p:cNvSpPr>
                <a:spLocks noChangeArrowheads="1"/>
              </p:cNvSpPr>
              <p:nvPr/>
            </p:nvSpPr>
            <p:spPr bwMode="auto">
              <a:xfrm>
                <a:off x="-795" y="8257"/>
                <a:ext cx="767654" cy="574990"/>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a:solidFill>
                      <a:schemeClr val="tx1"/>
                    </a:solidFill>
                    <a:latin typeface="Gill Sans"/>
                    <a:sym typeface="Gill Sans"/>
                  </a:rPr>
                  <a:t>“I’m</a:t>
                </a:r>
              </a:p>
            </p:txBody>
          </p:sp>
          <p:sp>
            <p:nvSpPr>
              <p:cNvPr id="411" name="Shape 411">
                <a:extLst>
                  <a:ext uri="{FF2B5EF4-FFF2-40B4-BE49-F238E27FC236}">
                    <a16:creationId xmlns:a16="http://schemas.microsoft.com/office/drawing/2014/main" id="{D8A340C1-F8E5-5C7E-F4CA-54A91498AD90}"/>
                  </a:ext>
                </a:extLst>
              </p:cNvPr>
              <p:cNvSpPr/>
              <p:nvPr/>
            </p:nvSpPr>
            <p:spPr>
              <a:xfrm>
                <a:off x="1353890" y="5247"/>
                <a:ext cx="1432955" cy="581009"/>
              </a:xfrm>
              <a:prstGeom prst="rect">
                <a:avLst/>
              </a:prstGeom>
              <a:noFill/>
              <a:ln w="12700" cap="flat">
                <a:noFill/>
                <a:miter lim="400000"/>
              </a:ln>
              <a:effectLst/>
            </p:spPr>
            <p:txBody>
              <a:bodyPr wrap="none" lIns="26789" tIns="26789" rIns="26789" bIns="26789" anchor="ctr">
                <a:spAutoFit/>
              </a:bodyPr>
              <a:lstStyle>
                <a:lvl1pPr algn="l">
                  <a:defRPr sz="3100"/>
                </a:lvl1pPr>
              </a:lstStyle>
              <a:p>
                <a:pPr defTabSz="308085">
                  <a:defRPr/>
                </a:pPr>
                <a:r>
                  <a:rPr sz="1635" kern="0">
                    <a:latin typeface="Gill Sans"/>
                    <a:sym typeface="Gill Sans"/>
                  </a:rPr>
                  <a:t>because</a:t>
                </a:r>
              </a:p>
            </p:txBody>
          </p:sp>
          <p:sp>
            <p:nvSpPr>
              <p:cNvPr id="36898" name="Shape 412">
                <a:extLst>
                  <a:ext uri="{FF2B5EF4-FFF2-40B4-BE49-F238E27FC236}">
                    <a16:creationId xmlns:a16="http://schemas.microsoft.com/office/drawing/2014/main" id="{2DC38B8E-A3FA-0B4A-312A-9ABE3FA55CCF}"/>
                  </a:ext>
                </a:extLst>
              </p:cNvPr>
              <p:cNvSpPr>
                <a:spLocks noChangeArrowheads="1"/>
              </p:cNvSpPr>
              <p:nvPr/>
            </p:nvSpPr>
            <p:spPr bwMode="auto">
              <a:xfrm>
                <a:off x="3346781" y="8257"/>
                <a:ext cx="1372747" cy="574990"/>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a:solidFill>
                      <a:schemeClr val="tx1"/>
                    </a:solidFill>
                    <a:latin typeface="Gill Sans"/>
                    <a:sym typeface="Gill Sans"/>
                  </a:rPr>
                  <a:t>says so”</a:t>
                </a:r>
              </a:p>
            </p:txBody>
          </p:sp>
        </p:grpSp>
      </p:grpSp>
      <p:grpSp>
        <p:nvGrpSpPr>
          <p:cNvPr id="432" name="Group 432">
            <a:extLst>
              <a:ext uri="{FF2B5EF4-FFF2-40B4-BE49-F238E27FC236}">
                <a16:creationId xmlns:a16="http://schemas.microsoft.com/office/drawing/2014/main" id="{1D7DC1EC-4C31-6B3C-C426-2333B643BFF4}"/>
              </a:ext>
            </a:extLst>
          </p:cNvPr>
          <p:cNvGrpSpPr>
            <a:grpSpLocks/>
          </p:cNvGrpSpPr>
          <p:nvPr/>
        </p:nvGrpSpPr>
        <p:grpSpPr bwMode="auto">
          <a:xfrm>
            <a:off x="5145089" y="2014538"/>
            <a:ext cx="3089275" cy="468312"/>
            <a:chOff x="-43750" y="7591"/>
            <a:chExt cx="5858767" cy="888639"/>
          </a:xfrm>
        </p:grpSpPr>
        <p:grpSp>
          <p:nvGrpSpPr>
            <p:cNvPr id="50187" name="Group 418">
              <a:extLst>
                <a:ext uri="{FF2B5EF4-FFF2-40B4-BE49-F238E27FC236}">
                  <a16:creationId xmlns:a16="http://schemas.microsoft.com/office/drawing/2014/main" id="{2BC4E5D5-D70B-ECD4-1389-A9C27ED1F42B}"/>
                </a:ext>
              </a:extLst>
            </p:cNvPr>
            <p:cNvGrpSpPr>
              <a:grpSpLocks/>
            </p:cNvGrpSpPr>
            <p:nvPr/>
          </p:nvGrpSpPr>
          <p:grpSpPr bwMode="auto">
            <a:xfrm>
              <a:off x="1525159" y="180443"/>
              <a:ext cx="4289858" cy="573864"/>
              <a:chOff x="-307" y="-13399"/>
              <a:chExt cx="4289856" cy="573863"/>
            </a:xfrm>
          </p:grpSpPr>
          <p:pic>
            <p:nvPicPr>
              <p:cNvPr id="415" name="pasted-image.jpg">
                <a:extLst>
                  <a:ext uri="{FF2B5EF4-FFF2-40B4-BE49-F238E27FC236}">
                    <a16:creationId xmlns:a16="http://schemas.microsoft.com/office/drawing/2014/main" id="{6CC7FBC6-B88F-7F5B-F087-82F0D092ABF6}"/>
                  </a:ext>
                </a:extLst>
              </p:cNvPr>
              <p:cNvPicPr>
                <a:picLocks noChangeAspect="1"/>
              </p:cNvPicPr>
              <p:nvPr/>
            </p:nvPicPr>
            <p:blipFill>
              <a:blip r:embed="rId6"/>
              <a:srcRect l="5339" t="36780" r="73976" b="30330"/>
              <a:stretch>
                <a:fillRect/>
              </a:stretch>
            </p:blipFill>
            <p:spPr>
              <a:xfrm>
                <a:off x="816262" y="13719"/>
                <a:ext cx="488831" cy="518662"/>
              </a:xfrm>
              <a:custGeom>
                <a:avLst/>
                <a:gdLst/>
                <a:ahLst/>
                <a:cxnLst>
                  <a:cxn ang="0">
                    <a:pos x="wd2" y="hd2"/>
                  </a:cxn>
                  <a:cxn ang="5400000">
                    <a:pos x="wd2" y="hd2"/>
                  </a:cxn>
                  <a:cxn ang="10800000">
                    <a:pos x="wd2" y="hd2"/>
                  </a:cxn>
                  <a:cxn ang="16200000">
                    <a:pos x="wd2" y="hd2"/>
                  </a:cxn>
                </a:cxnLst>
                <a:rect l="0" t="0" r="r" b="b"/>
                <a:pathLst>
                  <a:path w="19975" h="21177" extrusionOk="0">
                    <a:moveTo>
                      <a:pt x="19496" y="0"/>
                    </a:moveTo>
                    <a:cubicBezTo>
                      <a:pt x="19009" y="0"/>
                      <a:pt x="17987" y="896"/>
                      <a:pt x="17987" y="1329"/>
                    </a:cubicBezTo>
                    <a:cubicBezTo>
                      <a:pt x="17987" y="1885"/>
                      <a:pt x="17113" y="2917"/>
                      <a:pt x="16641" y="2917"/>
                    </a:cubicBezTo>
                    <a:cubicBezTo>
                      <a:pt x="16374" y="2917"/>
                      <a:pt x="16091" y="3028"/>
                      <a:pt x="16009" y="3160"/>
                    </a:cubicBezTo>
                    <a:cubicBezTo>
                      <a:pt x="15927" y="3292"/>
                      <a:pt x="15164" y="3022"/>
                      <a:pt x="14322" y="2560"/>
                    </a:cubicBezTo>
                    <a:cubicBezTo>
                      <a:pt x="12868" y="1762"/>
                      <a:pt x="12661" y="1734"/>
                      <a:pt x="9879" y="1734"/>
                    </a:cubicBezTo>
                    <a:cubicBezTo>
                      <a:pt x="7185" y="1734"/>
                      <a:pt x="6841" y="1790"/>
                      <a:pt x="5533" y="2479"/>
                    </a:cubicBezTo>
                    <a:cubicBezTo>
                      <a:pt x="2607" y="4020"/>
                      <a:pt x="763" y="6458"/>
                      <a:pt x="165" y="9577"/>
                    </a:cubicBezTo>
                    <a:cubicBezTo>
                      <a:pt x="-819" y="14703"/>
                      <a:pt x="2718" y="19948"/>
                      <a:pt x="7884" y="21001"/>
                    </a:cubicBezTo>
                    <a:cubicBezTo>
                      <a:pt x="10826" y="21600"/>
                      <a:pt x="14267" y="20638"/>
                      <a:pt x="16512" y="18586"/>
                    </a:cubicBezTo>
                    <a:cubicBezTo>
                      <a:pt x="20177" y="15236"/>
                      <a:pt x="20781" y="10054"/>
                      <a:pt x="18004" y="5688"/>
                    </a:cubicBezTo>
                    <a:cubicBezTo>
                      <a:pt x="17661" y="5150"/>
                      <a:pt x="17698" y="4883"/>
                      <a:pt x="18231" y="3986"/>
                    </a:cubicBezTo>
                    <a:cubicBezTo>
                      <a:pt x="18361" y="3767"/>
                      <a:pt x="18631" y="3245"/>
                      <a:pt x="18831" y="2820"/>
                    </a:cubicBezTo>
                    <a:cubicBezTo>
                      <a:pt x="19030" y="2394"/>
                      <a:pt x="19396" y="1981"/>
                      <a:pt x="19658" y="1912"/>
                    </a:cubicBezTo>
                    <a:cubicBezTo>
                      <a:pt x="20095" y="1797"/>
                      <a:pt x="20091" y="1754"/>
                      <a:pt x="19577" y="1394"/>
                    </a:cubicBezTo>
                    <a:cubicBezTo>
                      <a:pt x="19045" y="1021"/>
                      <a:pt x="19045" y="982"/>
                      <a:pt x="19479" y="502"/>
                    </a:cubicBezTo>
                    <a:cubicBezTo>
                      <a:pt x="19899" y="39"/>
                      <a:pt x="19899" y="0"/>
                      <a:pt x="19496" y="0"/>
                    </a:cubicBezTo>
                    <a:close/>
                    <a:moveTo>
                      <a:pt x="10398" y="4440"/>
                    </a:moveTo>
                    <a:cubicBezTo>
                      <a:pt x="11105" y="4473"/>
                      <a:pt x="11813" y="4612"/>
                      <a:pt x="12474" y="4894"/>
                    </a:cubicBezTo>
                    <a:cubicBezTo>
                      <a:pt x="13523" y="5341"/>
                      <a:pt x="13837" y="6247"/>
                      <a:pt x="13057" y="6546"/>
                    </a:cubicBezTo>
                    <a:cubicBezTo>
                      <a:pt x="12837" y="6631"/>
                      <a:pt x="12123" y="7713"/>
                      <a:pt x="11452" y="8945"/>
                    </a:cubicBezTo>
                    <a:lnTo>
                      <a:pt x="10219" y="11181"/>
                    </a:lnTo>
                    <a:lnTo>
                      <a:pt x="8517" y="9577"/>
                    </a:lnTo>
                    <a:cubicBezTo>
                      <a:pt x="7381" y="8514"/>
                      <a:pt x="6567" y="7972"/>
                      <a:pt x="6133" y="7972"/>
                    </a:cubicBezTo>
                    <a:cubicBezTo>
                      <a:pt x="5251" y="7972"/>
                      <a:pt x="5318" y="8246"/>
                      <a:pt x="6489" y="9755"/>
                    </a:cubicBezTo>
                    <a:cubicBezTo>
                      <a:pt x="7038" y="10461"/>
                      <a:pt x="7967" y="12003"/>
                      <a:pt x="8565" y="13174"/>
                    </a:cubicBezTo>
                    <a:cubicBezTo>
                      <a:pt x="9466" y="14938"/>
                      <a:pt x="9782" y="15308"/>
                      <a:pt x="10365" y="15378"/>
                    </a:cubicBezTo>
                    <a:cubicBezTo>
                      <a:pt x="11009" y="15454"/>
                      <a:pt x="11154" y="15278"/>
                      <a:pt x="12117" y="13255"/>
                    </a:cubicBezTo>
                    <a:cubicBezTo>
                      <a:pt x="12696" y="12038"/>
                      <a:pt x="13342" y="10737"/>
                      <a:pt x="13560" y="10371"/>
                    </a:cubicBezTo>
                    <a:cubicBezTo>
                      <a:pt x="13778" y="10005"/>
                      <a:pt x="14023" y="9507"/>
                      <a:pt x="14095" y="9269"/>
                    </a:cubicBezTo>
                    <a:cubicBezTo>
                      <a:pt x="14168" y="9031"/>
                      <a:pt x="14599" y="8587"/>
                      <a:pt x="15052" y="8264"/>
                    </a:cubicBezTo>
                    <a:lnTo>
                      <a:pt x="15863" y="7665"/>
                    </a:lnTo>
                    <a:lnTo>
                      <a:pt x="16236" y="8556"/>
                    </a:lnTo>
                    <a:cubicBezTo>
                      <a:pt x="17396" y="11376"/>
                      <a:pt x="16867" y="13918"/>
                      <a:pt x="14679" y="16107"/>
                    </a:cubicBezTo>
                    <a:cubicBezTo>
                      <a:pt x="13632" y="17154"/>
                      <a:pt x="12913" y="17624"/>
                      <a:pt x="11857" y="17938"/>
                    </a:cubicBezTo>
                    <a:cubicBezTo>
                      <a:pt x="11077" y="18170"/>
                      <a:pt x="10141" y="18353"/>
                      <a:pt x="9765" y="18343"/>
                    </a:cubicBezTo>
                    <a:cubicBezTo>
                      <a:pt x="7066" y="18270"/>
                      <a:pt x="4007" y="15914"/>
                      <a:pt x="3246" y="13320"/>
                    </a:cubicBezTo>
                    <a:cubicBezTo>
                      <a:pt x="2723" y="11537"/>
                      <a:pt x="2718" y="11084"/>
                      <a:pt x="3214" y="9415"/>
                    </a:cubicBezTo>
                    <a:cubicBezTo>
                      <a:pt x="4122" y="6355"/>
                      <a:pt x="7335" y="4299"/>
                      <a:pt x="10398" y="4440"/>
                    </a:cubicBezTo>
                    <a:close/>
                  </a:path>
                </a:pathLst>
              </a:custGeom>
              <a:ln w="12700" cap="flat">
                <a:noFill/>
                <a:miter lim="400000"/>
              </a:ln>
              <a:effectLst/>
            </p:spPr>
          </p:pic>
          <p:sp>
            <p:nvSpPr>
              <p:cNvPr id="36890" name="Shape 416">
                <a:extLst>
                  <a:ext uri="{FF2B5EF4-FFF2-40B4-BE49-F238E27FC236}">
                    <a16:creationId xmlns:a16="http://schemas.microsoft.com/office/drawing/2014/main" id="{C8FA8781-D7A5-C7E5-9322-0F96C79FBF8A}"/>
                  </a:ext>
                </a:extLst>
              </p:cNvPr>
              <p:cNvSpPr>
                <a:spLocks noChangeArrowheads="1"/>
              </p:cNvSpPr>
              <p:nvPr/>
            </p:nvSpPr>
            <p:spPr bwMode="auto">
              <a:xfrm>
                <a:off x="-658" y="-14549"/>
                <a:ext cx="767722" cy="575356"/>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a:solidFill>
                      <a:schemeClr val="tx1"/>
                    </a:solidFill>
                    <a:latin typeface="Gill Sans"/>
                    <a:sym typeface="Gill Sans"/>
                  </a:rPr>
                  <a:t>“I’m</a:t>
                </a:r>
              </a:p>
            </p:txBody>
          </p:sp>
          <p:sp>
            <p:nvSpPr>
              <p:cNvPr id="36891" name="Shape 417">
                <a:extLst>
                  <a:ext uri="{FF2B5EF4-FFF2-40B4-BE49-F238E27FC236}">
                    <a16:creationId xmlns:a16="http://schemas.microsoft.com/office/drawing/2014/main" id="{352ED7F2-9963-018F-4C9C-CCC7575904E6}"/>
                  </a:ext>
                </a:extLst>
              </p:cNvPr>
              <p:cNvSpPr>
                <a:spLocks noChangeArrowheads="1"/>
              </p:cNvSpPr>
              <p:nvPr/>
            </p:nvSpPr>
            <p:spPr bwMode="auto">
              <a:xfrm>
                <a:off x="1354144" y="-14549"/>
                <a:ext cx="2935405" cy="575356"/>
              </a:xfrm>
              <a:prstGeom prst="rect">
                <a:avLst/>
              </a:prstGeom>
              <a:no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defTabSz="307777">
                  <a:defRPr/>
                </a:pPr>
                <a:r>
                  <a:rPr lang="en-US" altLang="en-US" sz="1613" dirty="0">
                    <a:solidFill>
                      <a:schemeClr val="tx1"/>
                    </a:solidFill>
                    <a:latin typeface="Gill Sans"/>
                    <a:sym typeface="Gill Sans"/>
                  </a:rPr>
                  <a:t>because I say so!”</a:t>
                </a:r>
              </a:p>
            </p:txBody>
          </p:sp>
        </p:grpSp>
        <p:grpSp>
          <p:nvGrpSpPr>
            <p:cNvPr id="50188" name="Group 431">
              <a:extLst>
                <a:ext uri="{FF2B5EF4-FFF2-40B4-BE49-F238E27FC236}">
                  <a16:creationId xmlns:a16="http://schemas.microsoft.com/office/drawing/2014/main" id="{444480D6-334F-1F36-1064-0E6D36641E7A}"/>
                </a:ext>
              </a:extLst>
            </p:cNvPr>
            <p:cNvGrpSpPr>
              <a:grpSpLocks/>
            </p:cNvGrpSpPr>
            <p:nvPr/>
          </p:nvGrpSpPr>
          <p:grpSpPr bwMode="auto">
            <a:xfrm>
              <a:off x="-43750" y="7591"/>
              <a:ext cx="1281980" cy="888639"/>
              <a:chOff x="-43750" y="7591"/>
              <a:chExt cx="1281979" cy="888638"/>
            </a:xfrm>
          </p:grpSpPr>
          <p:sp>
            <p:nvSpPr>
              <p:cNvPr id="419" name="Shape 419">
                <a:extLst>
                  <a:ext uri="{FF2B5EF4-FFF2-40B4-BE49-F238E27FC236}">
                    <a16:creationId xmlns:a16="http://schemas.microsoft.com/office/drawing/2014/main" id="{2CB4D9BA-F4A8-851E-2F5A-F6C2BE09CBCA}"/>
                  </a:ext>
                </a:extLst>
              </p:cNvPr>
              <p:cNvSpPr/>
              <p:nvPr/>
            </p:nvSpPr>
            <p:spPr>
              <a:xfrm>
                <a:off x="1409" y="46750"/>
                <a:ext cx="1192226" cy="849479"/>
              </a:xfrm>
              <a:prstGeom prst="rect">
                <a:avLst/>
              </a:prstGeom>
              <a:solidFill>
                <a:srgbClr val="C4C4C4"/>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20" name="Shape 420">
                <a:extLst>
                  <a:ext uri="{FF2B5EF4-FFF2-40B4-BE49-F238E27FC236}">
                    <a16:creationId xmlns:a16="http://schemas.microsoft.com/office/drawing/2014/main" id="{5974B8C6-1C06-2829-406A-B175E61B13E1}"/>
                  </a:ext>
                </a:extLst>
              </p:cNvPr>
              <p:cNvSpPr/>
              <p:nvPr/>
            </p:nvSpPr>
            <p:spPr>
              <a:xfrm>
                <a:off x="-43750" y="7591"/>
                <a:ext cx="1282546" cy="442812"/>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50191" name="Group 428">
                <a:extLst>
                  <a:ext uri="{FF2B5EF4-FFF2-40B4-BE49-F238E27FC236}">
                    <a16:creationId xmlns:a16="http://schemas.microsoft.com/office/drawing/2014/main" id="{D3FFED5C-B5DD-C981-DC1C-C5C6D77F8383}"/>
                  </a:ext>
                </a:extLst>
              </p:cNvPr>
              <p:cNvGrpSpPr>
                <a:grpSpLocks/>
              </p:cNvGrpSpPr>
              <p:nvPr/>
            </p:nvGrpSpPr>
            <p:grpSpPr bwMode="auto">
              <a:xfrm>
                <a:off x="62930" y="528144"/>
                <a:ext cx="290761" cy="270627"/>
                <a:chOff x="0" y="0"/>
                <a:chExt cx="290759" cy="270626"/>
              </a:xfrm>
            </p:grpSpPr>
            <p:sp>
              <p:nvSpPr>
                <p:cNvPr id="421" name="Shape 421">
                  <a:extLst>
                    <a:ext uri="{FF2B5EF4-FFF2-40B4-BE49-F238E27FC236}">
                      <a16:creationId xmlns:a16="http://schemas.microsoft.com/office/drawing/2014/main" id="{03EF4E4D-5510-9AE6-9156-EA385467E6D9}"/>
                    </a:ext>
                  </a:extLst>
                </p:cNvPr>
                <p:cNvSpPr/>
                <p:nvPr/>
              </p:nvSpPr>
              <p:spPr>
                <a:xfrm>
                  <a:off x="-1307" y="96975"/>
                  <a:ext cx="216766" cy="174715"/>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FFE44F"/>
                </a:solidFill>
                <a:ln w="25400" cap="flat">
                  <a:solidFill>
                    <a:srgbClr val="EBB316"/>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2" name="Shape 422">
                  <a:extLst>
                    <a:ext uri="{FF2B5EF4-FFF2-40B4-BE49-F238E27FC236}">
                      <a16:creationId xmlns:a16="http://schemas.microsoft.com/office/drawing/2014/main" id="{CF76E34C-55D4-E24A-378B-3EC5F3ACC11D}"/>
                    </a:ext>
                  </a:extLst>
                </p:cNvPr>
                <p:cNvSpPr/>
                <p:nvPr/>
              </p:nvSpPr>
              <p:spPr>
                <a:xfrm flipV="1">
                  <a:off x="10736" y="124087"/>
                  <a:ext cx="141501" cy="141579"/>
                </a:xfrm>
                <a:prstGeom prst="line">
                  <a:avLst/>
                </a:prstGeom>
                <a:noFill/>
                <a:ln w="25400" cap="flat">
                  <a:solidFill>
                    <a:srgbClr val="FFE44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3" name="Shape 423">
                  <a:extLst>
                    <a:ext uri="{FF2B5EF4-FFF2-40B4-BE49-F238E27FC236}">
                      <a16:creationId xmlns:a16="http://schemas.microsoft.com/office/drawing/2014/main" id="{13C9C0B2-E72A-6711-5935-B5378E099D12}"/>
                    </a:ext>
                  </a:extLst>
                </p:cNvPr>
                <p:cNvSpPr/>
                <p:nvPr/>
              </p:nvSpPr>
              <p:spPr>
                <a:xfrm flipV="1">
                  <a:off x="107077" y="139148"/>
                  <a:ext cx="63224" cy="63260"/>
                </a:xfrm>
                <a:prstGeom prst="line">
                  <a:avLst/>
                </a:prstGeom>
                <a:noFill/>
                <a:ln w="25400" cap="flat">
                  <a:solidFill>
                    <a:srgbClr val="FFE44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4" name="Shape 424">
                  <a:extLst>
                    <a:ext uri="{FF2B5EF4-FFF2-40B4-BE49-F238E27FC236}">
                      <a16:creationId xmlns:a16="http://schemas.microsoft.com/office/drawing/2014/main" id="{DB5F19C7-28C2-770E-EFB3-EC24F1434D66}"/>
                    </a:ext>
                  </a:extLst>
                </p:cNvPr>
                <p:cNvSpPr/>
                <p:nvPr/>
              </p:nvSpPr>
              <p:spPr>
                <a:xfrm flipV="1">
                  <a:off x="7726" y="118063"/>
                  <a:ext cx="138490" cy="1415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5" name="Shape 425">
                  <a:extLst>
                    <a:ext uri="{FF2B5EF4-FFF2-40B4-BE49-F238E27FC236}">
                      <a16:creationId xmlns:a16="http://schemas.microsoft.com/office/drawing/2014/main" id="{910658F1-C471-0646-84C7-BBFCFB13DAC2}"/>
                    </a:ext>
                  </a:extLst>
                </p:cNvPr>
                <p:cNvSpPr/>
                <p:nvPr/>
              </p:nvSpPr>
              <p:spPr>
                <a:xfrm flipV="1">
                  <a:off x="101055" y="139148"/>
                  <a:ext cx="63224" cy="6326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6" name="Shape 426">
                  <a:extLst>
                    <a:ext uri="{FF2B5EF4-FFF2-40B4-BE49-F238E27FC236}">
                      <a16:creationId xmlns:a16="http://schemas.microsoft.com/office/drawing/2014/main" id="{EF0DE65F-4D62-C971-FED4-FAF74543A6D3}"/>
                    </a:ext>
                  </a:extLst>
                </p:cNvPr>
                <p:cNvSpPr/>
                <p:nvPr/>
              </p:nvSpPr>
              <p:spPr>
                <a:xfrm>
                  <a:off x="131162" y="581"/>
                  <a:ext cx="159565" cy="159655"/>
                </a:xfrm>
                <a:prstGeom prst="ellipse">
                  <a:avLst/>
                </a:prstGeom>
                <a:solidFill>
                  <a:srgbClr val="FFE44F"/>
                </a:solidFill>
                <a:ln w="38100" cap="flat">
                  <a:solidFill>
                    <a:srgbClr val="EBB315"/>
                  </a:solidFill>
                  <a:prstDash val="solid"/>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000000"/>
                      </a:outerShdw>
                    </a:effectLst>
                    <a:latin typeface="Gill Sans"/>
                    <a:sym typeface="Gill Sans"/>
                  </a:endParaRPr>
                </a:p>
              </p:txBody>
            </p:sp>
            <p:sp>
              <p:nvSpPr>
                <p:cNvPr id="427" name="Shape 427">
                  <a:extLst>
                    <a:ext uri="{FF2B5EF4-FFF2-40B4-BE49-F238E27FC236}">
                      <a16:creationId xmlns:a16="http://schemas.microsoft.com/office/drawing/2014/main" id="{6F7F3142-0342-6800-0123-CFE8A660DDD2}"/>
                    </a:ext>
                  </a:extLst>
                </p:cNvPr>
                <p:cNvSpPr/>
                <p:nvPr/>
              </p:nvSpPr>
              <p:spPr>
                <a:xfrm>
                  <a:off x="212450" y="24679"/>
                  <a:ext cx="54192" cy="51211"/>
                </a:xfrm>
                <a:prstGeom prst="ellipse">
                  <a:avLst/>
                </a:prstGeom>
                <a:solidFill>
                  <a:srgbClr val="000000"/>
                </a:solid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grpSp>
          <p:pic>
            <p:nvPicPr>
              <p:cNvPr id="429" name="pasted-image.jpg">
                <a:extLst>
                  <a:ext uri="{FF2B5EF4-FFF2-40B4-BE49-F238E27FC236}">
                    <a16:creationId xmlns:a16="http://schemas.microsoft.com/office/drawing/2014/main" id="{33B3E46E-8AFC-93F5-940E-2738A525A4E9}"/>
                  </a:ext>
                </a:extLst>
              </p:cNvPr>
              <p:cNvPicPr>
                <a:picLocks noChangeAspect="1"/>
              </p:cNvPicPr>
              <p:nvPr/>
            </p:nvPicPr>
            <p:blipFill>
              <a:blip r:embed="rId6"/>
              <a:srcRect l="5345" t="36796" r="73973" b="30346"/>
              <a:stretch>
                <a:fillRect/>
              </a:stretch>
            </p:blipFill>
            <p:spPr>
              <a:xfrm>
                <a:off x="837649" y="485097"/>
                <a:ext cx="256325"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pic>
            <p:nvPicPr>
              <p:cNvPr id="430" name="pasted-image.jpg">
                <a:extLst>
                  <a:ext uri="{FF2B5EF4-FFF2-40B4-BE49-F238E27FC236}">
                    <a16:creationId xmlns:a16="http://schemas.microsoft.com/office/drawing/2014/main" id="{0FAB2D11-7DF3-D8CD-523D-F17737A2FCD5}"/>
                  </a:ext>
                </a:extLst>
              </p:cNvPr>
              <p:cNvPicPr>
                <a:picLocks noChangeAspect="1"/>
              </p:cNvPicPr>
              <p:nvPr/>
            </p:nvPicPr>
            <p:blipFill>
              <a:blip r:embed="rId6"/>
              <a:srcRect l="5345" t="36796" r="73973" b="30346"/>
              <a:stretch>
                <a:fillRect/>
              </a:stretch>
            </p:blipFill>
            <p:spPr>
              <a:xfrm>
                <a:off x="468016" y="485097"/>
                <a:ext cx="256326"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grpSp>
      </p:grpSp>
      <p:sp>
        <p:nvSpPr>
          <p:cNvPr id="433" name="Shape 433">
            <a:extLst>
              <a:ext uri="{FF2B5EF4-FFF2-40B4-BE49-F238E27FC236}">
                <a16:creationId xmlns:a16="http://schemas.microsoft.com/office/drawing/2014/main" id="{FAB5FB58-34A2-61D6-D764-73F05E7295C9}"/>
              </a:ext>
            </a:extLst>
          </p:cNvPr>
          <p:cNvSpPr>
            <a:spLocks noChangeArrowheads="1"/>
          </p:cNvSpPr>
          <p:nvPr/>
        </p:nvSpPr>
        <p:spPr bwMode="auto">
          <a:xfrm>
            <a:off x="4818064" y="1939926"/>
            <a:ext cx="40322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6789" tIns="26789" rIns="26789" bIns="26789" anchor="ctr">
            <a:spAutoFit/>
          </a:bodyPr>
          <a:lstStyle>
            <a:lvl1pPr defTabSz="306388">
              <a:defRPr sz="2400">
                <a:solidFill>
                  <a:schemeClr val="tx1"/>
                </a:solidFill>
                <a:latin typeface="Arial" panose="020B0604020202020204" pitchFamily="34" charset="0"/>
                <a:cs typeface="Arial" panose="020B0604020202020204" pitchFamily="34" charset="0"/>
              </a:defRPr>
            </a:lvl1pPr>
            <a:lvl2pPr marL="742950" indent="-285750" defTabSz="306388">
              <a:defRPr sz="2400">
                <a:solidFill>
                  <a:schemeClr val="tx1"/>
                </a:solidFill>
                <a:latin typeface="Arial" panose="020B0604020202020204" pitchFamily="34" charset="0"/>
                <a:cs typeface="Arial" panose="020B0604020202020204" pitchFamily="34" charset="0"/>
              </a:defRPr>
            </a:lvl2pPr>
            <a:lvl3pPr marL="1143000" indent="-228600" defTabSz="306388">
              <a:defRPr sz="2400">
                <a:solidFill>
                  <a:schemeClr val="tx1"/>
                </a:solidFill>
                <a:latin typeface="Arial" panose="020B0604020202020204" pitchFamily="34" charset="0"/>
                <a:cs typeface="Arial" panose="020B0604020202020204" pitchFamily="34" charset="0"/>
              </a:defRPr>
            </a:lvl3pPr>
            <a:lvl4pPr marL="1600200" indent="-228600" defTabSz="306388">
              <a:defRPr sz="2400">
                <a:solidFill>
                  <a:schemeClr val="tx1"/>
                </a:solidFill>
                <a:latin typeface="Arial" panose="020B0604020202020204" pitchFamily="34" charset="0"/>
                <a:cs typeface="Arial" panose="020B0604020202020204" pitchFamily="34" charset="0"/>
              </a:defRPr>
            </a:lvl4pPr>
            <a:lvl5pPr marL="2057400" indent="-228600" defTabSz="306388">
              <a:defRPr sz="2400">
                <a:solidFill>
                  <a:schemeClr val="tx1"/>
                </a:solidFill>
                <a:latin typeface="Arial" panose="020B0604020202020204" pitchFamily="34" charset="0"/>
                <a:cs typeface="Arial" panose="020B0604020202020204" pitchFamily="34" charset="0"/>
              </a:defRPr>
            </a:lvl5pPr>
            <a:lvl6pPr marL="25146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a:r>
              <a:rPr lang="en-US" altLang="en-US" sz="3600">
                <a:latin typeface="Gill Sans"/>
                <a:sym typeface="Gill Sans"/>
              </a:rPr>
              <a:t>✓</a:t>
            </a:r>
          </a:p>
        </p:txBody>
      </p:sp>
      <p:sp>
        <p:nvSpPr>
          <p:cNvPr id="434" name="Shape 434">
            <a:extLst>
              <a:ext uri="{FF2B5EF4-FFF2-40B4-BE49-F238E27FC236}">
                <a16:creationId xmlns:a16="http://schemas.microsoft.com/office/drawing/2014/main" id="{0CFF265E-27D9-59ED-660D-3C7FC5816854}"/>
              </a:ext>
            </a:extLst>
          </p:cNvPr>
          <p:cNvSpPr>
            <a:spLocks noChangeArrowheads="1"/>
          </p:cNvSpPr>
          <p:nvPr/>
        </p:nvSpPr>
        <p:spPr bwMode="auto">
          <a:xfrm>
            <a:off x="4818064" y="3035301"/>
            <a:ext cx="4032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6789" tIns="26789" rIns="26789" bIns="26789" anchor="ctr">
            <a:spAutoFit/>
          </a:bodyPr>
          <a:lstStyle>
            <a:lvl1pPr defTabSz="306388">
              <a:defRPr sz="2400">
                <a:solidFill>
                  <a:schemeClr val="tx1"/>
                </a:solidFill>
                <a:latin typeface="Arial" panose="020B0604020202020204" pitchFamily="34" charset="0"/>
                <a:cs typeface="Arial" panose="020B0604020202020204" pitchFamily="34" charset="0"/>
              </a:defRPr>
            </a:lvl1pPr>
            <a:lvl2pPr marL="742950" indent="-285750" defTabSz="306388">
              <a:defRPr sz="2400">
                <a:solidFill>
                  <a:schemeClr val="tx1"/>
                </a:solidFill>
                <a:latin typeface="Arial" panose="020B0604020202020204" pitchFamily="34" charset="0"/>
                <a:cs typeface="Arial" panose="020B0604020202020204" pitchFamily="34" charset="0"/>
              </a:defRPr>
            </a:lvl2pPr>
            <a:lvl3pPr marL="1143000" indent="-228600" defTabSz="306388">
              <a:defRPr sz="2400">
                <a:solidFill>
                  <a:schemeClr val="tx1"/>
                </a:solidFill>
                <a:latin typeface="Arial" panose="020B0604020202020204" pitchFamily="34" charset="0"/>
                <a:cs typeface="Arial" panose="020B0604020202020204" pitchFamily="34" charset="0"/>
              </a:defRPr>
            </a:lvl3pPr>
            <a:lvl4pPr marL="1600200" indent="-228600" defTabSz="306388">
              <a:defRPr sz="2400">
                <a:solidFill>
                  <a:schemeClr val="tx1"/>
                </a:solidFill>
                <a:latin typeface="Arial" panose="020B0604020202020204" pitchFamily="34" charset="0"/>
                <a:cs typeface="Arial" panose="020B0604020202020204" pitchFamily="34" charset="0"/>
              </a:defRPr>
            </a:lvl4pPr>
            <a:lvl5pPr marL="2057400" indent="-228600" defTabSz="306388">
              <a:defRPr sz="2400">
                <a:solidFill>
                  <a:schemeClr val="tx1"/>
                </a:solidFill>
                <a:latin typeface="Arial" panose="020B0604020202020204" pitchFamily="34" charset="0"/>
                <a:cs typeface="Arial" panose="020B0604020202020204" pitchFamily="34" charset="0"/>
              </a:defRPr>
            </a:lvl5pPr>
            <a:lvl6pPr marL="25146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a:r>
              <a:rPr lang="en-US" altLang="en-US" sz="3600">
                <a:latin typeface="Gill Sans"/>
                <a:sym typeface="Gill Sans"/>
              </a:rPr>
              <a:t>✓</a:t>
            </a:r>
          </a:p>
        </p:txBody>
      </p:sp>
      <p:sp>
        <p:nvSpPr>
          <p:cNvPr id="435" name="Shape 435">
            <a:extLst>
              <a:ext uri="{FF2B5EF4-FFF2-40B4-BE49-F238E27FC236}">
                <a16:creationId xmlns:a16="http://schemas.microsoft.com/office/drawing/2014/main" id="{3FD60CA0-85CB-AC43-05EC-757B74F46197}"/>
              </a:ext>
            </a:extLst>
          </p:cNvPr>
          <p:cNvSpPr>
            <a:spLocks noChangeArrowheads="1"/>
          </p:cNvSpPr>
          <p:nvPr/>
        </p:nvSpPr>
        <p:spPr bwMode="auto">
          <a:xfrm>
            <a:off x="4818064" y="4195764"/>
            <a:ext cx="4032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6789" tIns="26789" rIns="26789" bIns="26789" anchor="ctr">
            <a:spAutoFit/>
          </a:bodyPr>
          <a:lstStyle>
            <a:lvl1pPr defTabSz="306388">
              <a:defRPr sz="2400">
                <a:solidFill>
                  <a:schemeClr val="tx1"/>
                </a:solidFill>
                <a:latin typeface="Arial" panose="020B0604020202020204" pitchFamily="34" charset="0"/>
                <a:cs typeface="Arial" panose="020B0604020202020204" pitchFamily="34" charset="0"/>
              </a:defRPr>
            </a:lvl1pPr>
            <a:lvl2pPr marL="742950" indent="-285750" defTabSz="306388">
              <a:defRPr sz="2400">
                <a:solidFill>
                  <a:schemeClr val="tx1"/>
                </a:solidFill>
                <a:latin typeface="Arial" panose="020B0604020202020204" pitchFamily="34" charset="0"/>
                <a:cs typeface="Arial" panose="020B0604020202020204" pitchFamily="34" charset="0"/>
              </a:defRPr>
            </a:lvl2pPr>
            <a:lvl3pPr marL="1143000" indent="-228600" defTabSz="306388">
              <a:defRPr sz="2400">
                <a:solidFill>
                  <a:schemeClr val="tx1"/>
                </a:solidFill>
                <a:latin typeface="Arial" panose="020B0604020202020204" pitchFamily="34" charset="0"/>
                <a:cs typeface="Arial" panose="020B0604020202020204" pitchFamily="34" charset="0"/>
              </a:defRPr>
            </a:lvl3pPr>
            <a:lvl4pPr marL="1600200" indent="-228600" defTabSz="306388">
              <a:defRPr sz="2400">
                <a:solidFill>
                  <a:schemeClr val="tx1"/>
                </a:solidFill>
                <a:latin typeface="Arial" panose="020B0604020202020204" pitchFamily="34" charset="0"/>
                <a:cs typeface="Arial" panose="020B0604020202020204" pitchFamily="34" charset="0"/>
              </a:defRPr>
            </a:lvl4pPr>
            <a:lvl5pPr marL="2057400" indent="-228600" defTabSz="306388">
              <a:defRPr sz="2400">
                <a:solidFill>
                  <a:schemeClr val="tx1"/>
                </a:solidFill>
                <a:latin typeface="Arial" panose="020B0604020202020204" pitchFamily="34" charset="0"/>
                <a:cs typeface="Arial" panose="020B0604020202020204" pitchFamily="34" charset="0"/>
              </a:defRPr>
            </a:lvl5pPr>
            <a:lvl6pPr marL="25146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3063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ctr" eaLnBrk="1"/>
            <a:r>
              <a:rPr lang="en-US" altLang="en-US" sz="3600">
                <a:latin typeface="Gill Sans"/>
                <a:sym typeface="Gill Sans"/>
              </a:rPr>
              <a:t>✓</a:t>
            </a:r>
          </a:p>
        </p:txBody>
      </p:sp>
    </p:spTree>
  </p:cSld>
  <p:clrMapOvr>
    <a:masterClrMapping/>
  </p:clrMapOvr>
  <p:transition spd="slow">
    <p:dissolve/>
  </p:transition>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1" presetClass="path" presetSubtype="0" accel="50000" decel="50000" fill="hold" nodeType="clickEffect">
                                  <p:stCondLst>
                                    <p:cond delay="0"/>
                                  </p:stCondLst>
                                  <p:childTnLst>
                                    <p:animMotion origin="layout" path="M 0.000000 0.000000 L 0.000000 -0.220684" pathEditMode="relative">
                                      <p:cBhvr>
                                        <p:cTn id="6" dur="1000" fill="hold"/>
                                        <p:tgtEl>
                                          <p:spTgt spid="374"/>
                                        </p:tgtEl>
                                        <p:attrNameLst>
                                          <p:attrName>ppt_x</p:attrName>
                                          <p:attrName>ppt_y</p:attrName>
                                        </p:attrNameLst>
                                      </p:cBhvr>
                                    </p:animMotion>
                                  </p:childTnLst>
                                </p:cTn>
                              </p:par>
                            </p:childTnLst>
                          </p:cTn>
                        </p:par>
                        <p:par>
                          <p:cTn id="7" fill="hold" nodeType="afterGroup">
                            <p:stCondLst>
                              <p:cond delay="1000"/>
                            </p:stCondLst>
                            <p:childTnLst>
                              <p:par>
                                <p:cTn id="8" presetID="9" presetClass="entr" fill="hold" nodeType="afterEffect">
                                  <p:stCondLst>
                                    <p:cond delay="0"/>
                                  </p:stCondLst>
                                  <p:iterate>
                                    <p:tmAbs val="0"/>
                                  </p:iterate>
                                  <p:childTnLst>
                                    <p:set>
                                      <p:cBhvr>
                                        <p:cTn id="9" fill="hold"/>
                                        <p:tgtEl>
                                          <p:spTgt spid="414"/>
                                        </p:tgtEl>
                                        <p:attrNameLst>
                                          <p:attrName>style.visibility</p:attrName>
                                        </p:attrNameLst>
                                      </p:cBhvr>
                                      <p:to>
                                        <p:strVal val="visible"/>
                                      </p:to>
                                    </p:set>
                                    <p:animEffect transition="in" filter="dissolve">
                                      <p:cBhvr>
                                        <p:cTn id="10" dur="1000"/>
                                        <p:tgtEl>
                                          <p:spTgt spid="41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path" presetSubtype="0" accel="50000" decel="50000" fill="hold" nodeType="clickEffect">
                                  <p:stCondLst>
                                    <p:cond delay="0"/>
                                  </p:stCondLst>
                                  <p:childTnLst>
                                    <p:animMotion origin="layout" path="M 0.000000 -0.220684 L 0.000000 -0.433555" pathEditMode="relative">
                                      <p:cBhvr>
                                        <p:cTn id="14" dur="1000" fill="hold"/>
                                        <p:tgtEl>
                                          <p:spTgt spid="374"/>
                                        </p:tgtEl>
                                        <p:attrNameLst>
                                          <p:attrName>ppt_x</p:attrName>
                                          <p:attrName>ppt_y</p:attrName>
                                        </p:attrNameLst>
                                      </p:cBhvr>
                                    </p:animMotion>
                                  </p:childTnLst>
                                </p:cTn>
                              </p:par>
                            </p:childTnLst>
                          </p:cTn>
                        </p:par>
                        <p:par>
                          <p:cTn id="15" fill="hold" nodeType="afterGroup">
                            <p:stCondLst>
                              <p:cond delay="1000"/>
                            </p:stCondLst>
                            <p:childTnLst>
                              <p:par>
                                <p:cTn id="16" presetID="9" presetClass="entr" fill="hold" nodeType="afterEffect">
                                  <p:stCondLst>
                                    <p:cond delay="0"/>
                                  </p:stCondLst>
                                  <p:iterate>
                                    <p:tmAbs val="0"/>
                                  </p:iterate>
                                  <p:childTnLst>
                                    <p:set>
                                      <p:cBhvr>
                                        <p:cTn id="17" fill="hold"/>
                                        <p:tgtEl>
                                          <p:spTgt spid="432"/>
                                        </p:tgtEl>
                                        <p:attrNameLst>
                                          <p:attrName>style.visibility</p:attrName>
                                        </p:attrNameLst>
                                      </p:cBhvr>
                                      <p:to>
                                        <p:strVal val="visible"/>
                                      </p:to>
                                    </p:set>
                                    <p:animEffect transition="in" filter="dissolve">
                                      <p:cBhvr>
                                        <p:cTn id="18" dur="1000"/>
                                        <p:tgtEl>
                                          <p:spTgt spid="43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iterate>
                                    <p:tmAbs val="0"/>
                                  </p:iterate>
                                  <p:childTnLst>
                                    <p:set>
                                      <p:cBhvr>
                                        <p:cTn id="22" fill="hold"/>
                                        <p:tgtEl>
                                          <p:spTgt spid="433"/>
                                        </p:tgtEl>
                                        <p:attrNameLst>
                                          <p:attrName>style.visibility</p:attrName>
                                        </p:attrNameLst>
                                      </p:cBhvr>
                                      <p:to>
                                        <p:strVal val="visible"/>
                                      </p:to>
                                    </p:set>
                                    <p:anim calcmode="lin" valueType="num">
                                      <p:cBhvr>
                                        <p:cTn id="23" dur="400" fill="hold"/>
                                        <p:tgtEl>
                                          <p:spTgt spid="433"/>
                                        </p:tgtEl>
                                        <p:attrNameLst>
                                          <p:attrName>ppt_w</p:attrName>
                                        </p:attrNameLst>
                                      </p:cBhvr>
                                      <p:tavLst>
                                        <p:tav tm="0">
                                          <p:val>
                                            <p:fltVal val="0"/>
                                          </p:val>
                                        </p:tav>
                                        <p:tav tm="100000">
                                          <p:val>
                                            <p:strVal val="#ppt_w"/>
                                          </p:val>
                                        </p:tav>
                                      </p:tavLst>
                                    </p:anim>
                                    <p:anim calcmode="lin" valueType="num">
                                      <p:cBhvr>
                                        <p:cTn id="24" dur="400" fill="hold"/>
                                        <p:tgtEl>
                                          <p:spTgt spid="433"/>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path" presetSubtype="0" accel="50000" decel="50000" fill="hold" nodeType="clickEffect">
                                  <p:stCondLst>
                                    <p:cond delay="0"/>
                                  </p:stCondLst>
                                  <p:childTnLst>
                                    <p:animMotion origin="layout" path="M 0.000000 -0.433555 L 0.000000 -0.220684" pathEditMode="relative">
                                      <p:cBhvr>
                                        <p:cTn id="28" dur="1000" fill="hold"/>
                                        <p:tgtEl>
                                          <p:spTgt spid="374"/>
                                        </p:tgtEl>
                                        <p:attrNameLst>
                                          <p:attrName>ppt_x</p:attrName>
                                          <p:attrName>ppt_y</p:attrName>
                                        </p:attrNameLst>
                                      </p:cBhvr>
                                    </p:animMotion>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iterate>
                                    <p:tmAbs val="0"/>
                                  </p:iterate>
                                  <p:childTnLst>
                                    <p:set>
                                      <p:cBhvr>
                                        <p:cTn id="32" fill="hold"/>
                                        <p:tgtEl>
                                          <p:spTgt spid="434"/>
                                        </p:tgtEl>
                                        <p:attrNameLst>
                                          <p:attrName>style.visibility</p:attrName>
                                        </p:attrNameLst>
                                      </p:cBhvr>
                                      <p:to>
                                        <p:strVal val="visible"/>
                                      </p:to>
                                    </p:set>
                                    <p:anim calcmode="lin" valueType="num">
                                      <p:cBhvr>
                                        <p:cTn id="33" dur="400" fill="hold"/>
                                        <p:tgtEl>
                                          <p:spTgt spid="434"/>
                                        </p:tgtEl>
                                        <p:attrNameLst>
                                          <p:attrName>ppt_w</p:attrName>
                                        </p:attrNameLst>
                                      </p:cBhvr>
                                      <p:tavLst>
                                        <p:tav tm="0">
                                          <p:val>
                                            <p:fltVal val="0"/>
                                          </p:val>
                                        </p:tav>
                                        <p:tav tm="100000">
                                          <p:val>
                                            <p:strVal val="#ppt_w"/>
                                          </p:val>
                                        </p:tav>
                                      </p:tavLst>
                                    </p:anim>
                                    <p:anim calcmode="lin" valueType="num">
                                      <p:cBhvr>
                                        <p:cTn id="34" dur="400" fill="hold"/>
                                        <p:tgtEl>
                                          <p:spTgt spid="434"/>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path" presetSubtype="0" accel="50000" decel="50000" fill="hold" nodeType="clickEffect">
                                  <p:stCondLst>
                                    <p:cond delay="0"/>
                                  </p:stCondLst>
                                  <p:childTnLst>
                                    <p:animMotion origin="layout" path="M 0.000000 -0.220684 L -0.000000 0.000000" pathEditMode="relative">
                                      <p:cBhvr>
                                        <p:cTn id="38" dur="1000" fill="hold"/>
                                        <p:tgtEl>
                                          <p:spTgt spid="374"/>
                                        </p:tgtEl>
                                        <p:attrNameLst>
                                          <p:attrName>ppt_x</p:attrName>
                                          <p:attrName>ppt_y</p:attrName>
                                        </p:attrNameLst>
                                      </p:cBhvr>
                                    </p:animMotion>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iterate>
                                    <p:tmAbs val="0"/>
                                  </p:iterate>
                                  <p:childTnLst>
                                    <p:set>
                                      <p:cBhvr>
                                        <p:cTn id="42" fill="hold"/>
                                        <p:tgtEl>
                                          <p:spTgt spid="435"/>
                                        </p:tgtEl>
                                        <p:attrNameLst>
                                          <p:attrName>style.visibility</p:attrName>
                                        </p:attrNameLst>
                                      </p:cBhvr>
                                      <p:to>
                                        <p:strVal val="visible"/>
                                      </p:to>
                                    </p:set>
                                    <p:anim calcmode="lin" valueType="num">
                                      <p:cBhvr>
                                        <p:cTn id="43" dur="400" fill="hold"/>
                                        <p:tgtEl>
                                          <p:spTgt spid="435"/>
                                        </p:tgtEl>
                                        <p:attrNameLst>
                                          <p:attrName>ppt_w</p:attrName>
                                        </p:attrNameLst>
                                      </p:cBhvr>
                                      <p:tavLst>
                                        <p:tav tm="0">
                                          <p:val>
                                            <p:fltVal val="0"/>
                                          </p:val>
                                        </p:tav>
                                        <p:tav tm="100000">
                                          <p:val>
                                            <p:strVal val="#ppt_w"/>
                                          </p:val>
                                        </p:tav>
                                      </p:tavLst>
                                    </p:anim>
                                    <p:anim calcmode="lin" valueType="num">
                                      <p:cBhvr>
                                        <p:cTn id="44" dur="400" fill="hold"/>
                                        <p:tgtEl>
                                          <p:spTgt spid="43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advAuto="0"/>
      <p:bldP spid="432" grpId="0" advAuto="0"/>
      <p:bldP spid="433" grpId="0" advAuto="0"/>
      <p:bldP spid="434" grpId="0" advAuto="0"/>
      <p:bldP spid="435" grpId="0"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4" name="Group 374">
            <a:extLst>
              <a:ext uri="{FF2B5EF4-FFF2-40B4-BE49-F238E27FC236}">
                <a16:creationId xmlns:a16="http://schemas.microsoft.com/office/drawing/2014/main" id="{E6E2EECE-682B-C0B1-A234-44FC8DCF4361}"/>
              </a:ext>
            </a:extLst>
          </p:cNvPr>
          <p:cNvGrpSpPr>
            <a:grpSpLocks/>
          </p:cNvGrpSpPr>
          <p:nvPr/>
        </p:nvGrpSpPr>
        <p:grpSpPr bwMode="auto">
          <a:xfrm>
            <a:off x="3221038" y="3952875"/>
            <a:ext cx="1573212" cy="1047750"/>
            <a:chOff x="0" y="0"/>
            <a:chExt cx="2982115" cy="1988874"/>
          </a:xfrm>
        </p:grpSpPr>
        <p:sp>
          <p:nvSpPr>
            <p:cNvPr id="372" name="Shape 372">
              <a:extLst>
                <a:ext uri="{FF2B5EF4-FFF2-40B4-BE49-F238E27FC236}">
                  <a16:creationId xmlns:a16="http://schemas.microsoft.com/office/drawing/2014/main" id="{55E62D15-990F-F303-06E6-12F9B06CB859}"/>
                </a:ext>
              </a:extLst>
            </p:cNvPr>
            <p:cNvSpPr/>
            <p:nvPr/>
          </p:nvSpPr>
          <p:spPr>
            <a:xfrm>
              <a:off x="306938" y="253129"/>
              <a:ext cx="2675177" cy="1735745"/>
            </a:xfrm>
            <a:prstGeom prst="roundRect">
              <a:avLst>
                <a:gd name="adj" fmla="val 10968"/>
              </a:avLst>
            </a:prstGeom>
            <a:noFill/>
            <a:ln w="76200" cap="flat">
              <a:solidFill>
                <a:schemeClr val="accent1"/>
              </a:solidFill>
              <a:prstDash val="solid"/>
              <a:miter lim="400000"/>
            </a:ln>
            <a:effectLst>
              <a:outerShdw blurRad="38100" dist="25400" dir="5400000" rotWithShape="0">
                <a:srgbClr val="000000">
                  <a:alpha val="50000"/>
                </a:srgbClr>
              </a:outerShdw>
            </a:effectLst>
          </p:spPr>
          <p:txBody>
            <a:bodyPr lIns="26789" tIns="26789" rIns="26789" bIns="26789"/>
            <a:lstStyle>
              <a:lvl1pPr>
                <a:defRPr sz="2800">
                  <a:effectLst>
                    <a:outerShdw blurRad="38100" dist="12700" dir="5400000" rotWithShape="0">
                      <a:srgbClr val="000000">
                        <a:alpha val="50000"/>
                      </a:srgbClr>
                    </a:outerShdw>
                  </a:effectLst>
                </a:defRPr>
              </a:lvl1pPr>
            </a:lstStyle>
            <a:p>
              <a:pPr algn="ctr" defTabSz="308085">
                <a:defRPr/>
              </a:pPr>
              <a:r>
                <a:rPr sz="1477" kern="0">
                  <a:latin typeface="Gill Sans"/>
                  <a:sym typeface="Gill Sans"/>
                </a:rPr>
                <a:t>Browser</a:t>
              </a:r>
            </a:p>
          </p:txBody>
        </p:sp>
        <p:pic>
          <p:nvPicPr>
            <p:cNvPr id="51267" name="Chrome-logo.png">
              <a:extLst>
                <a:ext uri="{FF2B5EF4-FFF2-40B4-BE49-F238E27FC236}">
                  <a16:creationId xmlns:a16="http://schemas.microsoft.com/office/drawing/2014/main" id="{74817B4D-46B7-824F-8EC7-9A8DC5492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
        <p:nvSpPr>
          <p:cNvPr id="375" name="Shape 375">
            <a:extLst>
              <a:ext uri="{FF2B5EF4-FFF2-40B4-BE49-F238E27FC236}">
                <a16:creationId xmlns:a16="http://schemas.microsoft.com/office/drawing/2014/main" id="{9D309405-0C40-C9FF-08D9-201F357A4728}"/>
              </a:ext>
            </a:extLst>
          </p:cNvPr>
          <p:cNvSpPr>
            <a:spLocks noGrp="1"/>
          </p:cNvSpPr>
          <p:nvPr>
            <p:ph type="title"/>
          </p:nvPr>
        </p:nvSpPr>
        <p:spPr/>
        <p:txBody>
          <a:bodyPr/>
          <a:lstStyle/>
          <a:p>
            <a:pPr defTabSz="308085">
              <a:spcBef>
                <a:spcPts val="0"/>
              </a:spcBef>
              <a:defRPr/>
            </a:pPr>
            <a:r>
              <a:rPr sz="2953"/>
              <a:t>Verifying certificates</a:t>
            </a:r>
          </a:p>
        </p:txBody>
      </p:sp>
      <p:sp>
        <p:nvSpPr>
          <p:cNvPr id="2" name="Content Placeholder 1">
            <a:extLst>
              <a:ext uri="{FF2B5EF4-FFF2-40B4-BE49-F238E27FC236}">
                <a16:creationId xmlns:a16="http://schemas.microsoft.com/office/drawing/2014/main" id="{6EB95A5A-46AD-99F0-EA7A-8B79C10541C6}"/>
              </a:ext>
            </a:extLst>
          </p:cNvPr>
          <p:cNvSpPr>
            <a:spLocks noGrp="1"/>
          </p:cNvSpPr>
          <p:nvPr>
            <p:ph idx="1"/>
          </p:nvPr>
        </p:nvSpPr>
        <p:spPr/>
        <p:txBody>
          <a:bodyPr/>
          <a:lstStyle/>
          <a:p>
            <a:endParaRPr lang="en-US"/>
          </a:p>
        </p:txBody>
      </p:sp>
      <p:grpSp>
        <p:nvGrpSpPr>
          <p:cNvPr id="51204" name="Group 388">
            <a:extLst>
              <a:ext uri="{FF2B5EF4-FFF2-40B4-BE49-F238E27FC236}">
                <a16:creationId xmlns:a16="http://schemas.microsoft.com/office/drawing/2014/main" id="{AA6CBC62-BE6D-0BB2-7DA1-7406F164A947}"/>
              </a:ext>
            </a:extLst>
          </p:cNvPr>
          <p:cNvGrpSpPr>
            <a:grpSpLocks/>
          </p:cNvGrpSpPr>
          <p:nvPr/>
        </p:nvGrpSpPr>
        <p:grpSpPr bwMode="auto">
          <a:xfrm>
            <a:off x="5148264" y="4244976"/>
            <a:ext cx="674687" cy="468313"/>
            <a:chOff x="-43914" y="7591"/>
            <a:chExt cx="1282104" cy="888638"/>
          </a:xfrm>
        </p:grpSpPr>
        <p:sp>
          <p:nvSpPr>
            <p:cNvPr id="376" name="Shape 376">
              <a:extLst>
                <a:ext uri="{FF2B5EF4-FFF2-40B4-BE49-F238E27FC236}">
                  <a16:creationId xmlns:a16="http://schemas.microsoft.com/office/drawing/2014/main" id="{2661BC54-B960-28E3-A038-7F550D02A278}"/>
                </a:ext>
              </a:extLst>
            </p:cNvPr>
            <p:cNvSpPr/>
            <p:nvPr/>
          </p:nvSpPr>
          <p:spPr>
            <a:xfrm>
              <a:off x="1336" y="46752"/>
              <a:ext cx="1191604" cy="849477"/>
            </a:xfrm>
            <a:prstGeom prst="rect">
              <a:avLst/>
            </a:prstGeom>
            <a:solidFill>
              <a:srgbClr val="C4C4C4"/>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377" name="Shape 377">
              <a:extLst>
                <a:ext uri="{FF2B5EF4-FFF2-40B4-BE49-F238E27FC236}">
                  <a16:creationId xmlns:a16="http://schemas.microsoft.com/office/drawing/2014/main" id="{27DCB942-5E69-7375-A0E9-92BDFB35B58A}"/>
                </a:ext>
              </a:extLst>
            </p:cNvPr>
            <p:cNvSpPr/>
            <p:nvPr/>
          </p:nvSpPr>
          <p:spPr>
            <a:xfrm>
              <a:off x="-43914" y="7591"/>
              <a:ext cx="1282104" cy="442813"/>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51256" name="Group 385">
              <a:extLst>
                <a:ext uri="{FF2B5EF4-FFF2-40B4-BE49-F238E27FC236}">
                  <a16:creationId xmlns:a16="http://schemas.microsoft.com/office/drawing/2014/main" id="{A25F1031-4C2E-2AE7-C06E-0D299FBE6D5B}"/>
                </a:ext>
              </a:extLst>
            </p:cNvPr>
            <p:cNvGrpSpPr>
              <a:grpSpLocks/>
            </p:cNvGrpSpPr>
            <p:nvPr/>
          </p:nvGrpSpPr>
          <p:grpSpPr bwMode="auto">
            <a:xfrm>
              <a:off x="62930" y="528144"/>
              <a:ext cx="290761" cy="270627"/>
              <a:chOff x="0" y="0"/>
              <a:chExt cx="290759" cy="270626"/>
            </a:xfrm>
          </p:grpSpPr>
          <p:sp>
            <p:nvSpPr>
              <p:cNvPr id="378" name="Shape 378">
                <a:extLst>
                  <a:ext uri="{FF2B5EF4-FFF2-40B4-BE49-F238E27FC236}">
                    <a16:creationId xmlns:a16="http://schemas.microsoft.com/office/drawing/2014/main" id="{E74AD1A8-099A-984B-DE51-211DE70462A1}"/>
                  </a:ext>
                </a:extLst>
              </p:cNvPr>
              <p:cNvSpPr/>
              <p:nvPr/>
            </p:nvSpPr>
            <p:spPr>
              <a:xfrm>
                <a:off x="-1260" y="96975"/>
                <a:ext cx="217203" cy="17471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EBB20"/>
              </a:solidFill>
              <a:ln w="25400" cap="flat">
                <a:solidFill>
                  <a:srgbClr val="0A5C0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79" name="Shape 379">
                <a:extLst>
                  <a:ext uri="{FF2B5EF4-FFF2-40B4-BE49-F238E27FC236}">
                    <a16:creationId xmlns:a16="http://schemas.microsoft.com/office/drawing/2014/main" id="{030E6204-6F67-164D-0549-BA8F5BD071E7}"/>
                  </a:ext>
                </a:extLst>
              </p:cNvPr>
              <p:cNvSpPr/>
              <p:nvPr/>
            </p:nvSpPr>
            <p:spPr>
              <a:xfrm flipV="1">
                <a:off x="7791" y="124084"/>
                <a:ext cx="144802" cy="141580"/>
              </a:xfrm>
              <a:prstGeom prst="line">
                <a:avLst/>
              </a:prstGeom>
              <a:noFill/>
              <a:ln w="25400" cap="flat">
                <a:solidFill>
                  <a:srgbClr val="126514"/>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0" name="Shape 380">
                <a:extLst>
                  <a:ext uri="{FF2B5EF4-FFF2-40B4-BE49-F238E27FC236}">
                    <a16:creationId xmlns:a16="http://schemas.microsoft.com/office/drawing/2014/main" id="{FE13A7F0-14D5-01C9-747F-0A42EDA9F637}"/>
                  </a:ext>
                </a:extLst>
              </p:cNvPr>
              <p:cNvSpPr/>
              <p:nvPr/>
            </p:nvSpPr>
            <p:spPr>
              <a:xfrm flipV="1">
                <a:off x="107341" y="139147"/>
                <a:ext cx="63352" cy="63258"/>
              </a:xfrm>
              <a:prstGeom prst="line">
                <a:avLst/>
              </a:prstGeom>
              <a:noFill/>
              <a:ln w="25400" cap="flat">
                <a:solidFill>
                  <a:srgbClr val="075308"/>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1" name="Shape 381">
                <a:extLst>
                  <a:ext uri="{FF2B5EF4-FFF2-40B4-BE49-F238E27FC236}">
                    <a16:creationId xmlns:a16="http://schemas.microsoft.com/office/drawing/2014/main" id="{7352BD22-9637-C2CE-0979-99218C0E929C}"/>
                  </a:ext>
                </a:extLst>
              </p:cNvPr>
              <p:cNvSpPr/>
              <p:nvPr/>
            </p:nvSpPr>
            <p:spPr>
              <a:xfrm flipV="1">
                <a:off x="7791" y="118060"/>
                <a:ext cx="141784" cy="14158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2" name="Shape 382">
                <a:extLst>
                  <a:ext uri="{FF2B5EF4-FFF2-40B4-BE49-F238E27FC236}">
                    <a16:creationId xmlns:a16="http://schemas.microsoft.com/office/drawing/2014/main" id="{5E1D2C33-B106-EFA7-4765-24AA95F16A85}"/>
                  </a:ext>
                </a:extLst>
              </p:cNvPr>
              <p:cNvSpPr/>
              <p:nvPr/>
            </p:nvSpPr>
            <p:spPr>
              <a:xfrm flipV="1">
                <a:off x="98292" y="139147"/>
                <a:ext cx="63350" cy="6325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83" name="Shape 383">
                <a:extLst>
                  <a:ext uri="{FF2B5EF4-FFF2-40B4-BE49-F238E27FC236}">
                    <a16:creationId xmlns:a16="http://schemas.microsoft.com/office/drawing/2014/main" id="{B4EDE16E-4E6E-34CA-85FD-3CC2F920B09B}"/>
                  </a:ext>
                </a:extLst>
              </p:cNvPr>
              <p:cNvSpPr/>
              <p:nvPr/>
            </p:nvSpPr>
            <p:spPr>
              <a:xfrm>
                <a:off x="131475" y="581"/>
                <a:ext cx="159886" cy="159652"/>
              </a:xfrm>
              <a:prstGeom prst="ellipse">
                <a:avLst/>
              </a:prstGeom>
              <a:solidFill>
                <a:srgbClr val="06BC00"/>
              </a:solidFill>
              <a:ln w="38100" cap="flat">
                <a:solidFill>
                  <a:srgbClr val="015400"/>
                </a:solidFill>
                <a:prstDash val="solid"/>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384" name="Shape 384">
                <a:extLst>
                  <a:ext uri="{FF2B5EF4-FFF2-40B4-BE49-F238E27FC236}">
                    <a16:creationId xmlns:a16="http://schemas.microsoft.com/office/drawing/2014/main" id="{055B98DD-50C1-6CE7-177D-8CBF88DEA15D}"/>
                  </a:ext>
                </a:extLst>
              </p:cNvPr>
              <p:cNvSpPr/>
              <p:nvPr/>
            </p:nvSpPr>
            <p:spPr>
              <a:xfrm>
                <a:off x="212927" y="24679"/>
                <a:ext cx="54301" cy="51208"/>
              </a:xfrm>
              <a:prstGeom prst="ellipse">
                <a:avLst/>
              </a:prstGeom>
              <a:solidFill>
                <a:srgbClr val="000000"/>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53585F"/>
                    </a:outerShdw>
                  </a:effectLst>
                  <a:latin typeface="Gill Sans"/>
                  <a:sym typeface="Gill Sans"/>
                </a:endParaRPr>
              </a:p>
            </p:txBody>
          </p:sp>
        </p:grpSp>
        <p:pic>
          <p:nvPicPr>
            <p:cNvPr id="51257" name="250px-VRSNlogoAug2012.png">
              <a:extLst>
                <a:ext uri="{FF2B5EF4-FFF2-40B4-BE49-F238E27FC236}">
                  <a16:creationId xmlns:a16="http://schemas.microsoft.com/office/drawing/2014/main" id="{76115FE0-28D2-8A98-73CA-52ED5B6A7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2952" b="33388"/>
            <a:stretch>
              <a:fillRect/>
            </a:stretch>
          </p:blipFill>
          <p:spPr bwMode="auto">
            <a:xfrm>
              <a:off x="695032" y="4431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1258" name="strategic_bofa500_1.png">
              <a:extLst>
                <a:ext uri="{FF2B5EF4-FFF2-40B4-BE49-F238E27FC236}">
                  <a16:creationId xmlns:a16="http://schemas.microsoft.com/office/drawing/2014/main" id="{80381170-32F1-73DA-A89C-C3F1562613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5081" t="39674" r="28418"/>
            <a:stretch>
              <a:fillRect/>
            </a:stretch>
          </p:blipFill>
          <p:spPr bwMode="auto">
            <a:xfrm>
              <a:off x="354447" y="528144"/>
              <a:ext cx="485326" cy="27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grpSp>
        <p:nvGrpSpPr>
          <p:cNvPr id="51205" name="Group 394">
            <a:extLst>
              <a:ext uri="{FF2B5EF4-FFF2-40B4-BE49-F238E27FC236}">
                <a16:creationId xmlns:a16="http://schemas.microsoft.com/office/drawing/2014/main" id="{E862B1E4-A7F6-980E-8026-6D58A6FEF282}"/>
              </a:ext>
            </a:extLst>
          </p:cNvPr>
          <p:cNvGrpSpPr>
            <a:grpSpLocks/>
          </p:cNvGrpSpPr>
          <p:nvPr/>
        </p:nvGrpSpPr>
        <p:grpSpPr bwMode="auto">
          <a:xfrm>
            <a:off x="5975351" y="4324350"/>
            <a:ext cx="2474913" cy="304800"/>
            <a:chOff x="0" y="-13529"/>
            <a:chExt cx="4694643" cy="580307"/>
          </a:xfrm>
        </p:grpSpPr>
        <p:sp>
          <p:nvSpPr>
            <p:cNvPr id="37940" name="Shape 389">
              <a:extLst>
                <a:ext uri="{FF2B5EF4-FFF2-40B4-BE49-F238E27FC236}">
                  <a16:creationId xmlns:a16="http://schemas.microsoft.com/office/drawing/2014/main" id="{C0AAE119-B36D-B4E0-6FCB-F76F5BA48727}"/>
                </a:ext>
              </a:extLst>
            </p:cNvPr>
            <p:cNvSpPr>
              <a:spLocks noChangeArrowheads="1"/>
            </p:cNvSpPr>
            <p:nvPr/>
          </p:nvSpPr>
          <p:spPr bwMode="auto">
            <a:xfrm>
              <a:off x="0" y="-10506"/>
              <a:ext cx="767887" cy="574262"/>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“I’m</a:t>
              </a:r>
            </a:p>
          </p:txBody>
        </p:sp>
        <p:pic>
          <p:nvPicPr>
            <p:cNvPr id="51250" name="strategic_bofa500_1.png">
              <a:extLst>
                <a:ext uri="{FF2B5EF4-FFF2-40B4-BE49-F238E27FC236}">
                  <a16:creationId xmlns:a16="http://schemas.microsoft.com/office/drawing/2014/main" id="{F5300067-57D9-9A1C-77FD-A5BECDE10B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5081" t="39674" r="28418"/>
            <a:stretch>
              <a:fillRect/>
            </a:stretch>
          </p:blipFill>
          <p:spPr bwMode="auto">
            <a:xfrm>
              <a:off x="803045" y="136619"/>
              <a:ext cx="501985" cy="280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91" name="Shape 391">
              <a:extLst>
                <a:ext uri="{FF2B5EF4-FFF2-40B4-BE49-F238E27FC236}">
                  <a16:creationId xmlns:a16="http://schemas.microsoft.com/office/drawing/2014/main" id="{FF3B40BA-745E-F5D5-B225-7527246CFE4A}"/>
                </a:ext>
              </a:extLst>
            </p:cNvPr>
            <p:cNvSpPr/>
            <p:nvPr/>
          </p:nvSpPr>
          <p:spPr>
            <a:xfrm>
              <a:off x="1355092" y="-13529"/>
              <a:ext cx="1430376" cy="580307"/>
            </a:xfrm>
            <a:prstGeom prst="rect">
              <a:avLst/>
            </a:prstGeom>
            <a:noFill/>
            <a:ln w="12700" cap="flat">
              <a:noFill/>
              <a:miter lim="400000"/>
            </a:ln>
            <a:effectLst/>
          </p:spPr>
          <p:txBody>
            <a:bodyPr wrap="none" lIns="26789" tIns="26789" rIns="26789" bIns="26789" anchor="ctr">
              <a:spAutoFit/>
            </a:bodyPr>
            <a:lstStyle>
              <a:lvl1pPr algn="l">
                <a:defRPr sz="3100"/>
              </a:lvl1pPr>
            </a:lstStyle>
            <a:p>
              <a:pPr defTabSz="308085">
                <a:defRPr/>
              </a:pPr>
              <a:r>
                <a:rPr sz="1635" kern="0">
                  <a:latin typeface="Gill Sans"/>
                  <a:sym typeface="Gill Sans"/>
                </a:rPr>
                <a:t>because</a:t>
              </a:r>
            </a:p>
          </p:txBody>
        </p:sp>
        <p:pic>
          <p:nvPicPr>
            <p:cNvPr id="51252" name="250px-VRSNlogoAug2012.png">
              <a:extLst>
                <a:ext uri="{FF2B5EF4-FFF2-40B4-BE49-F238E27FC236}">
                  <a16:creationId xmlns:a16="http://schemas.microsoft.com/office/drawing/2014/main" id="{DF5E6C9F-5BC8-37E2-756A-E714A84FD9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9008" r="22038" b="33388"/>
            <a:stretch>
              <a:fillRect/>
            </a:stretch>
          </p:blipFill>
          <p:spPr bwMode="auto">
            <a:xfrm>
              <a:off x="2783433" y="0"/>
              <a:ext cx="489523" cy="5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7944" name="Shape 393">
              <a:extLst>
                <a:ext uri="{FF2B5EF4-FFF2-40B4-BE49-F238E27FC236}">
                  <a16:creationId xmlns:a16="http://schemas.microsoft.com/office/drawing/2014/main" id="{10B056DA-BB00-4F92-CB79-6319A99DACB4}"/>
                </a:ext>
              </a:extLst>
            </p:cNvPr>
            <p:cNvSpPr>
              <a:spLocks noChangeArrowheads="1"/>
            </p:cNvSpPr>
            <p:nvPr/>
          </p:nvSpPr>
          <p:spPr bwMode="auto">
            <a:xfrm>
              <a:off x="3324493" y="-10506"/>
              <a:ext cx="1370150" cy="574262"/>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says so”</a:t>
              </a:r>
            </a:p>
          </p:txBody>
        </p:sp>
      </p:grpSp>
      <p:grpSp>
        <p:nvGrpSpPr>
          <p:cNvPr id="414" name="Group 414">
            <a:extLst>
              <a:ext uri="{FF2B5EF4-FFF2-40B4-BE49-F238E27FC236}">
                <a16:creationId xmlns:a16="http://schemas.microsoft.com/office/drawing/2014/main" id="{C21748CD-18A6-FE71-D7F7-227083767E69}"/>
              </a:ext>
            </a:extLst>
          </p:cNvPr>
          <p:cNvGrpSpPr>
            <a:grpSpLocks/>
          </p:cNvGrpSpPr>
          <p:nvPr/>
        </p:nvGrpSpPr>
        <p:grpSpPr bwMode="auto">
          <a:xfrm>
            <a:off x="5146675" y="3109913"/>
            <a:ext cx="3316288" cy="468312"/>
            <a:chOff x="-43912" y="8156"/>
            <a:chExt cx="6289420" cy="888074"/>
          </a:xfrm>
        </p:grpSpPr>
        <p:grpSp>
          <p:nvGrpSpPr>
            <p:cNvPr id="51230" name="Group 407">
              <a:extLst>
                <a:ext uri="{FF2B5EF4-FFF2-40B4-BE49-F238E27FC236}">
                  <a16:creationId xmlns:a16="http://schemas.microsoft.com/office/drawing/2014/main" id="{23E77BC7-CA19-4247-42A6-0AE09E47EEDC}"/>
                </a:ext>
              </a:extLst>
            </p:cNvPr>
            <p:cNvGrpSpPr>
              <a:grpSpLocks/>
            </p:cNvGrpSpPr>
            <p:nvPr/>
          </p:nvGrpSpPr>
          <p:grpSpPr bwMode="auto">
            <a:xfrm>
              <a:off x="-43912" y="8156"/>
              <a:ext cx="1282067" cy="888074"/>
              <a:chOff x="-43912" y="8156"/>
              <a:chExt cx="1282066" cy="888073"/>
            </a:xfrm>
          </p:grpSpPr>
          <p:sp>
            <p:nvSpPr>
              <p:cNvPr id="395" name="Shape 395">
                <a:extLst>
                  <a:ext uri="{FF2B5EF4-FFF2-40B4-BE49-F238E27FC236}">
                    <a16:creationId xmlns:a16="http://schemas.microsoft.com/office/drawing/2014/main" id="{AEFFDF28-E737-1E75-5D04-E48C9F526599}"/>
                  </a:ext>
                </a:extLst>
              </p:cNvPr>
              <p:cNvSpPr/>
              <p:nvPr/>
            </p:nvSpPr>
            <p:spPr>
              <a:xfrm>
                <a:off x="1250" y="47291"/>
                <a:ext cx="1192249" cy="848938"/>
              </a:xfrm>
              <a:prstGeom prst="rect">
                <a:avLst/>
              </a:prstGeom>
              <a:solidFill>
                <a:srgbClr val="C4C4C4"/>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396" name="Shape 396">
                <a:extLst>
                  <a:ext uri="{FF2B5EF4-FFF2-40B4-BE49-F238E27FC236}">
                    <a16:creationId xmlns:a16="http://schemas.microsoft.com/office/drawing/2014/main" id="{75F56F88-955C-A77F-2261-97582DD6ECEB}"/>
                  </a:ext>
                </a:extLst>
              </p:cNvPr>
              <p:cNvSpPr/>
              <p:nvPr/>
            </p:nvSpPr>
            <p:spPr>
              <a:xfrm>
                <a:off x="-43912" y="8156"/>
                <a:ext cx="1282570" cy="439521"/>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pic>
            <p:nvPicPr>
              <p:cNvPr id="51239" name="250px-VRSNlogoAug2012.png">
                <a:extLst>
                  <a:ext uri="{FF2B5EF4-FFF2-40B4-BE49-F238E27FC236}">
                    <a16:creationId xmlns:a16="http://schemas.microsoft.com/office/drawing/2014/main" id="{C49292A4-B320-060E-110B-2737A3DBAD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2952" b="33388"/>
              <a:stretch>
                <a:fillRect/>
              </a:stretch>
            </p:blipFill>
            <p:spPr bwMode="auto">
              <a:xfrm>
                <a:off x="353774" y="417770"/>
                <a:ext cx="464702" cy="35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51240" name="Group 405">
                <a:extLst>
                  <a:ext uri="{FF2B5EF4-FFF2-40B4-BE49-F238E27FC236}">
                    <a16:creationId xmlns:a16="http://schemas.microsoft.com/office/drawing/2014/main" id="{9781832E-7524-1145-3821-20E860E0209A}"/>
                  </a:ext>
                </a:extLst>
              </p:cNvPr>
              <p:cNvGrpSpPr>
                <a:grpSpLocks/>
              </p:cNvGrpSpPr>
              <p:nvPr/>
            </p:nvGrpSpPr>
            <p:grpSpPr bwMode="auto">
              <a:xfrm>
                <a:off x="62930" y="528144"/>
                <a:ext cx="290761" cy="270627"/>
                <a:chOff x="0" y="0"/>
                <a:chExt cx="290759" cy="270626"/>
              </a:xfrm>
            </p:grpSpPr>
            <p:sp>
              <p:nvSpPr>
                <p:cNvPr id="398" name="Shape 398">
                  <a:extLst>
                    <a:ext uri="{FF2B5EF4-FFF2-40B4-BE49-F238E27FC236}">
                      <a16:creationId xmlns:a16="http://schemas.microsoft.com/office/drawing/2014/main" id="{4A10A0E9-DF80-C3C1-ACBC-E74156D8EDDF}"/>
                    </a:ext>
                  </a:extLst>
                </p:cNvPr>
                <p:cNvSpPr/>
                <p:nvPr/>
              </p:nvSpPr>
              <p:spPr>
                <a:xfrm>
                  <a:off x="4555" y="97147"/>
                  <a:ext cx="210749" cy="174604"/>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1333FF"/>
                </a:solidFill>
                <a:ln w="25400" cap="flat">
                  <a:solidFill>
                    <a:srgbClr val="02084B"/>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399" name="Shape 399">
                  <a:extLst>
                    <a:ext uri="{FF2B5EF4-FFF2-40B4-BE49-F238E27FC236}">
                      <a16:creationId xmlns:a16="http://schemas.microsoft.com/office/drawing/2014/main" id="{81911E28-B22F-CB8F-38C0-1A227E6B04EA}"/>
                    </a:ext>
                  </a:extLst>
                </p:cNvPr>
                <p:cNvSpPr/>
                <p:nvPr/>
              </p:nvSpPr>
              <p:spPr>
                <a:xfrm flipV="1">
                  <a:off x="10577" y="124241"/>
                  <a:ext cx="141502" cy="141488"/>
                </a:xfrm>
                <a:prstGeom prst="line">
                  <a:avLst/>
                </a:prstGeom>
                <a:noFill/>
                <a:ln w="25400" cap="flat">
                  <a:solidFill>
                    <a:srgbClr val="030B5A"/>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0" name="Shape 400">
                  <a:extLst>
                    <a:ext uri="{FF2B5EF4-FFF2-40B4-BE49-F238E27FC236}">
                      <a16:creationId xmlns:a16="http://schemas.microsoft.com/office/drawing/2014/main" id="{47E5F2B9-ABE8-26F1-A5D0-7F9F3359DDEA}"/>
                    </a:ext>
                  </a:extLst>
                </p:cNvPr>
                <p:cNvSpPr/>
                <p:nvPr/>
              </p:nvSpPr>
              <p:spPr>
                <a:xfrm flipV="1">
                  <a:off x="106919" y="139292"/>
                  <a:ext cx="66235" cy="63220"/>
                </a:xfrm>
                <a:prstGeom prst="line">
                  <a:avLst/>
                </a:prstGeom>
                <a:noFill/>
                <a:ln w="25400" cap="flat">
                  <a:solidFill>
                    <a:srgbClr val="030952"/>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1" name="Shape 401">
                  <a:extLst>
                    <a:ext uri="{FF2B5EF4-FFF2-40B4-BE49-F238E27FC236}">
                      <a16:creationId xmlns:a16="http://schemas.microsoft.com/office/drawing/2014/main" id="{7F8B2F5B-4754-94CE-AAB6-E680FF09F147}"/>
                    </a:ext>
                  </a:extLst>
                </p:cNvPr>
                <p:cNvSpPr/>
                <p:nvPr/>
              </p:nvSpPr>
              <p:spPr>
                <a:xfrm flipV="1">
                  <a:off x="10577" y="118221"/>
                  <a:ext cx="138492" cy="141488"/>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2" name="Shape 402">
                  <a:extLst>
                    <a:ext uri="{FF2B5EF4-FFF2-40B4-BE49-F238E27FC236}">
                      <a16:creationId xmlns:a16="http://schemas.microsoft.com/office/drawing/2014/main" id="{47EDE183-3B2B-B8B9-B34F-ED1941EFB669}"/>
                    </a:ext>
                  </a:extLst>
                </p:cNvPr>
                <p:cNvSpPr/>
                <p:nvPr/>
              </p:nvSpPr>
              <p:spPr>
                <a:xfrm flipV="1">
                  <a:off x="100898" y="139292"/>
                  <a:ext cx="63224" cy="6322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03" name="Shape 403">
                  <a:extLst>
                    <a:ext uri="{FF2B5EF4-FFF2-40B4-BE49-F238E27FC236}">
                      <a16:creationId xmlns:a16="http://schemas.microsoft.com/office/drawing/2014/main" id="{DC50B75D-3BD3-EE27-5DB5-79346A369D12}"/>
                    </a:ext>
                  </a:extLst>
                </p:cNvPr>
                <p:cNvSpPr/>
                <p:nvPr/>
              </p:nvSpPr>
              <p:spPr>
                <a:xfrm>
                  <a:off x="131005" y="814"/>
                  <a:ext cx="159566" cy="159553"/>
                </a:xfrm>
                <a:prstGeom prst="ellipse">
                  <a:avLst/>
                </a:prstGeom>
                <a:solidFill>
                  <a:srgbClr val="1333FF"/>
                </a:solidFill>
                <a:ln w="38100" cap="flat">
                  <a:solidFill>
                    <a:srgbClr val="02084F"/>
                  </a:solidFill>
                  <a:prstDash val="solid"/>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404" name="Shape 404">
                  <a:extLst>
                    <a:ext uri="{FF2B5EF4-FFF2-40B4-BE49-F238E27FC236}">
                      <a16:creationId xmlns:a16="http://schemas.microsoft.com/office/drawing/2014/main" id="{A81BBAA6-390F-D4A5-F6B4-1375E2A7FDC6}"/>
                    </a:ext>
                  </a:extLst>
                </p:cNvPr>
                <p:cNvSpPr/>
                <p:nvPr/>
              </p:nvSpPr>
              <p:spPr>
                <a:xfrm>
                  <a:off x="215305" y="24897"/>
                  <a:ext cx="51181" cy="51178"/>
                </a:xfrm>
                <a:prstGeom prst="ellipse">
                  <a:avLst/>
                </a:prstGeom>
                <a:solidFill>
                  <a:srgbClr val="000000"/>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53585F"/>
                      </a:outerShdw>
                    </a:effectLst>
                    <a:latin typeface="Gill Sans"/>
                    <a:sym typeface="Gill Sans"/>
                  </a:endParaRPr>
                </a:p>
              </p:txBody>
            </p:sp>
          </p:grpSp>
          <p:pic>
            <p:nvPicPr>
              <p:cNvPr id="406" name="pasted-image.jpg">
                <a:extLst>
                  <a:ext uri="{FF2B5EF4-FFF2-40B4-BE49-F238E27FC236}">
                    <a16:creationId xmlns:a16="http://schemas.microsoft.com/office/drawing/2014/main" id="{6138E729-6637-7C40-0B65-6A769641DBA0}"/>
                  </a:ext>
                </a:extLst>
              </p:cNvPr>
              <p:cNvPicPr>
                <a:picLocks noChangeAspect="1"/>
              </p:cNvPicPr>
              <p:nvPr/>
            </p:nvPicPr>
            <p:blipFill>
              <a:blip r:embed="rId6"/>
              <a:srcRect l="5345" t="36796" r="73973" b="30346"/>
              <a:stretch>
                <a:fillRect/>
              </a:stretch>
            </p:blipFill>
            <p:spPr>
              <a:xfrm>
                <a:off x="837649" y="485097"/>
                <a:ext cx="256325"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grpSp>
        <p:grpSp>
          <p:nvGrpSpPr>
            <p:cNvPr id="51231" name="Group 413">
              <a:extLst>
                <a:ext uri="{FF2B5EF4-FFF2-40B4-BE49-F238E27FC236}">
                  <a16:creationId xmlns:a16="http://schemas.microsoft.com/office/drawing/2014/main" id="{A70FEE1B-5657-D067-B7F9-2A39689DBC97}"/>
                </a:ext>
              </a:extLst>
            </p:cNvPr>
            <p:cNvGrpSpPr>
              <a:grpSpLocks/>
            </p:cNvGrpSpPr>
            <p:nvPr/>
          </p:nvGrpSpPr>
          <p:grpSpPr bwMode="auto">
            <a:xfrm>
              <a:off x="1525664" y="171492"/>
              <a:ext cx="4719844" cy="585087"/>
              <a:chOff x="198" y="0"/>
              <a:chExt cx="4719843" cy="585086"/>
            </a:xfrm>
          </p:grpSpPr>
          <p:pic>
            <p:nvPicPr>
              <p:cNvPr id="51232" name="250px-VRSNlogoAug2012.png">
                <a:extLst>
                  <a:ext uri="{FF2B5EF4-FFF2-40B4-BE49-F238E27FC236}">
                    <a16:creationId xmlns:a16="http://schemas.microsoft.com/office/drawing/2014/main" id="{6F098BD9-13CF-DE6F-0FB2-21C3A5BC45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9008" r="22038" b="33388"/>
              <a:stretch>
                <a:fillRect/>
              </a:stretch>
            </p:blipFill>
            <p:spPr bwMode="auto">
              <a:xfrm>
                <a:off x="815745" y="0"/>
                <a:ext cx="489523" cy="55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09" name="pasted-image.jpg">
                <a:extLst>
                  <a:ext uri="{FF2B5EF4-FFF2-40B4-BE49-F238E27FC236}">
                    <a16:creationId xmlns:a16="http://schemas.microsoft.com/office/drawing/2014/main" id="{3F4CAA5A-8CF3-8385-3D9F-E83BC9616BAD}"/>
                  </a:ext>
                </a:extLst>
              </p:cNvPr>
              <p:cNvPicPr>
                <a:picLocks noChangeAspect="1"/>
              </p:cNvPicPr>
              <p:nvPr/>
            </p:nvPicPr>
            <p:blipFill>
              <a:blip r:embed="rId6"/>
              <a:srcRect l="5339" t="36780" r="73976" b="30330"/>
              <a:stretch>
                <a:fillRect/>
              </a:stretch>
            </p:blipFill>
            <p:spPr>
              <a:xfrm>
                <a:off x="2781677" y="36076"/>
                <a:ext cx="488831" cy="518662"/>
              </a:xfrm>
              <a:custGeom>
                <a:avLst/>
                <a:gdLst/>
                <a:ahLst/>
                <a:cxnLst>
                  <a:cxn ang="0">
                    <a:pos x="wd2" y="hd2"/>
                  </a:cxn>
                  <a:cxn ang="5400000">
                    <a:pos x="wd2" y="hd2"/>
                  </a:cxn>
                  <a:cxn ang="10800000">
                    <a:pos x="wd2" y="hd2"/>
                  </a:cxn>
                  <a:cxn ang="16200000">
                    <a:pos x="wd2" y="hd2"/>
                  </a:cxn>
                </a:cxnLst>
                <a:rect l="0" t="0" r="r" b="b"/>
                <a:pathLst>
                  <a:path w="19975" h="21177" extrusionOk="0">
                    <a:moveTo>
                      <a:pt x="19496" y="0"/>
                    </a:moveTo>
                    <a:cubicBezTo>
                      <a:pt x="19009" y="0"/>
                      <a:pt x="17987" y="896"/>
                      <a:pt x="17987" y="1329"/>
                    </a:cubicBezTo>
                    <a:cubicBezTo>
                      <a:pt x="17987" y="1885"/>
                      <a:pt x="17113" y="2917"/>
                      <a:pt x="16641" y="2917"/>
                    </a:cubicBezTo>
                    <a:cubicBezTo>
                      <a:pt x="16374" y="2917"/>
                      <a:pt x="16091" y="3028"/>
                      <a:pt x="16009" y="3160"/>
                    </a:cubicBezTo>
                    <a:cubicBezTo>
                      <a:pt x="15927" y="3292"/>
                      <a:pt x="15164" y="3022"/>
                      <a:pt x="14322" y="2560"/>
                    </a:cubicBezTo>
                    <a:cubicBezTo>
                      <a:pt x="12868" y="1762"/>
                      <a:pt x="12661" y="1734"/>
                      <a:pt x="9879" y="1734"/>
                    </a:cubicBezTo>
                    <a:cubicBezTo>
                      <a:pt x="7185" y="1734"/>
                      <a:pt x="6841" y="1790"/>
                      <a:pt x="5533" y="2479"/>
                    </a:cubicBezTo>
                    <a:cubicBezTo>
                      <a:pt x="2607" y="4020"/>
                      <a:pt x="763" y="6458"/>
                      <a:pt x="165" y="9577"/>
                    </a:cubicBezTo>
                    <a:cubicBezTo>
                      <a:pt x="-819" y="14703"/>
                      <a:pt x="2718" y="19948"/>
                      <a:pt x="7884" y="21001"/>
                    </a:cubicBezTo>
                    <a:cubicBezTo>
                      <a:pt x="10826" y="21600"/>
                      <a:pt x="14267" y="20638"/>
                      <a:pt x="16512" y="18586"/>
                    </a:cubicBezTo>
                    <a:cubicBezTo>
                      <a:pt x="20177" y="15236"/>
                      <a:pt x="20781" y="10054"/>
                      <a:pt x="18004" y="5688"/>
                    </a:cubicBezTo>
                    <a:cubicBezTo>
                      <a:pt x="17661" y="5150"/>
                      <a:pt x="17698" y="4883"/>
                      <a:pt x="18231" y="3986"/>
                    </a:cubicBezTo>
                    <a:cubicBezTo>
                      <a:pt x="18361" y="3767"/>
                      <a:pt x="18631" y="3245"/>
                      <a:pt x="18831" y="2820"/>
                    </a:cubicBezTo>
                    <a:cubicBezTo>
                      <a:pt x="19030" y="2394"/>
                      <a:pt x="19396" y="1981"/>
                      <a:pt x="19658" y="1912"/>
                    </a:cubicBezTo>
                    <a:cubicBezTo>
                      <a:pt x="20095" y="1797"/>
                      <a:pt x="20091" y="1754"/>
                      <a:pt x="19577" y="1394"/>
                    </a:cubicBezTo>
                    <a:cubicBezTo>
                      <a:pt x="19045" y="1021"/>
                      <a:pt x="19045" y="982"/>
                      <a:pt x="19479" y="502"/>
                    </a:cubicBezTo>
                    <a:cubicBezTo>
                      <a:pt x="19899" y="39"/>
                      <a:pt x="19899" y="0"/>
                      <a:pt x="19496" y="0"/>
                    </a:cubicBezTo>
                    <a:close/>
                    <a:moveTo>
                      <a:pt x="10398" y="4440"/>
                    </a:moveTo>
                    <a:cubicBezTo>
                      <a:pt x="11105" y="4473"/>
                      <a:pt x="11813" y="4612"/>
                      <a:pt x="12474" y="4894"/>
                    </a:cubicBezTo>
                    <a:cubicBezTo>
                      <a:pt x="13523" y="5341"/>
                      <a:pt x="13837" y="6247"/>
                      <a:pt x="13057" y="6546"/>
                    </a:cubicBezTo>
                    <a:cubicBezTo>
                      <a:pt x="12837" y="6631"/>
                      <a:pt x="12123" y="7713"/>
                      <a:pt x="11452" y="8945"/>
                    </a:cubicBezTo>
                    <a:lnTo>
                      <a:pt x="10219" y="11181"/>
                    </a:lnTo>
                    <a:lnTo>
                      <a:pt x="8517" y="9577"/>
                    </a:lnTo>
                    <a:cubicBezTo>
                      <a:pt x="7381" y="8514"/>
                      <a:pt x="6567" y="7972"/>
                      <a:pt x="6133" y="7972"/>
                    </a:cubicBezTo>
                    <a:cubicBezTo>
                      <a:pt x="5251" y="7972"/>
                      <a:pt x="5318" y="8246"/>
                      <a:pt x="6489" y="9755"/>
                    </a:cubicBezTo>
                    <a:cubicBezTo>
                      <a:pt x="7038" y="10461"/>
                      <a:pt x="7967" y="12003"/>
                      <a:pt x="8565" y="13174"/>
                    </a:cubicBezTo>
                    <a:cubicBezTo>
                      <a:pt x="9466" y="14938"/>
                      <a:pt x="9782" y="15308"/>
                      <a:pt x="10365" y="15378"/>
                    </a:cubicBezTo>
                    <a:cubicBezTo>
                      <a:pt x="11009" y="15454"/>
                      <a:pt x="11154" y="15278"/>
                      <a:pt x="12117" y="13255"/>
                    </a:cubicBezTo>
                    <a:cubicBezTo>
                      <a:pt x="12696" y="12038"/>
                      <a:pt x="13342" y="10737"/>
                      <a:pt x="13560" y="10371"/>
                    </a:cubicBezTo>
                    <a:cubicBezTo>
                      <a:pt x="13778" y="10005"/>
                      <a:pt x="14023" y="9507"/>
                      <a:pt x="14095" y="9269"/>
                    </a:cubicBezTo>
                    <a:cubicBezTo>
                      <a:pt x="14168" y="9031"/>
                      <a:pt x="14599" y="8587"/>
                      <a:pt x="15052" y="8264"/>
                    </a:cubicBezTo>
                    <a:lnTo>
                      <a:pt x="15863" y="7665"/>
                    </a:lnTo>
                    <a:lnTo>
                      <a:pt x="16236" y="8556"/>
                    </a:lnTo>
                    <a:cubicBezTo>
                      <a:pt x="17396" y="11376"/>
                      <a:pt x="16867" y="13918"/>
                      <a:pt x="14679" y="16107"/>
                    </a:cubicBezTo>
                    <a:cubicBezTo>
                      <a:pt x="13632" y="17154"/>
                      <a:pt x="12913" y="17624"/>
                      <a:pt x="11857" y="17938"/>
                    </a:cubicBezTo>
                    <a:cubicBezTo>
                      <a:pt x="11077" y="18170"/>
                      <a:pt x="10141" y="18353"/>
                      <a:pt x="9765" y="18343"/>
                    </a:cubicBezTo>
                    <a:cubicBezTo>
                      <a:pt x="7066" y="18270"/>
                      <a:pt x="4007" y="15914"/>
                      <a:pt x="3246" y="13320"/>
                    </a:cubicBezTo>
                    <a:cubicBezTo>
                      <a:pt x="2723" y="11537"/>
                      <a:pt x="2718" y="11084"/>
                      <a:pt x="3214" y="9415"/>
                    </a:cubicBezTo>
                    <a:cubicBezTo>
                      <a:pt x="4122" y="6355"/>
                      <a:pt x="7335" y="4299"/>
                      <a:pt x="10398" y="4440"/>
                    </a:cubicBezTo>
                    <a:close/>
                  </a:path>
                </a:pathLst>
              </a:custGeom>
              <a:ln w="12700" cap="flat">
                <a:noFill/>
                <a:miter lim="400000"/>
              </a:ln>
              <a:effectLst/>
            </p:spPr>
          </p:pic>
          <p:sp>
            <p:nvSpPr>
              <p:cNvPr id="37925" name="Shape 410">
                <a:extLst>
                  <a:ext uri="{FF2B5EF4-FFF2-40B4-BE49-F238E27FC236}">
                    <a16:creationId xmlns:a16="http://schemas.microsoft.com/office/drawing/2014/main" id="{CADFDA5B-DA1B-0D70-43CB-BA536BE9DD03}"/>
                  </a:ext>
                </a:extLst>
              </p:cNvPr>
              <p:cNvSpPr>
                <a:spLocks noChangeArrowheads="1"/>
              </p:cNvSpPr>
              <p:nvPr/>
            </p:nvSpPr>
            <p:spPr bwMode="auto">
              <a:xfrm>
                <a:off x="-786" y="8257"/>
                <a:ext cx="767736" cy="574990"/>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“I’m</a:t>
                </a:r>
              </a:p>
            </p:txBody>
          </p:sp>
          <p:sp>
            <p:nvSpPr>
              <p:cNvPr id="411" name="Shape 411">
                <a:extLst>
                  <a:ext uri="{FF2B5EF4-FFF2-40B4-BE49-F238E27FC236}">
                    <a16:creationId xmlns:a16="http://schemas.microsoft.com/office/drawing/2014/main" id="{61EE92D0-74E5-F46A-3B22-B9DA3A385E0B}"/>
                  </a:ext>
                </a:extLst>
              </p:cNvPr>
              <p:cNvSpPr/>
              <p:nvPr/>
            </p:nvSpPr>
            <p:spPr>
              <a:xfrm>
                <a:off x="1354043" y="5247"/>
                <a:ext cx="1433108" cy="581009"/>
              </a:xfrm>
              <a:prstGeom prst="rect">
                <a:avLst/>
              </a:prstGeom>
              <a:noFill/>
              <a:ln w="12700" cap="flat">
                <a:noFill/>
                <a:miter lim="400000"/>
              </a:ln>
              <a:effectLst/>
            </p:spPr>
            <p:txBody>
              <a:bodyPr wrap="none" lIns="26789" tIns="26789" rIns="26789" bIns="26789" anchor="ctr">
                <a:spAutoFit/>
              </a:bodyPr>
              <a:lstStyle>
                <a:lvl1pPr algn="l">
                  <a:defRPr sz="3100"/>
                </a:lvl1pPr>
              </a:lstStyle>
              <a:p>
                <a:pPr defTabSz="308085">
                  <a:defRPr/>
                </a:pPr>
                <a:r>
                  <a:rPr sz="1635" kern="0">
                    <a:latin typeface="Gill Sans"/>
                    <a:sym typeface="Gill Sans"/>
                  </a:rPr>
                  <a:t>because</a:t>
                </a:r>
              </a:p>
            </p:txBody>
          </p:sp>
          <p:sp>
            <p:nvSpPr>
              <p:cNvPr id="37927" name="Shape 412">
                <a:extLst>
                  <a:ext uri="{FF2B5EF4-FFF2-40B4-BE49-F238E27FC236}">
                    <a16:creationId xmlns:a16="http://schemas.microsoft.com/office/drawing/2014/main" id="{13879409-8389-7933-FC8B-29ADD70B86CF}"/>
                  </a:ext>
                </a:extLst>
              </p:cNvPr>
              <p:cNvSpPr>
                <a:spLocks noChangeArrowheads="1"/>
              </p:cNvSpPr>
              <p:nvPr/>
            </p:nvSpPr>
            <p:spPr bwMode="auto">
              <a:xfrm>
                <a:off x="3347147" y="8257"/>
                <a:ext cx="1372894" cy="574990"/>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says so”</a:t>
                </a:r>
              </a:p>
            </p:txBody>
          </p:sp>
        </p:grpSp>
      </p:grpSp>
      <p:grpSp>
        <p:nvGrpSpPr>
          <p:cNvPr id="432" name="Group 432">
            <a:extLst>
              <a:ext uri="{FF2B5EF4-FFF2-40B4-BE49-F238E27FC236}">
                <a16:creationId xmlns:a16="http://schemas.microsoft.com/office/drawing/2014/main" id="{0C3067E5-A7DF-6895-7415-1F55616F6BFA}"/>
              </a:ext>
            </a:extLst>
          </p:cNvPr>
          <p:cNvGrpSpPr>
            <a:grpSpLocks/>
          </p:cNvGrpSpPr>
          <p:nvPr/>
        </p:nvGrpSpPr>
        <p:grpSpPr bwMode="auto">
          <a:xfrm>
            <a:off x="5145088" y="2014538"/>
            <a:ext cx="3090862" cy="468312"/>
            <a:chOff x="-43915" y="7591"/>
            <a:chExt cx="5860133" cy="888639"/>
          </a:xfrm>
        </p:grpSpPr>
        <p:grpSp>
          <p:nvGrpSpPr>
            <p:cNvPr id="51213" name="Group 418">
              <a:extLst>
                <a:ext uri="{FF2B5EF4-FFF2-40B4-BE49-F238E27FC236}">
                  <a16:creationId xmlns:a16="http://schemas.microsoft.com/office/drawing/2014/main" id="{23CB4896-3CB2-B38E-3F11-925842F616B3}"/>
                </a:ext>
              </a:extLst>
            </p:cNvPr>
            <p:cNvGrpSpPr>
              <a:grpSpLocks/>
            </p:cNvGrpSpPr>
            <p:nvPr/>
          </p:nvGrpSpPr>
          <p:grpSpPr bwMode="auto">
            <a:xfrm>
              <a:off x="1525773" y="180443"/>
              <a:ext cx="4290445" cy="573864"/>
              <a:chOff x="307" y="-13399"/>
              <a:chExt cx="4290443" cy="573863"/>
            </a:xfrm>
          </p:grpSpPr>
          <p:pic>
            <p:nvPicPr>
              <p:cNvPr id="415" name="pasted-image.jpg">
                <a:extLst>
                  <a:ext uri="{FF2B5EF4-FFF2-40B4-BE49-F238E27FC236}">
                    <a16:creationId xmlns:a16="http://schemas.microsoft.com/office/drawing/2014/main" id="{0AB102E1-DEE0-CBF3-DB4A-0B4DDB588E15}"/>
                  </a:ext>
                </a:extLst>
              </p:cNvPr>
              <p:cNvPicPr>
                <a:picLocks noChangeAspect="1"/>
              </p:cNvPicPr>
              <p:nvPr/>
            </p:nvPicPr>
            <p:blipFill>
              <a:blip r:embed="rId6"/>
              <a:srcRect l="5339" t="36780" r="73976" b="30330"/>
              <a:stretch>
                <a:fillRect/>
              </a:stretch>
            </p:blipFill>
            <p:spPr>
              <a:xfrm>
                <a:off x="816262" y="13719"/>
                <a:ext cx="488831" cy="518662"/>
              </a:xfrm>
              <a:custGeom>
                <a:avLst/>
                <a:gdLst/>
                <a:ahLst/>
                <a:cxnLst>
                  <a:cxn ang="0">
                    <a:pos x="wd2" y="hd2"/>
                  </a:cxn>
                  <a:cxn ang="5400000">
                    <a:pos x="wd2" y="hd2"/>
                  </a:cxn>
                  <a:cxn ang="10800000">
                    <a:pos x="wd2" y="hd2"/>
                  </a:cxn>
                  <a:cxn ang="16200000">
                    <a:pos x="wd2" y="hd2"/>
                  </a:cxn>
                </a:cxnLst>
                <a:rect l="0" t="0" r="r" b="b"/>
                <a:pathLst>
                  <a:path w="19975" h="21177" extrusionOk="0">
                    <a:moveTo>
                      <a:pt x="19496" y="0"/>
                    </a:moveTo>
                    <a:cubicBezTo>
                      <a:pt x="19009" y="0"/>
                      <a:pt x="17987" y="896"/>
                      <a:pt x="17987" y="1329"/>
                    </a:cubicBezTo>
                    <a:cubicBezTo>
                      <a:pt x="17987" y="1885"/>
                      <a:pt x="17113" y="2917"/>
                      <a:pt x="16641" y="2917"/>
                    </a:cubicBezTo>
                    <a:cubicBezTo>
                      <a:pt x="16374" y="2917"/>
                      <a:pt x="16091" y="3028"/>
                      <a:pt x="16009" y="3160"/>
                    </a:cubicBezTo>
                    <a:cubicBezTo>
                      <a:pt x="15927" y="3292"/>
                      <a:pt x="15164" y="3022"/>
                      <a:pt x="14322" y="2560"/>
                    </a:cubicBezTo>
                    <a:cubicBezTo>
                      <a:pt x="12868" y="1762"/>
                      <a:pt x="12661" y="1734"/>
                      <a:pt x="9879" y="1734"/>
                    </a:cubicBezTo>
                    <a:cubicBezTo>
                      <a:pt x="7185" y="1734"/>
                      <a:pt x="6841" y="1790"/>
                      <a:pt x="5533" y="2479"/>
                    </a:cubicBezTo>
                    <a:cubicBezTo>
                      <a:pt x="2607" y="4020"/>
                      <a:pt x="763" y="6458"/>
                      <a:pt x="165" y="9577"/>
                    </a:cubicBezTo>
                    <a:cubicBezTo>
                      <a:pt x="-819" y="14703"/>
                      <a:pt x="2718" y="19948"/>
                      <a:pt x="7884" y="21001"/>
                    </a:cubicBezTo>
                    <a:cubicBezTo>
                      <a:pt x="10826" y="21600"/>
                      <a:pt x="14267" y="20638"/>
                      <a:pt x="16512" y="18586"/>
                    </a:cubicBezTo>
                    <a:cubicBezTo>
                      <a:pt x="20177" y="15236"/>
                      <a:pt x="20781" y="10054"/>
                      <a:pt x="18004" y="5688"/>
                    </a:cubicBezTo>
                    <a:cubicBezTo>
                      <a:pt x="17661" y="5150"/>
                      <a:pt x="17698" y="4883"/>
                      <a:pt x="18231" y="3986"/>
                    </a:cubicBezTo>
                    <a:cubicBezTo>
                      <a:pt x="18361" y="3767"/>
                      <a:pt x="18631" y="3245"/>
                      <a:pt x="18831" y="2820"/>
                    </a:cubicBezTo>
                    <a:cubicBezTo>
                      <a:pt x="19030" y="2394"/>
                      <a:pt x="19396" y="1981"/>
                      <a:pt x="19658" y="1912"/>
                    </a:cubicBezTo>
                    <a:cubicBezTo>
                      <a:pt x="20095" y="1797"/>
                      <a:pt x="20091" y="1754"/>
                      <a:pt x="19577" y="1394"/>
                    </a:cubicBezTo>
                    <a:cubicBezTo>
                      <a:pt x="19045" y="1021"/>
                      <a:pt x="19045" y="982"/>
                      <a:pt x="19479" y="502"/>
                    </a:cubicBezTo>
                    <a:cubicBezTo>
                      <a:pt x="19899" y="39"/>
                      <a:pt x="19899" y="0"/>
                      <a:pt x="19496" y="0"/>
                    </a:cubicBezTo>
                    <a:close/>
                    <a:moveTo>
                      <a:pt x="10398" y="4440"/>
                    </a:moveTo>
                    <a:cubicBezTo>
                      <a:pt x="11105" y="4473"/>
                      <a:pt x="11813" y="4612"/>
                      <a:pt x="12474" y="4894"/>
                    </a:cubicBezTo>
                    <a:cubicBezTo>
                      <a:pt x="13523" y="5341"/>
                      <a:pt x="13837" y="6247"/>
                      <a:pt x="13057" y="6546"/>
                    </a:cubicBezTo>
                    <a:cubicBezTo>
                      <a:pt x="12837" y="6631"/>
                      <a:pt x="12123" y="7713"/>
                      <a:pt x="11452" y="8945"/>
                    </a:cubicBezTo>
                    <a:lnTo>
                      <a:pt x="10219" y="11181"/>
                    </a:lnTo>
                    <a:lnTo>
                      <a:pt x="8517" y="9577"/>
                    </a:lnTo>
                    <a:cubicBezTo>
                      <a:pt x="7381" y="8514"/>
                      <a:pt x="6567" y="7972"/>
                      <a:pt x="6133" y="7972"/>
                    </a:cubicBezTo>
                    <a:cubicBezTo>
                      <a:pt x="5251" y="7972"/>
                      <a:pt x="5318" y="8246"/>
                      <a:pt x="6489" y="9755"/>
                    </a:cubicBezTo>
                    <a:cubicBezTo>
                      <a:pt x="7038" y="10461"/>
                      <a:pt x="7967" y="12003"/>
                      <a:pt x="8565" y="13174"/>
                    </a:cubicBezTo>
                    <a:cubicBezTo>
                      <a:pt x="9466" y="14938"/>
                      <a:pt x="9782" y="15308"/>
                      <a:pt x="10365" y="15378"/>
                    </a:cubicBezTo>
                    <a:cubicBezTo>
                      <a:pt x="11009" y="15454"/>
                      <a:pt x="11154" y="15278"/>
                      <a:pt x="12117" y="13255"/>
                    </a:cubicBezTo>
                    <a:cubicBezTo>
                      <a:pt x="12696" y="12038"/>
                      <a:pt x="13342" y="10737"/>
                      <a:pt x="13560" y="10371"/>
                    </a:cubicBezTo>
                    <a:cubicBezTo>
                      <a:pt x="13778" y="10005"/>
                      <a:pt x="14023" y="9507"/>
                      <a:pt x="14095" y="9269"/>
                    </a:cubicBezTo>
                    <a:cubicBezTo>
                      <a:pt x="14168" y="9031"/>
                      <a:pt x="14599" y="8587"/>
                      <a:pt x="15052" y="8264"/>
                    </a:cubicBezTo>
                    <a:lnTo>
                      <a:pt x="15863" y="7665"/>
                    </a:lnTo>
                    <a:lnTo>
                      <a:pt x="16236" y="8556"/>
                    </a:lnTo>
                    <a:cubicBezTo>
                      <a:pt x="17396" y="11376"/>
                      <a:pt x="16867" y="13918"/>
                      <a:pt x="14679" y="16107"/>
                    </a:cubicBezTo>
                    <a:cubicBezTo>
                      <a:pt x="13632" y="17154"/>
                      <a:pt x="12913" y="17624"/>
                      <a:pt x="11857" y="17938"/>
                    </a:cubicBezTo>
                    <a:cubicBezTo>
                      <a:pt x="11077" y="18170"/>
                      <a:pt x="10141" y="18353"/>
                      <a:pt x="9765" y="18343"/>
                    </a:cubicBezTo>
                    <a:cubicBezTo>
                      <a:pt x="7066" y="18270"/>
                      <a:pt x="4007" y="15914"/>
                      <a:pt x="3246" y="13320"/>
                    </a:cubicBezTo>
                    <a:cubicBezTo>
                      <a:pt x="2723" y="11537"/>
                      <a:pt x="2718" y="11084"/>
                      <a:pt x="3214" y="9415"/>
                    </a:cubicBezTo>
                    <a:cubicBezTo>
                      <a:pt x="4122" y="6355"/>
                      <a:pt x="7335" y="4299"/>
                      <a:pt x="10398" y="4440"/>
                    </a:cubicBezTo>
                    <a:close/>
                  </a:path>
                </a:pathLst>
              </a:custGeom>
              <a:ln w="12700" cap="flat">
                <a:noFill/>
                <a:miter lim="400000"/>
              </a:ln>
              <a:effectLst/>
            </p:spPr>
          </p:pic>
          <p:sp>
            <p:nvSpPr>
              <p:cNvPr id="37919" name="Shape 416">
                <a:extLst>
                  <a:ext uri="{FF2B5EF4-FFF2-40B4-BE49-F238E27FC236}">
                    <a16:creationId xmlns:a16="http://schemas.microsoft.com/office/drawing/2014/main" id="{90F1EB74-770B-445C-F8F7-3B9EDB09E524}"/>
                  </a:ext>
                </a:extLst>
              </p:cNvPr>
              <p:cNvSpPr>
                <a:spLocks noChangeArrowheads="1"/>
              </p:cNvSpPr>
              <p:nvPr/>
            </p:nvSpPr>
            <p:spPr bwMode="auto">
              <a:xfrm>
                <a:off x="1750" y="-14549"/>
                <a:ext cx="767505" cy="575356"/>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“I’m</a:t>
                </a:r>
              </a:p>
            </p:txBody>
          </p:sp>
          <p:sp>
            <p:nvSpPr>
              <p:cNvPr id="37920" name="Shape 417">
                <a:extLst>
                  <a:ext uri="{FF2B5EF4-FFF2-40B4-BE49-F238E27FC236}">
                    <a16:creationId xmlns:a16="http://schemas.microsoft.com/office/drawing/2014/main" id="{B00DED2E-62CF-8F27-8E40-0B4D62F16CF9}"/>
                  </a:ext>
                </a:extLst>
              </p:cNvPr>
              <p:cNvSpPr>
                <a:spLocks noChangeArrowheads="1"/>
              </p:cNvSpPr>
              <p:nvPr/>
            </p:nvSpPr>
            <p:spPr bwMode="auto">
              <a:xfrm>
                <a:off x="1356171" y="-14549"/>
                <a:ext cx="2934579" cy="575356"/>
              </a:xfrm>
              <a:prstGeom prst="rect">
                <a:avLst/>
              </a:prstGeom>
              <a:noFill/>
              <a:ln>
                <a:noFill/>
              </a:ln>
            </p:spPr>
            <p:txBody>
              <a:bodyPr wrap="none" lIns="26789" tIns="26789" rIns="26789" bIns="26789" anchor="ctr">
                <a:spAutoFit/>
              </a:bodyPr>
              <a:lstStyle/>
              <a:p>
                <a:pPr defTabSz="307777">
                  <a:defRPr/>
                </a:pPr>
                <a:r>
                  <a:rPr lang="en-US" altLang="en-US" sz="1613">
                    <a:latin typeface="Gill Sans"/>
                    <a:sym typeface="Gill Sans"/>
                  </a:rPr>
                  <a:t>because I say so!”</a:t>
                </a:r>
              </a:p>
            </p:txBody>
          </p:sp>
        </p:grpSp>
        <p:grpSp>
          <p:nvGrpSpPr>
            <p:cNvPr id="51214" name="Group 431">
              <a:extLst>
                <a:ext uri="{FF2B5EF4-FFF2-40B4-BE49-F238E27FC236}">
                  <a16:creationId xmlns:a16="http://schemas.microsoft.com/office/drawing/2014/main" id="{58654B96-0F01-6C54-8CBD-ED41E4562AC5}"/>
                </a:ext>
              </a:extLst>
            </p:cNvPr>
            <p:cNvGrpSpPr>
              <a:grpSpLocks/>
            </p:cNvGrpSpPr>
            <p:nvPr/>
          </p:nvGrpSpPr>
          <p:grpSpPr bwMode="auto">
            <a:xfrm>
              <a:off x="-43915" y="7591"/>
              <a:ext cx="1282157" cy="888639"/>
              <a:chOff x="-43915" y="7591"/>
              <a:chExt cx="1282156" cy="888638"/>
            </a:xfrm>
          </p:grpSpPr>
          <p:sp>
            <p:nvSpPr>
              <p:cNvPr id="419" name="Shape 419">
                <a:extLst>
                  <a:ext uri="{FF2B5EF4-FFF2-40B4-BE49-F238E27FC236}">
                    <a16:creationId xmlns:a16="http://schemas.microsoft.com/office/drawing/2014/main" id="{62D5BB98-DE96-D5F1-F7DD-1061060AE9C8}"/>
                  </a:ext>
                </a:extLst>
              </p:cNvPr>
              <p:cNvSpPr/>
              <p:nvPr/>
            </p:nvSpPr>
            <p:spPr>
              <a:xfrm>
                <a:off x="1231" y="46750"/>
                <a:ext cx="1191892" cy="849479"/>
              </a:xfrm>
              <a:prstGeom prst="rect">
                <a:avLst/>
              </a:prstGeom>
              <a:solidFill>
                <a:srgbClr val="C4C4C4"/>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420" name="Shape 420">
                <a:extLst>
                  <a:ext uri="{FF2B5EF4-FFF2-40B4-BE49-F238E27FC236}">
                    <a16:creationId xmlns:a16="http://schemas.microsoft.com/office/drawing/2014/main" id="{108572E9-6511-6FC6-19B6-5AAA1BA2B011}"/>
                  </a:ext>
                </a:extLst>
              </p:cNvPr>
              <p:cNvSpPr/>
              <p:nvPr/>
            </p:nvSpPr>
            <p:spPr>
              <a:xfrm>
                <a:off x="-43915" y="7591"/>
                <a:ext cx="1282186" cy="442812"/>
              </a:xfrm>
              <a:prstGeom prst="rect">
                <a:avLst/>
              </a:prstGeom>
              <a:noFill/>
              <a:ln w="12700" cap="flat">
                <a:noFill/>
                <a:miter lim="400000"/>
              </a:ln>
              <a:effectLst/>
            </p:spPr>
            <p:txBody>
              <a:bodyPr wrap="none" lIns="26789" tIns="26789" rIns="26789" bIns="26789" anchor="ctr">
                <a:spAutoFit/>
              </a:bodyPr>
              <a:lstStyle>
                <a:lvl1pPr>
                  <a:defRPr sz="2200">
                    <a:solidFill>
                      <a:srgbClr val="000000"/>
                    </a:solidFill>
                    <a:latin typeface="Snell Roundhand"/>
                    <a:ea typeface="Snell Roundhand"/>
                    <a:cs typeface="Snell Roundhand"/>
                    <a:sym typeface="Snell Roundhand"/>
                  </a:defRPr>
                </a:lvl1pPr>
              </a:lstStyle>
              <a:p>
                <a:pPr algn="ctr" defTabSz="308085">
                  <a:defRPr/>
                </a:pPr>
                <a:r>
                  <a:rPr sz="1160" kern="0">
                    <a:solidFill>
                      <a:schemeClr val="tx1"/>
                    </a:solidFill>
                  </a:rPr>
                  <a:t>Certificate</a:t>
                </a:r>
              </a:p>
            </p:txBody>
          </p:sp>
          <p:grpSp>
            <p:nvGrpSpPr>
              <p:cNvPr id="51217" name="Group 428">
                <a:extLst>
                  <a:ext uri="{FF2B5EF4-FFF2-40B4-BE49-F238E27FC236}">
                    <a16:creationId xmlns:a16="http://schemas.microsoft.com/office/drawing/2014/main" id="{01B25C62-C5D1-1B40-3F09-3D294BFF4036}"/>
                  </a:ext>
                </a:extLst>
              </p:cNvPr>
              <p:cNvGrpSpPr>
                <a:grpSpLocks/>
              </p:cNvGrpSpPr>
              <p:nvPr/>
            </p:nvGrpSpPr>
            <p:grpSpPr bwMode="auto">
              <a:xfrm>
                <a:off x="62930" y="528144"/>
                <a:ext cx="290761" cy="270627"/>
                <a:chOff x="0" y="0"/>
                <a:chExt cx="290759" cy="270626"/>
              </a:xfrm>
            </p:grpSpPr>
            <p:sp>
              <p:nvSpPr>
                <p:cNvPr id="421" name="Shape 421">
                  <a:extLst>
                    <a:ext uri="{FF2B5EF4-FFF2-40B4-BE49-F238E27FC236}">
                      <a16:creationId xmlns:a16="http://schemas.microsoft.com/office/drawing/2014/main" id="{54D16DAE-9F16-22B5-6E5A-CC2622169D41}"/>
                    </a:ext>
                  </a:extLst>
                </p:cNvPr>
                <p:cNvSpPr/>
                <p:nvPr/>
              </p:nvSpPr>
              <p:spPr>
                <a:xfrm>
                  <a:off x="-4510" y="96975"/>
                  <a:ext cx="219714" cy="174715"/>
                </a:xfrm>
                <a:custGeom>
                  <a:avLst/>
                  <a:gdLst/>
                  <a:ahLst/>
                  <a:cxnLst>
                    <a:cxn ang="0">
                      <a:pos x="wd2" y="hd2"/>
                    </a:cxn>
                    <a:cxn ang="5400000">
                      <a:pos x="wd2" y="hd2"/>
                    </a:cxn>
                    <a:cxn ang="10800000">
                      <a:pos x="wd2" y="hd2"/>
                    </a:cxn>
                    <a:cxn ang="16200000">
                      <a:pos x="wd2" y="hd2"/>
                    </a:cxn>
                  </a:cxnLst>
                  <a:rect l="0" t="0" r="r" b="b"/>
                  <a:pathLst>
                    <a:path w="21600" h="21600" extrusionOk="0">
                      <a:moveTo>
                        <a:pt x="14040" y="0"/>
                      </a:moveTo>
                      <a:lnTo>
                        <a:pt x="0" y="17374"/>
                      </a:lnTo>
                      <a:lnTo>
                        <a:pt x="713" y="21600"/>
                      </a:lnTo>
                      <a:lnTo>
                        <a:pt x="6788" y="20630"/>
                      </a:lnTo>
                      <a:lnTo>
                        <a:pt x="7278" y="15516"/>
                      </a:lnTo>
                      <a:lnTo>
                        <a:pt x="9174" y="13170"/>
                      </a:lnTo>
                      <a:lnTo>
                        <a:pt x="12158" y="14108"/>
                      </a:lnTo>
                      <a:lnTo>
                        <a:pt x="15288" y="10234"/>
                      </a:lnTo>
                      <a:lnTo>
                        <a:pt x="17794" y="11547"/>
                      </a:lnTo>
                      <a:lnTo>
                        <a:pt x="21600" y="6838"/>
                      </a:lnTo>
                    </a:path>
                  </a:pathLst>
                </a:custGeom>
                <a:solidFill>
                  <a:srgbClr val="FFE44F"/>
                </a:solidFill>
                <a:ln w="25400" cap="flat">
                  <a:solidFill>
                    <a:srgbClr val="EBB316"/>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2" name="Shape 422">
                  <a:extLst>
                    <a:ext uri="{FF2B5EF4-FFF2-40B4-BE49-F238E27FC236}">
                      <a16:creationId xmlns:a16="http://schemas.microsoft.com/office/drawing/2014/main" id="{E8B3A641-A6F5-8C2F-1C35-FF3E3523FE08}"/>
                    </a:ext>
                  </a:extLst>
                </p:cNvPr>
                <p:cNvSpPr/>
                <p:nvPr/>
              </p:nvSpPr>
              <p:spPr>
                <a:xfrm flipV="1">
                  <a:off x="7529" y="124087"/>
                  <a:ext cx="144470" cy="141579"/>
                </a:xfrm>
                <a:prstGeom prst="line">
                  <a:avLst/>
                </a:prstGeom>
                <a:noFill/>
                <a:ln w="25400" cap="flat">
                  <a:solidFill>
                    <a:srgbClr val="FFE44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3" name="Shape 423">
                  <a:extLst>
                    <a:ext uri="{FF2B5EF4-FFF2-40B4-BE49-F238E27FC236}">
                      <a16:creationId xmlns:a16="http://schemas.microsoft.com/office/drawing/2014/main" id="{F285F5D4-0211-B4D2-905B-8B0468992ADB}"/>
                    </a:ext>
                  </a:extLst>
                </p:cNvPr>
                <p:cNvSpPr/>
                <p:nvPr/>
              </p:nvSpPr>
              <p:spPr>
                <a:xfrm flipV="1">
                  <a:off x="106851" y="139148"/>
                  <a:ext cx="63207" cy="63260"/>
                </a:xfrm>
                <a:prstGeom prst="line">
                  <a:avLst/>
                </a:prstGeom>
                <a:noFill/>
                <a:ln w="25400" cap="flat">
                  <a:solidFill>
                    <a:srgbClr val="FFE44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4" name="Shape 424">
                  <a:extLst>
                    <a:ext uri="{FF2B5EF4-FFF2-40B4-BE49-F238E27FC236}">
                      <a16:creationId xmlns:a16="http://schemas.microsoft.com/office/drawing/2014/main" id="{6B044499-660D-7E73-E4A9-E090A00CF58B}"/>
                    </a:ext>
                  </a:extLst>
                </p:cNvPr>
                <p:cNvSpPr/>
                <p:nvPr/>
              </p:nvSpPr>
              <p:spPr>
                <a:xfrm flipV="1">
                  <a:off x="7529" y="118063"/>
                  <a:ext cx="141460" cy="141579"/>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5" name="Shape 425">
                  <a:extLst>
                    <a:ext uri="{FF2B5EF4-FFF2-40B4-BE49-F238E27FC236}">
                      <a16:creationId xmlns:a16="http://schemas.microsoft.com/office/drawing/2014/main" id="{AB1F3599-C4A3-3D3C-47D3-4D8C645245BC}"/>
                    </a:ext>
                  </a:extLst>
                </p:cNvPr>
                <p:cNvSpPr/>
                <p:nvPr/>
              </p:nvSpPr>
              <p:spPr>
                <a:xfrm flipV="1">
                  <a:off x="97823" y="139148"/>
                  <a:ext cx="63205" cy="63260"/>
                </a:xfrm>
                <a:prstGeom prst="line">
                  <a:avLst/>
                </a:prstGeom>
                <a:noFill/>
                <a:ln w="6350" cap="flat">
                  <a:solidFill>
                    <a:srgbClr val="FFFFFF"/>
                  </a:solidFill>
                  <a:prstDash val="solid"/>
                  <a:miter lim="400000"/>
                </a:ln>
                <a:effectLst/>
              </p:spPr>
              <p:txBody>
                <a:bodyPr lIns="0" tIns="0" rIns="0" bIns="0"/>
                <a:lstStyle/>
                <a:p>
                  <a:pPr algn="ctr" defTabSz="308085">
                    <a:defRPr sz="2800">
                      <a:effectLst>
                        <a:outerShdw blurRad="38100" dist="12700" dir="5400000" rotWithShape="0">
                          <a:srgbClr val="000000">
                            <a:alpha val="50000"/>
                          </a:srgbClr>
                        </a:outerShdw>
                      </a:effectLst>
                    </a:defRPr>
                  </a:pPr>
                  <a:endParaRPr sz="1477" kern="0">
                    <a:effectLst>
                      <a:outerShdw blurRad="38100" dist="12700" dir="5400000" rotWithShape="0">
                        <a:srgbClr val="000000">
                          <a:alpha val="50000"/>
                        </a:srgbClr>
                      </a:outerShdw>
                    </a:effectLst>
                    <a:latin typeface="Gill Sans"/>
                    <a:sym typeface="Gill Sans"/>
                  </a:endParaRPr>
                </a:p>
              </p:txBody>
            </p:sp>
            <p:sp>
              <p:nvSpPr>
                <p:cNvPr id="426" name="Shape 426">
                  <a:extLst>
                    <a:ext uri="{FF2B5EF4-FFF2-40B4-BE49-F238E27FC236}">
                      <a16:creationId xmlns:a16="http://schemas.microsoft.com/office/drawing/2014/main" id="{65AE5769-7D77-135B-9976-9B17982F244F}"/>
                    </a:ext>
                  </a:extLst>
                </p:cNvPr>
                <p:cNvSpPr/>
                <p:nvPr/>
              </p:nvSpPr>
              <p:spPr>
                <a:xfrm>
                  <a:off x="130930" y="581"/>
                  <a:ext cx="159520" cy="159655"/>
                </a:xfrm>
                <a:prstGeom prst="ellipse">
                  <a:avLst/>
                </a:prstGeom>
                <a:solidFill>
                  <a:srgbClr val="FFE44F"/>
                </a:solidFill>
                <a:ln w="38100" cap="flat">
                  <a:solidFill>
                    <a:srgbClr val="EBB315"/>
                  </a:solidFill>
                  <a:prstDash val="solid"/>
                  <a:miter lim="400000"/>
                </a:ln>
                <a:effectLst/>
              </p:spPr>
              <p:txBody>
                <a:bodyPr lIns="26789" tIns="26789" rIns="26789" bIns="26789" anchor="ctr"/>
                <a:lstStyle/>
                <a:p>
                  <a:pPr algn="ctr" defTabSz="307777">
                    <a:defRPr/>
                  </a:pPr>
                  <a:endParaRPr lang="en-US" altLang="en-US" sz="1463">
                    <a:effectLst>
                      <a:outerShdw blurRad="38100" dist="38100" dir="2700000" algn="tl">
                        <a:srgbClr val="000000"/>
                      </a:outerShdw>
                    </a:effectLst>
                    <a:latin typeface="Gill Sans"/>
                    <a:sym typeface="Gill Sans"/>
                  </a:endParaRPr>
                </a:p>
              </p:txBody>
            </p:sp>
            <p:sp>
              <p:nvSpPr>
                <p:cNvPr id="427" name="Shape 427">
                  <a:extLst>
                    <a:ext uri="{FF2B5EF4-FFF2-40B4-BE49-F238E27FC236}">
                      <a16:creationId xmlns:a16="http://schemas.microsoft.com/office/drawing/2014/main" id="{E487737F-914A-E960-1F78-20891C561E41}"/>
                    </a:ext>
                  </a:extLst>
                </p:cNvPr>
                <p:cNvSpPr/>
                <p:nvPr/>
              </p:nvSpPr>
              <p:spPr>
                <a:xfrm>
                  <a:off x="212195" y="24679"/>
                  <a:ext cx="54176" cy="51211"/>
                </a:xfrm>
                <a:prstGeom prst="ellipse">
                  <a:avLst/>
                </a:prstGeom>
                <a:solidFill>
                  <a:srgbClr val="000000"/>
                </a:solid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53585F"/>
                      </a:outerShdw>
                    </a:effectLst>
                    <a:latin typeface="Gill Sans"/>
                    <a:sym typeface="Gill Sans"/>
                  </a:endParaRPr>
                </a:p>
              </p:txBody>
            </p:sp>
          </p:grpSp>
          <p:pic>
            <p:nvPicPr>
              <p:cNvPr id="429" name="pasted-image.jpg">
                <a:extLst>
                  <a:ext uri="{FF2B5EF4-FFF2-40B4-BE49-F238E27FC236}">
                    <a16:creationId xmlns:a16="http://schemas.microsoft.com/office/drawing/2014/main" id="{D8E8E423-D179-17AA-ADED-58A2A5EDEA1A}"/>
                  </a:ext>
                </a:extLst>
              </p:cNvPr>
              <p:cNvPicPr>
                <a:picLocks noChangeAspect="1"/>
              </p:cNvPicPr>
              <p:nvPr/>
            </p:nvPicPr>
            <p:blipFill>
              <a:blip r:embed="rId6"/>
              <a:srcRect l="5345" t="36796" r="73973" b="30346"/>
              <a:stretch>
                <a:fillRect/>
              </a:stretch>
            </p:blipFill>
            <p:spPr>
              <a:xfrm>
                <a:off x="837649" y="485097"/>
                <a:ext cx="256325"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pic>
            <p:nvPicPr>
              <p:cNvPr id="430" name="pasted-image.jpg">
                <a:extLst>
                  <a:ext uri="{FF2B5EF4-FFF2-40B4-BE49-F238E27FC236}">
                    <a16:creationId xmlns:a16="http://schemas.microsoft.com/office/drawing/2014/main" id="{6DE533DE-6836-9FEF-958F-49CD4E1B462C}"/>
                  </a:ext>
                </a:extLst>
              </p:cNvPr>
              <p:cNvPicPr>
                <a:picLocks noChangeAspect="1"/>
              </p:cNvPicPr>
              <p:nvPr/>
            </p:nvPicPr>
            <p:blipFill>
              <a:blip r:embed="rId6"/>
              <a:srcRect l="5345" t="36796" r="73973" b="30346"/>
              <a:stretch>
                <a:fillRect/>
              </a:stretch>
            </p:blipFill>
            <p:spPr>
              <a:xfrm>
                <a:off x="468016" y="485097"/>
                <a:ext cx="256326" cy="271746"/>
              </a:xfrm>
              <a:custGeom>
                <a:avLst/>
                <a:gdLst/>
                <a:ahLst/>
                <a:cxnLst>
                  <a:cxn ang="0">
                    <a:pos x="wd2" y="hd2"/>
                  </a:cxn>
                  <a:cxn ang="5400000">
                    <a:pos x="wd2" y="hd2"/>
                  </a:cxn>
                  <a:cxn ang="10800000">
                    <a:pos x="wd2" y="hd2"/>
                  </a:cxn>
                  <a:cxn ang="16200000">
                    <a:pos x="wd2" y="hd2"/>
                  </a:cxn>
                </a:cxnLst>
                <a:rect l="0" t="0" r="r" b="b"/>
                <a:pathLst>
                  <a:path w="19997" h="21177" extrusionOk="0">
                    <a:moveTo>
                      <a:pt x="19515" y="0"/>
                    </a:moveTo>
                    <a:cubicBezTo>
                      <a:pt x="19028" y="0"/>
                      <a:pt x="17998" y="896"/>
                      <a:pt x="17998" y="1330"/>
                    </a:cubicBezTo>
                    <a:cubicBezTo>
                      <a:pt x="17998" y="1887"/>
                      <a:pt x="17139" y="2907"/>
                      <a:pt x="16667" y="2907"/>
                    </a:cubicBezTo>
                    <a:cubicBezTo>
                      <a:pt x="16399" y="2907"/>
                      <a:pt x="16098" y="3022"/>
                      <a:pt x="16016" y="3155"/>
                    </a:cubicBezTo>
                    <a:cubicBezTo>
                      <a:pt x="15935" y="3287"/>
                      <a:pt x="15187" y="3029"/>
                      <a:pt x="14345" y="2567"/>
                    </a:cubicBezTo>
                    <a:cubicBezTo>
                      <a:pt x="12888" y="1768"/>
                      <a:pt x="12672" y="1732"/>
                      <a:pt x="9886" y="1732"/>
                    </a:cubicBezTo>
                    <a:cubicBezTo>
                      <a:pt x="7188" y="1732"/>
                      <a:pt x="6830" y="1785"/>
                      <a:pt x="5520" y="2474"/>
                    </a:cubicBezTo>
                    <a:cubicBezTo>
                      <a:pt x="2591" y="4017"/>
                      <a:pt x="763" y="6465"/>
                      <a:pt x="164" y="9588"/>
                    </a:cubicBezTo>
                    <a:cubicBezTo>
                      <a:pt x="-821" y="14719"/>
                      <a:pt x="2732" y="19947"/>
                      <a:pt x="7904" y="21000"/>
                    </a:cubicBezTo>
                    <a:cubicBezTo>
                      <a:pt x="10851" y="21600"/>
                      <a:pt x="14264" y="20641"/>
                      <a:pt x="16512" y="18588"/>
                    </a:cubicBezTo>
                    <a:cubicBezTo>
                      <a:pt x="20182" y="15234"/>
                      <a:pt x="20779" y="10061"/>
                      <a:pt x="17998" y="5691"/>
                    </a:cubicBezTo>
                    <a:cubicBezTo>
                      <a:pt x="17655" y="5152"/>
                      <a:pt x="17712" y="4888"/>
                      <a:pt x="18246" y="3990"/>
                    </a:cubicBezTo>
                    <a:cubicBezTo>
                      <a:pt x="18376" y="3770"/>
                      <a:pt x="18634" y="3240"/>
                      <a:pt x="18834" y="2814"/>
                    </a:cubicBezTo>
                    <a:cubicBezTo>
                      <a:pt x="19034" y="2389"/>
                      <a:pt x="19408" y="1986"/>
                      <a:pt x="19670" y="1918"/>
                    </a:cubicBezTo>
                    <a:cubicBezTo>
                      <a:pt x="20108" y="1803"/>
                      <a:pt x="20123" y="1752"/>
                      <a:pt x="19608" y="1392"/>
                    </a:cubicBezTo>
                    <a:cubicBezTo>
                      <a:pt x="19076" y="1019"/>
                      <a:pt x="19050" y="975"/>
                      <a:pt x="19484" y="495"/>
                    </a:cubicBezTo>
                    <a:cubicBezTo>
                      <a:pt x="19904" y="31"/>
                      <a:pt x="19919" y="0"/>
                      <a:pt x="19515" y="0"/>
                    </a:cubicBezTo>
                    <a:close/>
                    <a:moveTo>
                      <a:pt x="10412" y="4423"/>
                    </a:moveTo>
                    <a:cubicBezTo>
                      <a:pt x="11120" y="4455"/>
                      <a:pt x="11825" y="4605"/>
                      <a:pt x="12487" y="4887"/>
                    </a:cubicBezTo>
                    <a:cubicBezTo>
                      <a:pt x="13537" y="5334"/>
                      <a:pt x="13856" y="6257"/>
                      <a:pt x="13075" y="6557"/>
                    </a:cubicBezTo>
                    <a:cubicBezTo>
                      <a:pt x="12854" y="6641"/>
                      <a:pt x="12137" y="7705"/>
                      <a:pt x="11465" y="8938"/>
                    </a:cubicBezTo>
                    <a:lnTo>
                      <a:pt x="10227" y="11196"/>
                    </a:lnTo>
                    <a:lnTo>
                      <a:pt x="8524" y="9588"/>
                    </a:lnTo>
                    <a:cubicBezTo>
                      <a:pt x="7386" y="8524"/>
                      <a:pt x="6575" y="7979"/>
                      <a:pt x="6140" y="7979"/>
                    </a:cubicBezTo>
                    <a:cubicBezTo>
                      <a:pt x="5257" y="7979"/>
                      <a:pt x="5307" y="8232"/>
                      <a:pt x="6480" y="9742"/>
                    </a:cubicBezTo>
                    <a:cubicBezTo>
                      <a:pt x="7029" y="10449"/>
                      <a:pt x="7956" y="12003"/>
                      <a:pt x="8555" y="13175"/>
                    </a:cubicBezTo>
                    <a:cubicBezTo>
                      <a:pt x="9457" y="14941"/>
                      <a:pt x="9766" y="15302"/>
                      <a:pt x="10350" y="15371"/>
                    </a:cubicBezTo>
                    <a:cubicBezTo>
                      <a:pt x="10995" y="15448"/>
                      <a:pt x="11152" y="15293"/>
                      <a:pt x="12115" y="13268"/>
                    </a:cubicBezTo>
                    <a:cubicBezTo>
                      <a:pt x="12695" y="12050"/>
                      <a:pt x="13352" y="10727"/>
                      <a:pt x="13570" y="10361"/>
                    </a:cubicBezTo>
                    <a:cubicBezTo>
                      <a:pt x="13789" y="9995"/>
                      <a:pt x="14024" y="9516"/>
                      <a:pt x="14097" y="9278"/>
                    </a:cubicBezTo>
                    <a:cubicBezTo>
                      <a:pt x="14169" y="9040"/>
                      <a:pt x="14603" y="8581"/>
                      <a:pt x="15057" y="8258"/>
                    </a:cubicBezTo>
                    <a:lnTo>
                      <a:pt x="15893" y="7670"/>
                    </a:lnTo>
                    <a:lnTo>
                      <a:pt x="16233" y="8567"/>
                    </a:lnTo>
                    <a:cubicBezTo>
                      <a:pt x="17395" y="11390"/>
                      <a:pt x="16876" y="13923"/>
                      <a:pt x="14685" y="16113"/>
                    </a:cubicBezTo>
                    <a:cubicBezTo>
                      <a:pt x="13636" y="17162"/>
                      <a:pt x="12925" y="17624"/>
                      <a:pt x="11868" y="17938"/>
                    </a:cubicBezTo>
                    <a:cubicBezTo>
                      <a:pt x="11087" y="18170"/>
                      <a:pt x="10138" y="18350"/>
                      <a:pt x="9762" y="18340"/>
                    </a:cubicBezTo>
                    <a:cubicBezTo>
                      <a:pt x="7059" y="18267"/>
                      <a:pt x="4023" y="15927"/>
                      <a:pt x="3260" y="13330"/>
                    </a:cubicBezTo>
                    <a:cubicBezTo>
                      <a:pt x="2736" y="11546"/>
                      <a:pt x="2733" y="11073"/>
                      <a:pt x="3229" y="9402"/>
                    </a:cubicBezTo>
                    <a:cubicBezTo>
                      <a:pt x="4139" y="6340"/>
                      <a:pt x="7346" y="4281"/>
                      <a:pt x="10412" y="4423"/>
                    </a:cubicBezTo>
                    <a:close/>
                  </a:path>
                </a:pathLst>
              </a:custGeom>
              <a:ln w="12700" cap="flat">
                <a:noFill/>
                <a:miter lim="400000"/>
              </a:ln>
              <a:effectLst/>
            </p:spPr>
          </p:pic>
        </p:grpSp>
      </p:grpSp>
      <p:sp>
        <p:nvSpPr>
          <p:cNvPr id="433" name="Shape 433">
            <a:extLst>
              <a:ext uri="{FF2B5EF4-FFF2-40B4-BE49-F238E27FC236}">
                <a16:creationId xmlns:a16="http://schemas.microsoft.com/office/drawing/2014/main" id="{47C8FE9F-4449-2087-8B55-E1139ACD4AE5}"/>
              </a:ext>
            </a:extLst>
          </p:cNvPr>
          <p:cNvSpPr>
            <a:spLocks noChangeArrowheads="1"/>
          </p:cNvSpPr>
          <p:nvPr/>
        </p:nvSpPr>
        <p:spPr bwMode="auto">
          <a:xfrm>
            <a:off x="4818064" y="1939926"/>
            <a:ext cx="403225" cy="614363"/>
          </a:xfrm>
          <a:prstGeom prst="rect">
            <a:avLst/>
          </a:prstGeom>
          <a:noFill/>
          <a:ln>
            <a:noFill/>
          </a:ln>
        </p:spPr>
        <p:txBody>
          <a:bodyPr wrap="none" lIns="26789" tIns="26789" rIns="26789" bIns="26789" anchor="ctr">
            <a:spAutoFit/>
          </a:bodyPr>
          <a:lstStyle/>
          <a:p>
            <a:pPr algn="ctr" defTabSz="307777">
              <a:defRPr/>
            </a:pPr>
            <a:r>
              <a:rPr lang="en-US" altLang="en-US" sz="3638">
                <a:latin typeface="Gill Sans"/>
                <a:sym typeface="Gill Sans"/>
              </a:rPr>
              <a:t>✓</a:t>
            </a:r>
          </a:p>
        </p:txBody>
      </p:sp>
      <p:sp>
        <p:nvSpPr>
          <p:cNvPr id="434" name="Shape 434">
            <a:extLst>
              <a:ext uri="{FF2B5EF4-FFF2-40B4-BE49-F238E27FC236}">
                <a16:creationId xmlns:a16="http://schemas.microsoft.com/office/drawing/2014/main" id="{7A671449-E25D-1671-B7E8-8B60C3F69555}"/>
              </a:ext>
            </a:extLst>
          </p:cNvPr>
          <p:cNvSpPr>
            <a:spLocks noChangeArrowheads="1"/>
          </p:cNvSpPr>
          <p:nvPr/>
        </p:nvSpPr>
        <p:spPr bwMode="auto">
          <a:xfrm>
            <a:off x="4818064" y="3035301"/>
            <a:ext cx="403225" cy="612775"/>
          </a:xfrm>
          <a:prstGeom prst="rect">
            <a:avLst/>
          </a:prstGeom>
          <a:noFill/>
          <a:ln>
            <a:noFill/>
          </a:ln>
        </p:spPr>
        <p:txBody>
          <a:bodyPr wrap="none" lIns="26789" tIns="26789" rIns="26789" bIns="26789" anchor="ctr">
            <a:spAutoFit/>
          </a:bodyPr>
          <a:lstStyle/>
          <a:p>
            <a:pPr algn="ctr" defTabSz="307777">
              <a:defRPr/>
            </a:pPr>
            <a:r>
              <a:rPr lang="en-US" altLang="en-US" sz="3638">
                <a:latin typeface="Gill Sans"/>
                <a:sym typeface="Gill Sans"/>
              </a:rPr>
              <a:t>✓</a:t>
            </a:r>
          </a:p>
        </p:txBody>
      </p:sp>
      <p:sp>
        <p:nvSpPr>
          <p:cNvPr id="435" name="Shape 435">
            <a:extLst>
              <a:ext uri="{FF2B5EF4-FFF2-40B4-BE49-F238E27FC236}">
                <a16:creationId xmlns:a16="http://schemas.microsoft.com/office/drawing/2014/main" id="{120F5EDA-669F-1342-0117-90CF9FD43A03}"/>
              </a:ext>
            </a:extLst>
          </p:cNvPr>
          <p:cNvSpPr>
            <a:spLocks noChangeArrowheads="1"/>
          </p:cNvSpPr>
          <p:nvPr/>
        </p:nvSpPr>
        <p:spPr bwMode="auto">
          <a:xfrm>
            <a:off x="4818064" y="4195764"/>
            <a:ext cx="403225" cy="612775"/>
          </a:xfrm>
          <a:prstGeom prst="rect">
            <a:avLst/>
          </a:prstGeom>
          <a:noFill/>
          <a:ln>
            <a:noFill/>
          </a:ln>
        </p:spPr>
        <p:txBody>
          <a:bodyPr wrap="none" lIns="26789" tIns="26789" rIns="26789" bIns="26789" anchor="ctr">
            <a:spAutoFit/>
          </a:bodyPr>
          <a:lstStyle/>
          <a:p>
            <a:pPr algn="ctr" defTabSz="307777">
              <a:defRPr/>
            </a:pPr>
            <a:r>
              <a:rPr lang="en-US" altLang="en-US" sz="3638">
                <a:latin typeface="Gill Sans"/>
                <a:sym typeface="Gill Sans"/>
              </a:rPr>
              <a:t>✓</a:t>
            </a:r>
          </a:p>
        </p:txBody>
      </p:sp>
      <p:pic>
        <p:nvPicPr>
          <p:cNvPr id="436" name="Screen Shot 2015-09-29 at 8.59.01 PM.png">
            <a:extLst>
              <a:ext uri="{FF2B5EF4-FFF2-40B4-BE49-F238E27FC236}">
                <a16:creationId xmlns:a16="http://schemas.microsoft.com/office/drawing/2014/main" id="{68497214-587C-10FD-F245-BA3F633442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0175" y="1322389"/>
            <a:ext cx="6858000" cy="510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440" name="Group 440">
            <a:extLst>
              <a:ext uri="{FF2B5EF4-FFF2-40B4-BE49-F238E27FC236}">
                <a16:creationId xmlns:a16="http://schemas.microsoft.com/office/drawing/2014/main" id="{B013AE17-6FA1-2A99-ACDD-E19D69082A3B}"/>
              </a:ext>
            </a:extLst>
          </p:cNvPr>
          <p:cNvGrpSpPr>
            <a:grpSpLocks/>
          </p:cNvGrpSpPr>
          <p:nvPr/>
        </p:nvGrpSpPr>
        <p:grpSpPr bwMode="auto">
          <a:xfrm>
            <a:off x="4692255" y="2483644"/>
            <a:ext cx="3427809" cy="1532930"/>
            <a:chOff x="0" y="0"/>
            <a:chExt cx="6500807" cy="2906893"/>
          </a:xfrm>
          <a:solidFill>
            <a:schemeClr val="bg1"/>
          </a:solidFill>
        </p:grpSpPr>
        <p:sp>
          <p:nvSpPr>
            <p:cNvPr id="437" name="Shape 437">
              <a:extLst>
                <a:ext uri="{FF2B5EF4-FFF2-40B4-BE49-F238E27FC236}">
                  <a16:creationId xmlns:a16="http://schemas.microsoft.com/office/drawing/2014/main" id="{5BB192DF-8671-1D18-5D20-9BA7E6878A41}"/>
                </a:ext>
              </a:extLst>
            </p:cNvPr>
            <p:cNvSpPr/>
            <p:nvPr/>
          </p:nvSpPr>
          <p:spPr>
            <a:xfrm>
              <a:off x="0" y="0"/>
              <a:ext cx="6500807" cy="2906893"/>
            </a:xfrm>
            <a:prstGeom prst="rect">
              <a:avLst/>
            </a:prstGeom>
            <a:grpFill/>
            <a:ln w="25400" cap="flat">
              <a:noFill/>
              <a:miter lim="400000"/>
            </a:ln>
            <a:effectLst/>
          </p:spPr>
          <p:txBody>
            <a:bodyPr lIns="26789" tIns="26789" rIns="26789" bIns="26789" anchor="ctr"/>
            <a:lstStyle/>
            <a:p>
              <a:pPr algn="ctr" defTabSz="307777">
                <a:defRPr/>
              </a:pPr>
              <a:endParaRPr lang="en-US" altLang="en-US" sz="1463">
                <a:effectLst>
                  <a:outerShdw blurRad="38100" dist="38100" dir="2700000" algn="tl">
                    <a:srgbClr val="53585F"/>
                  </a:outerShdw>
                </a:effectLst>
                <a:latin typeface="Gill Sans"/>
                <a:sym typeface="Gill Sans"/>
              </a:endParaRPr>
            </a:p>
          </p:txBody>
        </p:sp>
        <p:sp>
          <p:nvSpPr>
            <p:cNvPr id="438" name="Shape 438">
              <a:extLst>
                <a:ext uri="{FF2B5EF4-FFF2-40B4-BE49-F238E27FC236}">
                  <a16:creationId xmlns:a16="http://schemas.microsoft.com/office/drawing/2014/main" id="{6C203A86-9CD0-C80B-94CF-E1DC7B5BBE04}"/>
                </a:ext>
              </a:extLst>
            </p:cNvPr>
            <p:cNvSpPr/>
            <p:nvPr/>
          </p:nvSpPr>
          <p:spPr>
            <a:xfrm>
              <a:off x="1686661" y="73324"/>
              <a:ext cx="3127483" cy="718085"/>
            </a:xfrm>
            <a:prstGeom prst="rect">
              <a:avLst/>
            </a:prstGeom>
            <a:grpFill/>
            <a:ln w="12700" cap="flat">
              <a:noFill/>
              <a:miter lim="400000"/>
            </a:ln>
            <a:effectLst/>
          </p:spPr>
          <p:txBody>
            <a:bodyPr wrap="none" lIns="26789" tIns="26789" rIns="26789" bIns="26789" anchor="ctr">
              <a:spAutoFit/>
            </a:bodyPr>
            <a:lstStyle>
              <a:lvl1pPr>
                <a:defRPr>
                  <a:solidFill>
                    <a:srgbClr val="FDE15B"/>
                  </a:solidFill>
                </a:defRPr>
              </a:lvl1pPr>
            </a:lstStyle>
            <a:p>
              <a:pPr algn="ctr" defTabSz="308085">
                <a:defRPr/>
              </a:pPr>
              <a:r>
                <a:rPr sz="2109" kern="0">
                  <a:solidFill>
                    <a:schemeClr val="tx1"/>
                  </a:solidFill>
                  <a:latin typeface="Gill Sans"/>
                  <a:sym typeface="Gill Sans"/>
                </a:rPr>
                <a:t>Root key store</a:t>
              </a:r>
            </a:p>
          </p:txBody>
        </p:sp>
        <p:sp>
          <p:nvSpPr>
            <p:cNvPr id="37903" name="Shape 439">
              <a:extLst>
                <a:ext uri="{FF2B5EF4-FFF2-40B4-BE49-F238E27FC236}">
                  <a16:creationId xmlns:a16="http://schemas.microsoft.com/office/drawing/2014/main" id="{F393ED28-4B97-ABC5-94A6-BB7F1A5BDF9B}"/>
                </a:ext>
              </a:extLst>
            </p:cNvPr>
            <p:cNvSpPr>
              <a:spLocks noChangeArrowheads="1"/>
            </p:cNvSpPr>
            <p:nvPr/>
          </p:nvSpPr>
          <p:spPr bwMode="auto">
            <a:xfrm>
              <a:off x="1294738" y="807290"/>
              <a:ext cx="3911337" cy="1829668"/>
            </a:xfrm>
            <a:prstGeom prst="rect">
              <a:avLst/>
            </a:prstGeom>
            <a:grpFill/>
            <a:ln>
              <a:noFill/>
            </a:ln>
          </p:spPr>
          <p:txBody>
            <a:bodyPr wrap="none" lIns="26789" tIns="26789" rIns="26789" bIns="26789" anchor="ctr">
              <a:spAutoFit/>
            </a:bodyPr>
            <a:lstStyle/>
            <a:p>
              <a:pPr algn="ctr" defTabSz="307777">
                <a:lnSpc>
                  <a:spcPct val="80000"/>
                </a:lnSpc>
                <a:defRPr/>
              </a:pPr>
              <a:r>
                <a:rPr lang="en-US" altLang="en-US" sz="1838">
                  <a:latin typeface="Gill Sans"/>
                  <a:sym typeface="Gill Sans"/>
                </a:rPr>
                <a:t>Every device has one</a:t>
              </a:r>
              <a:br>
                <a:rPr lang="en-US" altLang="en-US" sz="1088">
                  <a:latin typeface="Gill Sans"/>
                  <a:sym typeface="Gill Sans"/>
                </a:rPr>
              </a:br>
              <a:br>
                <a:rPr lang="en-US" altLang="en-US" sz="1838">
                  <a:latin typeface="Gill Sans"/>
                  <a:sym typeface="Gill Sans"/>
                </a:rPr>
              </a:br>
              <a:r>
                <a:rPr lang="en-US" altLang="en-US" sz="1838">
                  <a:latin typeface="Gill Sans"/>
                  <a:sym typeface="Gill Sans"/>
                </a:rPr>
                <a:t>Must not contain</a:t>
              </a:r>
              <a:br>
                <a:rPr lang="en-US" altLang="en-US" sz="1838">
                  <a:latin typeface="Gill Sans"/>
                  <a:sym typeface="Gill Sans"/>
                </a:rPr>
              </a:br>
              <a:r>
                <a:rPr lang="en-US" altLang="en-US" sz="1838">
                  <a:latin typeface="Gill Sans"/>
                  <a:sym typeface="Gill Sans"/>
                </a:rPr>
                <a:t>malicious certificates</a:t>
              </a:r>
            </a:p>
          </p:txBody>
        </p:sp>
      </p:grpSp>
    </p:spTree>
  </p:cSld>
  <p:clrMapOvr>
    <a:masterClrMapping/>
  </p:clrMapOvr>
  <p:transition spd="slow">
    <p:dissolve/>
  </p:transition>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1" presetClass="path" presetSubtype="0" accel="50000" decel="50000" fill="hold" nodeType="clickEffect">
                                  <p:stCondLst>
                                    <p:cond delay="0"/>
                                  </p:stCondLst>
                                  <p:childTnLst>
                                    <p:animMotion origin="layout" path="M 0.000000 0.000000 L 0.000000 -0.220684" pathEditMode="relative">
                                      <p:cBhvr>
                                        <p:cTn id="6" dur="1000" fill="hold"/>
                                        <p:tgtEl>
                                          <p:spTgt spid="374"/>
                                        </p:tgtEl>
                                        <p:attrNameLst>
                                          <p:attrName>ppt_x</p:attrName>
                                          <p:attrName>ppt_y</p:attrName>
                                        </p:attrNameLst>
                                      </p:cBhvr>
                                    </p:animMotion>
                                  </p:childTnLst>
                                </p:cTn>
                              </p:par>
                            </p:childTnLst>
                          </p:cTn>
                        </p:par>
                        <p:par>
                          <p:cTn id="7" fill="hold" nodeType="afterGroup">
                            <p:stCondLst>
                              <p:cond delay="1000"/>
                            </p:stCondLst>
                            <p:childTnLst>
                              <p:par>
                                <p:cTn id="8" presetID="9" presetClass="entr" fill="hold" nodeType="afterEffect">
                                  <p:stCondLst>
                                    <p:cond delay="0"/>
                                  </p:stCondLst>
                                  <p:iterate>
                                    <p:tmAbs val="0"/>
                                  </p:iterate>
                                  <p:childTnLst>
                                    <p:set>
                                      <p:cBhvr>
                                        <p:cTn id="9" fill="hold"/>
                                        <p:tgtEl>
                                          <p:spTgt spid="414"/>
                                        </p:tgtEl>
                                        <p:attrNameLst>
                                          <p:attrName>style.visibility</p:attrName>
                                        </p:attrNameLst>
                                      </p:cBhvr>
                                      <p:to>
                                        <p:strVal val="visible"/>
                                      </p:to>
                                    </p:set>
                                    <p:animEffect transition="in" filter="dissolve">
                                      <p:cBhvr>
                                        <p:cTn id="10" dur="1000"/>
                                        <p:tgtEl>
                                          <p:spTgt spid="41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path" presetSubtype="0" accel="50000" decel="50000" fill="hold" nodeType="clickEffect">
                                  <p:stCondLst>
                                    <p:cond delay="0"/>
                                  </p:stCondLst>
                                  <p:childTnLst>
                                    <p:animMotion origin="layout" path="M 0.000000 -0.220684 L 0.000000 -0.433555" pathEditMode="relative">
                                      <p:cBhvr>
                                        <p:cTn id="14" dur="1000" fill="hold"/>
                                        <p:tgtEl>
                                          <p:spTgt spid="374"/>
                                        </p:tgtEl>
                                        <p:attrNameLst>
                                          <p:attrName>ppt_x</p:attrName>
                                          <p:attrName>ppt_y</p:attrName>
                                        </p:attrNameLst>
                                      </p:cBhvr>
                                    </p:animMotion>
                                  </p:childTnLst>
                                </p:cTn>
                              </p:par>
                            </p:childTnLst>
                          </p:cTn>
                        </p:par>
                        <p:par>
                          <p:cTn id="15" fill="hold" nodeType="afterGroup">
                            <p:stCondLst>
                              <p:cond delay="1000"/>
                            </p:stCondLst>
                            <p:childTnLst>
                              <p:par>
                                <p:cTn id="16" presetID="9" presetClass="entr" fill="hold" nodeType="afterEffect">
                                  <p:stCondLst>
                                    <p:cond delay="0"/>
                                  </p:stCondLst>
                                  <p:iterate>
                                    <p:tmAbs val="0"/>
                                  </p:iterate>
                                  <p:childTnLst>
                                    <p:set>
                                      <p:cBhvr>
                                        <p:cTn id="17" fill="hold"/>
                                        <p:tgtEl>
                                          <p:spTgt spid="432"/>
                                        </p:tgtEl>
                                        <p:attrNameLst>
                                          <p:attrName>style.visibility</p:attrName>
                                        </p:attrNameLst>
                                      </p:cBhvr>
                                      <p:to>
                                        <p:strVal val="visible"/>
                                      </p:to>
                                    </p:set>
                                    <p:animEffect transition="in" filter="dissolve">
                                      <p:cBhvr>
                                        <p:cTn id="18" dur="1000"/>
                                        <p:tgtEl>
                                          <p:spTgt spid="43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fill="hold" nodeType="clickEffect">
                                  <p:stCondLst>
                                    <p:cond delay="0"/>
                                  </p:stCondLst>
                                  <p:iterate>
                                    <p:tmAbs val="0"/>
                                  </p:iterate>
                                  <p:childTnLst>
                                    <p:set>
                                      <p:cBhvr>
                                        <p:cTn id="22" fill="hold"/>
                                        <p:tgtEl>
                                          <p:spTgt spid="436"/>
                                        </p:tgtEl>
                                        <p:attrNameLst>
                                          <p:attrName>style.visibility</p:attrName>
                                        </p:attrNameLst>
                                      </p:cBhvr>
                                      <p:to>
                                        <p:strVal val="visible"/>
                                      </p:to>
                                    </p:set>
                                    <p:animEffect transition="in" filter="dissolve">
                                      <p:cBhvr>
                                        <p:cTn id="23" dur="1000"/>
                                        <p:tgtEl>
                                          <p:spTgt spid="43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fill="hold" nodeType="clickEffect">
                                  <p:stCondLst>
                                    <p:cond delay="0"/>
                                  </p:stCondLst>
                                  <p:iterate>
                                    <p:tmAbs val="0"/>
                                  </p:iterate>
                                  <p:childTnLst>
                                    <p:set>
                                      <p:cBhvr>
                                        <p:cTn id="27" fill="hold"/>
                                        <p:tgtEl>
                                          <p:spTgt spid="440"/>
                                        </p:tgtEl>
                                        <p:attrNameLst>
                                          <p:attrName>style.visibility</p:attrName>
                                        </p:attrNameLst>
                                      </p:cBhvr>
                                      <p:to>
                                        <p:strVal val="visible"/>
                                      </p:to>
                                    </p:set>
                                    <p:animEffect transition="in" filter="dissolve">
                                      <p:cBhvr>
                                        <p:cTn id="28" dur="499"/>
                                        <p:tgtEl>
                                          <p:spTgt spid="44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xit" fill="hold" nodeType="clickEffect">
                                  <p:stCondLst>
                                    <p:cond delay="0"/>
                                  </p:stCondLst>
                                  <p:iterate>
                                    <p:tmAbs val="0"/>
                                  </p:iterate>
                                  <p:childTnLst>
                                    <p:animEffect transition="out" filter="dissolve">
                                      <p:cBhvr>
                                        <p:cTn id="32" dur="1000" fill="hold"/>
                                        <p:tgtEl>
                                          <p:spTgt spid="436"/>
                                        </p:tgtEl>
                                      </p:cBhvr>
                                    </p:animEffect>
                                    <p:set>
                                      <p:cBhvr>
                                        <p:cTn id="33" fill="hold">
                                          <p:stCondLst>
                                            <p:cond delay="999"/>
                                          </p:stCondLst>
                                        </p:cTn>
                                        <p:tgtEl>
                                          <p:spTgt spid="436"/>
                                        </p:tgtEl>
                                        <p:attrNameLst>
                                          <p:attrName>style.visibility</p:attrName>
                                        </p:attrNameLst>
                                      </p:cBhvr>
                                      <p:to>
                                        <p:strVal val="hidden"/>
                                      </p:to>
                                    </p:set>
                                  </p:childTnLst>
                                </p:cTn>
                              </p:par>
                            </p:childTnLst>
                          </p:cTn>
                        </p:par>
                        <p:par>
                          <p:cTn id="34" fill="hold" nodeType="afterGroup">
                            <p:stCondLst>
                              <p:cond delay="1000"/>
                            </p:stCondLst>
                            <p:childTnLst>
                              <p:par>
                                <p:cTn id="35" presetID="9" presetClass="exit" fill="hold" nodeType="afterEffect">
                                  <p:stCondLst>
                                    <p:cond delay="0"/>
                                  </p:stCondLst>
                                  <p:iterate>
                                    <p:tmAbs val="0"/>
                                  </p:iterate>
                                  <p:childTnLst>
                                    <p:animEffect transition="out" filter="dissolve">
                                      <p:cBhvr>
                                        <p:cTn id="36" dur="1000" fill="hold"/>
                                        <p:tgtEl>
                                          <p:spTgt spid="440"/>
                                        </p:tgtEl>
                                      </p:cBhvr>
                                    </p:animEffect>
                                    <p:set>
                                      <p:cBhvr>
                                        <p:cTn id="37" fill="hold">
                                          <p:stCondLst>
                                            <p:cond delay="999"/>
                                          </p:stCondLst>
                                        </p:cTn>
                                        <p:tgtEl>
                                          <p:spTgt spid="440"/>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iterate>
                                    <p:tmAbs val="0"/>
                                  </p:iterate>
                                  <p:childTnLst>
                                    <p:set>
                                      <p:cBhvr>
                                        <p:cTn id="41" fill="hold"/>
                                        <p:tgtEl>
                                          <p:spTgt spid="433"/>
                                        </p:tgtEl>
                                        <p:attrNameLst>
                                          <p:attrName>style.visibility</p:attrName>
                                        </p:attrNameLst>
                                      </p:cBhvr>
                                      <p:to>
                                        <p:strVal val="visible"/>
                                      </p:to>
                                    </p:set>
                                    <p:anim calcmode="lin" valueType="num">
                                      <p:cBhvr>
                                        <p:cTn id="42" dur="400" fill="hold"/>
                                        <p:tgtEl>
                                          <p:spTgt spid="433"/>
                                        </p:tgtEl>
                                        <p:attrNameLst>
                                          <p:attrName>ppt_w</p:attrName>
                                        </p:attrNameLst>
                                      </p:cBhvr>
                                      <p:tavLst>
                                        <p:tav tm="0">
                                          <p:val>
                                            <p:fltVal val="0"/>
                                          </p:val>
                                        </p:tav>
                                        <p:tav tm="100000">
                                          <p:val>
                                            <p:strVal val="#ppt_w"/>
                                          </p:val>
                                        </p:tav>
                                      </p:tavLst>
                                    </p:anim>
                                    <p:anim calcmode="lin" valueType="num">
                                      <p:cBhvr>
                                        <p:cTn id="43" dur="400" fill="hold"/>
                                        <p:tgtEl>
                                          <p:spTgt spid="433"/>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path" presetSubtype="0" accel="50000" decel="50000" fill="hold" nodeType="clickEffect">
                                  <p:stCondLst>
                                    <p:cond delay="0"/>
                                  </p:stCondLst>
                                  <p:childTnLst>
                                    <p:animMotion origin="layout" path="M 0.000000 -0.433555 L 0.000000 -0.220684" pathEditMode="relative">
                                      <p:cBhvr>
                                        <p:cTn id="47" dur="1000" fill="hold"/>
                                        <p:tgtEl>
                                          <p:spTgt spid="374"/>
                                        </p:tgtEl>
                                        <p:attrNameLst>
                                          <p:attrName>ppt_x</p:attrName>
                                          <p:attrName>ppt_y</p:attrName>
                                        </p:attrNameLst>
                                      </p:cBhvr>
                                    </p:animMotion>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nodeType="clickEffect">
                                  <p:stCondLst>
                                    <p:cond delay="0"/>
                                  </p:stCondLst>
                                  <p:iterate>
                                    <p:tmAbs val="0"/>
                                  </p:iterate>
                                  <p:childTnLst>
                                    <p:set>
                                      <p:cBhvr>
                                        <p:cTn id="51" fill="hold"/>
                                        <p:tgtEl>
                                          <p:spTgt spid="434"/>
                                        </p:tgtEl>
                                        <p:attrNameLst>
                                          <p:attrName>style.visibility</p:attrName>
                                        </p:attrNameLst>
                                      </p:cBhvr>
                                      <p:to>
                                        <p:strVal val="visible"/>
                                      </p:to>
                                    </p:set>
                                    <p:anim calcmode="lin" valueType="num">
                                      <p:cBhvr>
                                        <p:cTn id="52" dur="400" fill="hold"/>
                                        <p:tgtEl>
                                          <p:spTgt spid="434"/>
                                        </p:tgtEl>
                                        <p:attrNameLst>
                                          <p:attrName>ppt_w</p:attrName>
                                        </p:attrNameLst>
                                      </p:cBhvr>
                                      <p:tavLst>
                                        <p:tav tm="0">
                                          <p:val>
                                            <p:fltVal val="0"/>
                                          </p:val>
                                        </p:tav>
                                        <p:tav tm="100000">
                                          <p:val>
                                            <p:strVal val="#ppt_w"/>
                                          </p:val>
                                        </p:tav>
                                      </p:tavLst>
                                    </p:anim>
                                    <p:anim calcmode="lin" valueType="num">
                                      <p:cBhvr>
                                        <p:cTn id="53" dur="400" fill="hold"/>
                                        <p:tgtEl>
                                          <p:spTgt spid="434"/>
                                        </p:tgtEl>
                                        <p:attrNameLst>
                                          <p:attrName>ppt_h</p:attrName>
                                        </p:attrNameLst>
                                      </p:cBhvr>
                                      <p:tavLst>
                                        <p:tav tm="0">
                                          <p:val>
                                            <p:fltVal val="0"/>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path" presetSubtype="0" accel="50000" decel="50000" fill="hold" nodeType="clickEffect">
                                  <p:stCondLst>
                                    <p:cond delay="0"/>
                                  </p:stCondLst>
                                  <p:childTnLst>
                                    <p:animMotion origin="layout" path="M 0.000000 -0.220684 L -0.000000 0.000000" pathEditMode="relative">
                                      <p:cBhvr>
                                        <p:cTn id="57" dur="1000" fill="hold"/>
                                        <p:tgtEl>
                                          <p:spTgt spid="374"/>
                                        </p:tgtEl>
                                        <p:attrNameLst>
                                          <p:attrName>ppt_x</p:attrName>
                                          <p:attrName>ppt_y</p:attrName>
                                        </p:attrNameLst>
                                      </p:cBhvr>
                                    </p:animMotion>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16" fill="hold" nodeType="clickEffect">
                                  <p:stCondLst>
                                    <p:cond delay="0"/>
                                  </p:stCondLst>
                                  <p:iterate>
                                    <p:tmAbs val="0"/>
                                  </p:iterate>
                                  <p:childTnLst>
                                    <p:set>
                                      <p:cBhvr>
                                        <p:cTn id="61" fill="hold"/>
                                        <p:tgtEl>
                                          <p:spTgt spid="435"/>
                                        </p:tgtEl>
                                        <p:attrNameLst>
                                          <p:attrName>style.visibility</p:attrName>
                                        </p:attrNameLst>
                                      </p:cBhvr>
                                      <p:to>
                                        <p:strVal val="visible"/>
                                      </p:to>
                                    </p:set>
                                    <p:anim calcmode="lin" valueType="num">
                                      <p:cBhvr>
                                        <p:cTn id="62" dur="400" fill="hold"/>
                                        <p:tgtEl>
                                          <p:spTgt spid="435"/>
                                        </p:tgtEl>
                                        <p:attrNameLst>
                                          <p:attrName>ppt_w</p:attrName>
                                        </p:attrNameLst>
                                      </p:cBhvr>
                                      <p:tavLst>
                                        <p:tav tm="0">
                                          <p:val>
                                            <p:fltVal val="0"/>
                                          </p:val>
                                        </p:tav>
                                        <p:tav tm="100000">
                                          <p:val>
                                            <p:strVal val="#ppt_w"/>
                                          </p:val>
                                        </p:tav>
                                      </p:tavLst>
                                    </p:anim>
                                    <p:anim calcmode="lin" valueType="num">
                                      <p:cBhvr>
                                        <p:cTn id="63" dur="400" fill="hold"/>
                                        <p:tgtEl>
                                          <p:spTgt spid="43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advAuto="0"/>
      <p:bldP spid="432" grpId="0" advAuto="0"/>
      <p:bldP spid="433" grpId="0" advAuto="0"/>
      <p:bldP spid="434" grpId="0" advAuto="0"/>
      <p:bldP spid="435" grpId="0" advAuto="0"/>
      <p:bldP spid="436" grpId="0" animBg="1" advAuto="0"/>
      <p:bldP spid="436"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9A5739BD-609C-8B21-6A8E-F5C459DD787F}"/>
              </a:ext>
            </a:extLst>
          </p:cNvPr>
          <p:cNvSpPr>
            <a:spLocks noGrp="1" noChangeArrowheads="1"/>
          </p:cNvSpPr>
          <p:nvPr>
            <p:ph type="title"/>
          </p:nvPr>
        </p:nvSpPr>
        <p:spPr/>
        <p:txBody>
          <a:bodyPr/>
          <a:lstStyle/>
          <a:p>
            <a:pPr>
              <a:defRPr/>
            </a:pPr>
            <a:r>
              <a:rPr lang="en-US" altLang="en-US"/>
              <a:t>Trusted Root Certificates Store</a:t>
            </a:r>
          </a:p>
        </p:txBody>
      </p:sp>
      <p:sp>
        <p:nvSpPr>
          <p:cNvPr id="2" name="Content Placeholder 1">
            <a:extLst>
              <a:ext uri="{FF2B5EF4-FFF2-40B4-BE49-F238E27FC236}">
                <a16:creationId xmlns:a16="http://schemas.microsoft.com/office/drawing/2014/main" id="{80605B08-7FD9-CA5C-481A-359CBD9CFFD5}"/>
              </a:ext>
            </a:extLst>
          </p:cNvPr>
          <p:cNvSpPr>
            <a:spLocks noGrp="1"/>
          </p:cNvSpPr>
          <p:nvPr>
            <p:ph idx="1"/>
          </p:nvPr>
        </p:nvSpPr>
        <p:spPr/>
        <p:txBody>
          <a:bodyPr/>
          <a:lstStyle/>
          <a:p>
            <a:endParaRPr lang="en-US"/>
          </a:p>
        </p:txBody>
      </p:sp>
      <p:pic>
        <p:nvPicPr>
          <p:cNvPr id="52227" name="Screen Shot 2015-09-29 at 8.59.01 PM.png">
            <a:extLst>
              <a:ext uri="{FF2B5EF4-FFF2-40B4-BE49-F238E27FC236}">
                <a16:creationId xmlns:a16="http://schemas.microsoft.com/office/drawing/2014/main" id="{84E20AB2-D1BE-CD70-E176-2B86AF57766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70175" y="1322389"/>
            <a:ext cx="6858000" cy="510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nvGrpSpPr>
          <p:cNvPr id="5" name="Group 440">
            <a:extLst>
              <a:ext uri="{FF2B5EF4-FFF2-40B4-BE49-F238E27FC236}">
                <a16:creationId xmlns:a16="http://schemas.microsoft.com/office/drawing/2014/main" id="{4F45F3F0-9FB5-0A4B-8F93-4EC6DA7540C8}"/>
              </a:ext>
            </a:extLst>
          </p:cNvPr>
          <p:cNvGrpSpPr>
            <a:grpSpLocks/>
          </p:cNvGrpSpPr>
          <p:nvPr/>
        </p:nvGrpSpPr>
        <p:grpSpPr bwMode="auto">
          <a:xfrm>
            <a:off x="4692255" y="2483644"/>
            <a:ext cx="3427809" cy="1532930"/>
            <a:chOff x="0" y="0"/>
            <a:chExt cx="6500807" cy="2906893"/>
          </a:xfrm>
          <a:solidFill>
            <a:schemeClr val="bg1"/>
          </a:solidFill>
        </p:grpSpPr>
        <p:sp>
          <p:nvSpPr>
            <p:cNvPr id="6" name="Shape 437">
              <a:extLst>
                <a:ext uri="{FF2B5EF4-FFF2-40B4-BE49-F238E27FC236}">
                  <a16:creationId xmlns:a16="http://schemas.microsoft.com/office/drawing/2014/main" id="{4C9F812B-41F8-2119-3CB0-D9D5340811A1}"/>
                </a:ext>
              </a:extLst>
            </p:cNvPr>
            <p:cNvSpPr/>
            <p:nvPr/>
          </p:nvSpPr>
          <p:spPr>
            <a:xfrm>
              <a:off x="0" y="0"/>
              <a:ext cx="6500807" cy="2906893"/>
            </a:xfrm>
            <a:prstGeom prst="rect">
              <a:avLst/>
            </a:prstGeom>
            <a:grpFill/>
            <a:ln w="25400" cap="flat">
              <a:noFill/>
              <a:miter lim="400000"/>
            </a:ln>
            <a:effectLst/>
          </p:spPr>
          <p:txBody>
            <a:bodyPr lIns="26789" tIns="26789" rIns="26789" bIns="26789" anchor="ct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defRPr/>
              </a:pPr>
              <a:endParaRPr lang="en-US" altLang="en-US" sz="1463">
                <a:solidFill>
                  <a:schemeClr val="tx1"/>
                </a:solidFill>
                <a:effectLst>
                  <a:outerShdw blurRad="38100" dist="38100" dir="2700000" algn="tl">
                    <a:srgbClr val="53585F"/>
                  </a:outerShdw>
                </a:effectLst>
                <a:latin typeface="Gill Sans"/>
                <a:sym typeface="Gill Sans"/>
              </a:endParaRPr>
            </a:p>
          </p:txBody>
        </p:sp>
        <p:sp>
          <p:nvSpPr>
            <p:cNvPr id="7" name="Shape 438">
              <a:extLst>
                <a:ext uri="{FF2B5EF4-FFF2-40B4-BE49-F238E27FC236}">
                  <a16:creationId xmlns:a16="http://schemas.microsoft.com/office/drawing/2014/main" id="{D714BB3D-F007-1D2C-C671-525461453658}"/>
                </a:ext>
              </a:extLst>
            </p:cNvPr>
            <p:cNvSpPr/>
            <p:nvPr/>
          </p:nvSpPr>
          <p:spPr>
            <a:xfrm>
              <a:off x="1686663" y="73324"/>
              <a:ext cx="3127483" cy="718085"/>
            </a:xfrm>
            <a:prstGeom prst="rect">
              <a:avLst/>
            </a:prstGeom>
            <a:grpFill/>
            <a:ln w="12700" cap="flat">
              <a:noFill/>
              <a:miter lim="400000"/>
            </a:ln>
            <a:effectLst/>
          </p:spPr>
          <p:txBody>
            <a:bodyPr wrap="none" lIns="26789" tIns="26789" rIns="26789" bIns="26789" anchor="ctr">
              <a:spAutoFit/>
            </a:bodyPr>
            <a:lstStyle>
              <a:lvl1pPr>
                <a:defRPr>
                  <a:solidFill>
                    <a:srgbClr val="FDE15B"/>
                  </a:solidFill>
                </a:defRPr>
              </a:lvl1pPr>
            </a:lstStyle>
            <a:p>
              <a:pPr algn="ctr" defTabSz="308085">
                <a:defRPr/>
              </a:pPr>
              <a:r>
                <a:rPr sz="2109" kern="0">
                  <a:solidFill>
                    <a:schemeClr val="tx1"/>
                  </a:solidFill>
                  <a:latin typeface="Gill Sans"/>
                  <a:sym typeface="Gill Sans"/>
                </a:rPr>
                <a:t>Root key store</a:t>
              </a:r>
            </a:p>
          </p:txBody>
        </p:sp>
        <p:sp>
          <p:nvSpPr>
            <p:cNvPr id="38919" name="Shape 439">
              <a:extLst>
                <a:ext uri="{FF2B5EF4-FFF2-40B4-BE49-F238E27FC236}">
                  <a16:creationId xmlns:a16="http://schemas.microsoft.com/office/drawing/2014/main" id="{C59EA4E9-CAEF-6754-EFC5-96E684F0CB19}"/>
                </a:ext>
              </a:extLst>
            </p:cNvPr>
            <p:cNvSpPr>
              <a:spLocks noChangeArrowheads="1"/>
            </p:cNvSpPr>
            <p:nvPr/>
          </p:nvSpPr>
          <p:spPr bwMode="auto">
            <a:xfrm>
              <a:off x="1294736" y="807290"/>
              <a:ext cx="3911337" cy="1829668"/>
            </a:xfrm>
            <a:prstGeom prst="rect">
              <a:avLst/>
            </a:prstGeom>
            <a:grpFill/>
            <a:ln>
              <a:noFill/>
            </a:ln>
          </p:spPr>
          <p:txBody>
            <a:bodyPr wrap="none" lIns="26789" tIns="26789" rIns="26789" bIns="26789" anchor="ctr">
              <a:spAutoFit/>
            </a:bodyPr>
            <a:lstStyle>
              <a:lvl1pPr>
                <a:defRPr sz="5000">
                  <a:solidFill>
                    <a:srgbClr val="000000"/>
                  </a:solidFill>
                  <a:latin typeface="Helvetica Light" charset="0"/>
                  <a:ea typeface="Helvetica Light" charset="0"/>
                  <a:cs typeface="Helvetica Light" charset="0"/>
                  <a:sym typeface="Helvetica Light" charset="0"/>
                </a:defRPr>
              </a:lvl1pPr>
              <a:lvl2pPr marL="742950" indent="-285750">
                <a:defRPr sz="5000">
                  <a:solidFill>
                    <a:srgbClr val="000000"/>
                  </a:solidFill>
                  <a:latin typeface="Helvetica Light" charset="0"/>
                  <a:ea typeface="Helvetica Light" charset="0"/>
                  <a:cs typeface="Helvetica Light" charset="0"/>
                  <a:sym typeface="Helvetica Light" charset="0"/>
                </a:defRPr>
              </a:lvl2pPr>
              <a:lvl3pPr marL="1143000" indent="-228600">
                <a:defRPr sz="5000">
                  <a:solidFill>
                    <a:srgbClr val="000000"/>
                  </a:solidFill>
                  <a:latin typeface="Helvetica Light" charset="0"/>
                  <a:ea typeface="Helvetica Light" charset="0"/>
                  <a:cs typeface="Helvetica Light" charset="0"/>
                  <a:sym typeface="Helvetica Light" charset="0"/>
                </a:defRPr>
              </a:lvl3pPr>
              <a:lvl4pPr marL="1600200" indent="-228600">
                <a:defRPr sz="5000">
                  <a:solidFill>
                    <a:srgbClr val="000000"/>
                  </a:solidFill>
                  <a:latin typeface="Helvetica Light" charset="0"/>
                  <a:ea typeface="Helvetica Light" charset="0"/>
                  <a:cs typeface="Helvetica Light" charset="0"/>
                  <a:sym typeface="Helvetica Light" charset="0"/>
                </a:defRPr>
              </a:lvl4pPr>
              <a:lvl5pPr marL="2057400" indent="-228600">
                <a:defRPr sz="5000">
                  <a:solidFill>
                    <a:srgbClr val="000000"/>
                  </a:solidFill>
                  <a:latin typeface="Helvetica Light" charset="0"/>
                  <a:ea typeface="Helvetica Light" charset="0"/>
                  <a:cs typeface="Helvetica Light" charset="0"/>
                  <a:sym typeface="Helvetica Light" charset="0"/>
                </a:defRPr>
              </a:lvl5pPr>
              <a:lvl6pPr marL="25146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6pPr>
              <a:lvl7pPr marL="29718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7pPr>
              <a:lvl8pPr marL="34290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8pPr>
              <a:lvl9pPr marL="3886200" indent="-228600" defTabSz="820738" eaLnBrk="0" fontAlgn="base" hangingPunct="0">
                <a:spcBef>
                  <a:spcPct val="0"/>
                </a:spcBef>
                <a:spcAft>
                  <a:spcPct val="0"/>
                </a:spcAft>
                <a:defRPr sz="5000">
                  <a:solidFill>
                    <a:srgbClr val="000000"/>
                  </a:solidFill>
                  <a:latin typeface="Helvetica Light" charset="0"/>
                  <a:ea typeface="Helvetica Light" charset="0"/>
                  <a:cs typeface="Helvetica Light" charset="0"/>
                  <a:sym typeface="Helvetica Light" charset="0"/>
                </a:defRPr>
              </a:lvl9pPr>
            </a:lstStyle>
            <a:p>
              <a:pPr algn="ctr" defTabSz="307777">
                <a:lnSpc>
                  <a:spcPct val="80000"/>
                </a:lnSpc>
                <a:defRPr/>
              </a:pPr>
              <a:r>
                <a:rPr lang="en-US" altLang="en-US" sz="1838">
                  <a:solidFill>
                    <a:schemeClr val="tx1"/>
                  </a:solidFill>
                  <a:latin typeface="Gill Sans"/>
                  <a:sym typeface="Gill Sans"/>
                </a:rPr>
                <a:t>Every device has one</a:t>
              </a:r>
              <a:br>
                <a:rPr lang="en-US" altLang="en-US" sz="1088">
                  <a:solidFill>
                    <a:schemeClr val="tx1"/>
                  </a:solidFill>
                  <a:latin typeface="Gill Sans"/>
                  <a:sym typeface="Gill Sans"/>
                </a:rPr>
              </a:br>
              <a:br>
                <a:rPr lang="en-US" altLang="en-US" sz="1838">
                  <a:solidFill>
                    <a:schemeClr val="tx1"/>
                  </a:solidFill>
                  <a:latin typeface="Gill Sans"/>
                  <a:sym typeface="Gill Sans"/>
                </a:rPr>
              </a:br>
              <a:r>
                <a:rPr lang="en-US" altLang="en-US" sz="1838">
                  <a:solidFill>
                    <a:schemeClr val="tx1"/>
                  </a:solidFill>
                  <a:latin typeface="Gill Sans"/>
                  <a:sym typeface="Gill Sans"/>
                </a:rPr>
                <a:t>Must not contain</a:t>
              </a:r>
              <a:br>
                <a:rPr lang="en-US" altLang="en-US" sz="1838">
                  <a:solidFill>
                    <a:schemeClr val="tx1"/>
                  </a:solidFill>
                  <a:latin typeface="Gill Sans"/>
                  <a:sym typeface="Gill Sans"/>
                </a:rPr>
              </a:br>
              <a:r>
                <a:rPr lang="en-US" altLang="en-US" sz="1838">
                  <a:solidFill>
                    <a:schemeClr val="tx1"/>
                  </a:solidFill>
                  <a:latin typeface="Gill Sans"/>
                  <a:sym typeface="Gill Sans"/>
                </a:rPr>
                <a:t>malicious certificates</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1AC1FD6-AD58-10EF-7485-76203E9924E6}"/>
              </a:ext>
            </a:extLst>
          </p:cNvPr>
          <p:cNvSpPr>
            <a:spLocks noGrp="1"/>
          </p:cNvSpPr>
          <p:nvPr>
            <p:ph type="title"/>
          </p:nvPr>
        </p:nvSpPr>
        <p:spPr/>
        <p:txBody>
          <a:bodyPr/>
          <a:lstStyle/>
          <a:p>
            <a:pPr>
              <a:defRPr/>
            </a:pPr>
            <a:r>
              <a:rPr lang="en-US" altLang="en-US" dirty="0"/>
              <a:t>Certificate Revocation</a:t>
            </a:r>
          </a:p>
        </p:txBody>
      </p:sp>
      <p:sp>
        <p:nvSpPr>
          <p:cNvPr id="53251" name="Content Placeholder 2">
            <a:extLst>
              <a:ext uri="{FF2B5EF4-FFF2-40B4-BE49-F238E27FC236}">
                <a16:creationId xmlns:a16="http://schemas.microsoft.com/office/drawing/2014/main" id="{E0B73608-E4A0-467A-C970-9AB4F0F38EEC}"/>
              </a:ext>
            </a:extLst>
          </p:cNvPr>
          <p:cNvSpPr>
            <a:spLocks noGrp="1"/>
          </p:cNvSpPr>
          <p:nvPr>
            <p:ph idx="1"/>
          </p:nvPr>
        </p:nvSpPr>
        <p:spPr/>
        <p:txBody>
          <a:bodyPr/>
          <a:lstStyle/>
          <a:p>
            <a:r>
              <a:rPr lang="en-US" altLang="en-US" sz="2200"/>
              <a:t>Digital certificates normally have an expiration date, such as one year from the date they were issued</a:t>
            </a:r>
          </a:p>
          <a:p>
            <a:r>
              <a:rPr lang="en-US" altLang="en-US" sz="2200"/>
              <a:t>Certificate can be revoked before it expires</a:t>
            </a:r>
          </a:p>
          <a:p>
            <a:pPr lvl="1"/>
            <a:r>
              <a:rPr lang="en-US" altLang="en-US" sz="1800"/>
              <a:t>Someone were to steal a user’s private key</a:t>
            </a:r>
          </a:p>
          <a:p>
            <a:r>
              <a:rPr lang="en-US" altLang="en-US" sz="2200"/>
              <a:t>The status of a certificate can be checked </a:t>
            </a:r>
          </a:p>
          <a:p>
            <a:pPr lvl="1"/>
            <a:r>
              <a:rPr lang="en-US" altLang="en-US" sz="1800" i="1"/>
              <a:t>Certificate Revocation List (CRL)</a:t>
            </a:r>
            <a:r>
              <a:rPr lang="en-US" altLang="en-US" sz="1800"/>
              <a:t>: online or local list of certificate serial numbers that have been revoked</a:t>
            </a:r>
          </a:p>
          <a:p>
            <a:pPr lvl="1"/>
            <a:r>
              <a:rPr lang="it-IT" altLang="en-US" sz="1800" i="1"/>
              <a:t>Online Certificate Status Protocol (OCSP): </a:t>
            </a:r>
            <a:r>
              <a:rPr lang="en-US" altLang="en-US" sz="1800"/>
              <a:t>performs a real-time lookup of a certificate’s status</a:t>
            </a:r>
          </a:p>
          <a:p>
            <a:pPr lvl="1"/>
            <a:endParaRPr lang="en-US" altLang="en-US" sz="1800"/>
          </a:p>
        </p:txBody>
      </p:sp>
      <p:sp>
        <p:nvSpPr>
          <p:cNvPr id="53252" name="Slide Number Placeholder 1">
            <a:extLst>
              <a:ext uri="{FF2B5EF4-FFF2-40B4-BE49-F238E27FC236}">
                <a16:creationId xmlns:a16="http://schemas.microsoft.com/office/drawing/2014/main" id="{E897C998-50D1-8BF7-C7B3-D7E4137473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C3F537C3-2828-48AD-A839-8CF5DA877614}" type="slidenum">
              <a:rPr lang="en-US" altLang="en-US" sz="1400">
                <a:solidFill>
                  <a:srgbClr val="FFFFFF"/>
                </a:solidFill>
              </a:rPr>
              <a:pPr/>
              <a:t>23</a:t>
            </a:fld>
            <a:endParaRPr lang="en-US" altLang="en-US" sz="1400">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B50F8D01-58DB-ECEA-6D84-937129D3610E}"/>
              </a:ext>
            </a:extLst>
          </p:cNvPr>
          <p:cNvSpPr>
            <a:spLocks noGrp="1"/>
          </p:cNvSpPr>
          <p:nvPr>
            <p:ph type="title"/>
          </p:nvPr>
        </p:nvSpPr>
        <p:spPr/>
        <p:txBody>
          <a:bodyPr/>
          <a:lstStyle/>
          <a:p>
            <a:pPr>
              <a:defRPr/>
            </a:pPr>
            <a:r>
              <a:rPr lang="en-US" altLang="en-US" dirty="0"/>
              <a:t>Certificate Revocation</a:t>
            </a:r>
          </a:p>
        </p:txBody>
      </p:sp>
      <p:sp>
        <p:nvSpPr>
          <p:cNvPr id="2" name="Content Placeholder 1">
            <a:extLst>
              <a:ext uri="{FF2B5EF4-FFF2-40B4-BE49-F238E27FC236}">
                <a16:creationId xmlns:a16="http://schemas.microsoft.com/office/drawing/2014/main" id="{98617F08-EE05-6A53-A1D5-4C2AA2DF74BC}"/>
              </a:ext>
            </a:extLst>
          </p:cNvPr>
          <p:cNvSpPr>
            <a:spLocks noGrp="1"/>
          </p:cNvSpPr>
          <p:nvPr>
            <p:ph idx="1"/>
          </p:nvPr>
        </p:nvSpPr>
        <p:spPr/>
        <p:txBody>
          <a:bodyPr/>
          <a:lstStyle/>
          <a:p>
            <a:endParaRPr lang="en-US"/>
          </a:p>
        </p:txBody>
      </p:sp>
      <p:sp>
        <p:nvSpPr>
          <p:cNvPr id="55299" name="Slide Number Placeholder 1">
            <a:extLst>
              <a:ext uri="{FF2B5EF4-FFF2-40B4-BE49-F238E27FC236}">
                <a16:creationId xmlns:a16="http://schemas.microsoft.com/office/drawing/2014/main" id="{28395848-8907-9B87-C0F8-88BA23E4FB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F06D6DC6-0D93-4F82-BC0C-9E5530E817DF}" type="slidenum">
              <a:rPr lang="en-US" altLang="en-US" sz="1400">
                <a:solidFill>
                  <a:srgbClr val="FFFFFF"/>
                </a:solidFill>
              </a:rPr>
              <a:pPr/>
              <a:t>24</a:t>
            </a:fld>
            <a:endParaRPr lang="en-US" altLang="en-US" sz="1400">
              <a:solidFill>
                <a:srgbClr val="FFFFFF"/>
              </a:solidFill>
            </a:endParaRPr>
          </a:p>
        </p:txBody>
      </p:sp>
      <p:sp>
        <p:nvSpPr>
          <p:cNvPr id="55300" name="Rectangle 3">
            <a:extLst>
              <a:ext uri="{FF2B5EF4-FFF2-40B4-BE49-F238E27FC236}">
                <a16:creationId xmlns:a16="http://schemas.microsoft.com/office/drawing/2014/main" id="{0BDC998E-1A52-5D9F-F615-BE9B5ACD0E0C}"/>
              </a:ext>
            </a:extLst>
          </p:cNvPr>
          <p:cNvSpPr>
            <a:spLocks noChangeArrowheads="1"/>
          </p:cNvSpPr>
          <p:nvPr/>
        </p:nvSpPr>
        <p:spPr bwMode="auto">
          <a:xfrm>
            <a:off x="2895600" y="2132014"/>
            <a:ext cx="1066800" cy="460375"/>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55301" name="Oval 4">
            <a:extLst>
              <a:ext uri="{FF2B5EF4-FFF2-40B4-BE49-F238E27FC236}">
                <a16:creationId xmlns:a16="http://schemas.microsoft.com/office/drawing/2014/main" id="{40DFDC46-71A6-C2A2-B3E0-B64E8C53288D}"/>
              </a:ext>
            </a:extLst>
          </p:cNvPr>
          <p:cNvSpPr>
            <a:spLocks noChangeArrowheads="1"/>
          </p:cNvSpPr>
          <p:nvPr/>
        </p:nvSpPr>
        <p:spPr bwMode="auto">
          <a:xfrm>
            <a:off x="7315201" y="2038350"/>
            <a:ext cx="974725" cy="647700"/>
          </a:xfrm>
          <a:prstGeom prst="ellipse">
            <a:avLst/>
          </a:prstGeom>
          <a:solidFill>
            <a:schemeClr val="bg1"/>
          </a:solidFill>
          <a:ln w="12700">
            <a:solidFill>
              <a:schemeClr val="tx1"/>
            </a:solidFill>
            <a:round/>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4" name="Rectangle 5">
            <a:extLst>
              <a:ext uri="{FF2B5EF4-FFF2-40B4-BE49-F238E27FC236}">
                <a16:creationId xmlns:a16="http://schemas.microsoft.com/office/drawing/2014/main" id="{C951A232-5A1D-F5C5-5DF9-D13CC9AF4E48}"/>
              </a:ext>
            </a:extLst>
          </p:cNvPr>
          <p:cNvSpPr>
            <a:spLocks noChangeArrowheads="1"/>
          </p:cNvSpPr>
          <p:nvPr/>
        </p:nvSpPr>
        <p:spPr bwMode="auto">
          <a:xfrm>
            <a:off x="3048000" y="21336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dirty="0">
                <a:effectLst>
                  <a:outerShdw blurRad="38100" dist="38100" dir="2700000" algn="tl">
                    <a:srgbClr val="C0C0C0"/>
                  </a:outerShdw>
                </a:effectLst>
              </a:rPr>
              <a:t>User</a:t>
            </a:r>
          </a:p>
        </p:txBody>
      </p:sp>
      <p:sp>
        <p:nvSpPr>
          <p:cNvPr id="5" name="Rectangle 6">
            <a:extLst>
              <a:ext uri="{FF2B5EF4-FFF2-40B4-BE49-F238E27FC236}">
                <a16:creationId xmlns:a16="http://schemas.microsoft.com/office/drawing/2014/main" id="{67CF4754-D049-FCA1-6506-665E412D806C}"/>
              </a:ext>
            </a:extLst>
          </p:cNvPr>
          <p:cNvSpPr>
            <a:spLocks noChangeArrowheads="1"/>
          </p:cNvSpPr>
          <p:nvPr/>
        </p:nvSpPr>
        <p:spPr bwMode="auto">
          <a:xfrm>
            <a:off x="7467600" y="21336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dirty="0">
                <a:effectLst>
                  <a:outerShdw blurRad="38100" dist="38100" dir="2700000" algn="tl">
                    <a:srgbClr val="C0C0C0"/>
                  </a:outerShdw>
                </a:effectLst>
              </a:rPr>
              <a:t>CA</a:t>
            </a:r>
          </a:p>
        </p:txBody>
      </p:sp>
      <p:sp>
        <p:nvSpPr>
          <p:cNvPr id="55304" name="AutoShape 7">
            <a:extLst>
              <a:ext uri="{FF2B5EF4-FFF2-40B4-BE49-F238E27FC236}">
                <a16:creationId xmlns:a16="http://schemas.microsoft.com/office/drawing/2014/main" id="{8B1F61CD-0130-BABB-ADE8-EB4806457348}"/>
              </a:ext>
            </a:extLst>
          </p:cNvPr>
          <p:cNvSpPr>
            <a:spLocks noChangeArrowheads="1"/>
          </p:cNvSpPr>
          <p:nvPr/>
        </p:nvSpPr>
        <p:spPr bwMode="auto">
          <a:xfrm>
            <a:off x="5943600" y="2012950"/>
            <a:ext cx="685800" cy="774700"/>
          </a:xfrm>
          <a:prstGeom prst="can">
            <a:avLst>
              <a:gd name="adj" fmla="val 30573"/>
            </a:avLst>
          </a:prstGeom>
          <a:solidFill>
            <a:schemeClr val="bg1"/>
          </a:solidFill>
          <a:ln w="12700">
            <a:solidFill>
              <a:schemeClr val="tx1"/>
            </a:solidFill>
            <a:round/>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55305" name="Line 8">
            <a:extLst>
              <a:ext uri="{FF2B5EF4-FFF2-40B4-BE49-F238E27FC236}">
                <a16:creationId xmlns:a16="http://schemas.microsoft.com/office/drawing/2014/main" id="{EDF4943B-7C8F-C4EA-666B-70CB5ADE0135}"/>
              </a:ext>
            </a:extLst>
          </p:cNvPr>
          <p:cNvSpPr>
            <a:spLocks noChangeShapeType="1"/>
          </p:cNvSpPr>
          <p:nvPr/>
        </p:nvSpPr>
        <p:spPr bwMode="auto">
          <a:xfrm flipH="1">
            <a:off x="6629400" y="2362200"/>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Rectangle 9">
            <a:extLst>
              <a:ext uri="{FF2B5EF4-FFF2-40B4-BE49-F238E27FC236}">
                <a16:creationId xmlns:a16="http://schemas.microsoft.com/office/drawing/2014/main" id="{416906D2-82B4-A242-1DAF-867A7BE22F4F}"/>
              </a:ext>
            </a:extLst>
          </p:cNvPr>
          <p:cNvSpPr>
            <a:spLocks noChangeArrowheads="1"/>
          </p:cNvSpPr>
          <p:nvPr/>
        </p:nvSpPr>
        <p:spPr bwMode="auto">
          <a:xfrm>
            <a:off x="6705600" y="19812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CRL</a:t>
            </a:r>
          </a:p>
        </p:txBody>
      </p:sp>
      <p:sp>
        <p:nvSpPr>
          <p:cNvPr id="55307" name="Line 11">
            <a:extLst>
              <a:ext uri="{FF2B5EF4-FFF2-40B4-BE49-F238E27FC236}">
                <a16:creationId xmlns:a16="http://schemas.microsoft.com/office/drawing/2014/main" id="{EA864D71-9B2A-1902-930B-CAC9D54B10F8}"/>
              </a:ext>
            </a:extLst>
          </p:cNvPr>
          <p:cNvSpPr>
            <a:spLocks noChangeShapeType="1"/>
          </p:cNvSpPr>
          <p:nvPr/>
        </p:nvSpPr>
        <p:spPr bwMode="auto">
          <a:xfrm flipH="1">
            <a:off x="4038600" y="2362200"/>
            <a:ext cx="19050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10" name="Rectangle 12">
            <a:extLst>
              <a:ext uri="{FF2B5EF4-FFF2-40B4-BE49-F238E27FC236}">
                <a16:creationId xmlns:a16="http://schemas.microsoft.com/office/drawing/2014/main" id="{250818AE-7416-824A-37D7-C006165A56E5}"/>
              </a:ext>
            </a:extLst>
          </p:cNvPr>
          <p:cNvSpPr>
            <a:spLocks noChangeArrowheads="1"/>
          </p:cNvSpPr>
          <p:nvPr/>
        </p:nvSpPr>
        <p:spPr bwMode="auto">
          <a:xfrm>
            <a:off x="5699125" y="2811463"/>
            <a:ext cx="25908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a:effectLst>
                  <a:outerShdw blurRad="38100" dist="38100" dir="2700000" algn="tl">
                    <a:srgbClr val="C0C0C0"/>
                  </a:outerShdw>
                </a:effectLst>
              </a:rPr>
              <a:t>Directory</a:t>
            </a:r>
          </a:p>
        </p:txBody>
      </p:sp>
      <p:sp>
        <p:nvSpPr>
          <p:cNvPr id="11" name="Rectangle 13">
            <a:extLst>
              <a:ext uri="{FF2B5EF4-FFF2-40B4-BE49-F238E27FC236}">
                <a16:creationId xmlns:a16="http://schemas.microsoft.com/office/drawing/2014/main" id="{3F2F7ACA-B052-AA78-C8FB-88F0C5571AC9}"/>
              </a:ext>
            </a:extLst>
          </p:cNvPr>
          <p:cNvSpPr>
            <a:spLocks noChangeArrowheads="1"/>
          </p:cNvSpPr>
          <p:nvPr/>
        </p:nvSpPr>
        <p:spPr bwMode="auto">
          <a:xfrm>
            <a:off x="4191000" y="1981200"/>
            <a:ext cx="20574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Download CRL</a:t>
            </a:r>
          </a:p>
        </p:txBody>
      </p:sp>
      <p:sp>
        <p:nvSpPr>
          <p:cNvPr id="55310" name="Line 14">
            <a:extLst>
              <a:ext uri="{FF2B5EF4-FFF2-40B4-BE49-F238E27FC236}">
                <a16:creationId xmlns:a16="http://schemas.microsoft.com/office/drawing/2014/main" id="{90335BB0-B0C8-2EFE-B5F0-7E3230DAE8D7}"/>
              </a:ext>
            </a:extLst>
          </p:cNvPr>
          <p:cNvSpPr>
            <a:spLocks noChangeShapeType="1"/>
          </p:cNvSpPr>
          <p:nvPr/>
        </p:nvSpPr>
        <p:spPr bwMode="auto">
          <a:xfrm>
            <a:off x="1828800" y="3657600"/>
            <a:ext cx="8534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13" name="Rectangle 15">
            <a:extLst>
              <a:ext uri="{FF2B5EF4-FFF2-40B4-BE49-F238E27FC236}">
                <a16:creationId xmlns:a16="http://schemas.microsoft.com/office/drawing/2014/main" id="{D2A92539-36FF-396E-FC3F-A2AC9DDA9576}"/>
              </a:ext>
            </a:extLst>
          </p:cNvPr>
          <p:cNvSpPr>
            <a:spLocks noChangeArrowheads="1"/>
          </p:cNvSpPr>
          <p:nvPr/>
        </p:nvSpPr>
        <p:spPr bwMode="auto">
          <a:xfrm>
            <a:off x="9067800" y="2895600"/>
            <a:ext cx="612668" cy="369332"/>
          </a:xfrm>
          <a:prstGeom prst="rect">
            <a:avLst/>
          </a:prstGeom>
          <a:noFill/>
          <a:ln>
            <a:noFill/>
          </a:ln>
          <a:effectLst/>
        </p:spPr>
        <p:txBody>
          <a:bodyPr wrap="none">
            <a:spAutoFit/>
          </a:bodyPr>
          <a:lstStyle/>
          <a:p>
            <a:pPr>
              <a:defRPr/>
            </a:pPr>
            <a:r>
              <a:rPr lang="en-GB" altLang="en-US" b="1">
                <a:solidFill>
                  <a:srgbClr val="FF3300"/>
                </a:solidFill>
                <a:effectLst>
                  <a:outerShdw blurRad="38100" dist="38100" dir="2700000" algn="tl">
                    <a:srgbClr val="C0C0C0"/>
                  </a:outerShdw>
                </a:effectLst>
              </a:rPr>
              <a:t>CRL</a:t>
            </a:r>
            <a:endParaRPr lang="en-US" altLang="en-US" b="1">
              <a:solidFill>
                <a:srgbClr val="FF3300"/>
              </a:solidFill>
              <a:effectLst>
                <a:outerShdw blurRad="38100" dist="38100" dir="2700000" algn="tl">
                  <a:srgbClr val="C0C0C0"/>
                </a:outerShdw>
              </a:effectLst>
            </a:endParaRPr>
          </a:p>
        </p:txBody>
      </p:sp>
      <p:sp>
        <p:nvSpPr>
          <p:cNvPr id="55312" name="Rectangle 16">
            <a:extLst>
              <a:ext uri="{FF2B5EF4-FFF2-40B4-BE49-F238E27FC236}">
                <a16:creationId xmlns:a16="http://schemas.microsoft.com/office/drawing/2014/main" id="{FA692FA3-0120-9251-62D7-BF975054F79F}"/>
              </a:ext>
            </a:extLst>
          </p:cNvPr>
          <p:cNvSpPr>
            <a:spLocks noChangeArrowheads="1"/>
          </p:cNvSpPr>
          <p:nvPr/>
        </p:nvSpPr>
        <p:spPr bwMode="auto">
          <a:xfrm>
            <a:off x="1828800" y="4265614"/>
            <a:ext cx="1104900" cy="460375"/>
          </a:xfrm>
          <a:prstGeom prst="rect">
            <a:avLst/>
          </a:prstGeom>
          <a:solidFill>
            <a:schemeClr val="bg1"/>
          </a:solidFill>
          <a:ln w="12700">
            <a:solidFill>
              <a:schemeClr val="tx1"/>
            </a:solidFill>
            <a:miter lim="800000"/>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55313" name="Oval 17">
            <a:extLst>
              <a:ext uri="{FF2B5EF4-FFF2-40B4-BE49-F238E27FC236}">
                <a16:creationId xmlns:a16="http://schemas.microsoft.com/office/drawing/2014/main" id="{4E20A8A5-878C-9443-C79A-5B371F53C4D3}"/>
              </a:ext>
            </a:extLst>
          </p:cNvPr>
          <p:cNvSpPr>
            <a:spLocks noChangeArrowheads="1"/>
          </p:cNvSpPr>
          <p:nvPr/>
        </p:nvSpPr>
        <p:spPr bwMode="auto">
          <a:xfrm>
            <a:off x="8763001" y="4248150"/>
            <a:ext cx="955675" cy="647700"/>
          </a:xfrm>
          <a:prstGeom prst="ellipse">
            <a:avLst/>
          </a:prstGeom>
          <a:solidFill>
            <a:schemeClr val="bg1"/>
          </a:solidFill>
          <a:ln w="12700">
            <a:solidFill>
              <a:schemeClr val="tx1"/>
            </a:solidFill>
            <a:round/>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16" name="Rectangle 18">
            <a:extLst>
              <a:ext uri="{FF2B5EF4-FFF2-40B4-BE49-F238E27FC236}">
                <a16:creationId xmlns:a16="http://schemas.microsoft.com/office/drawing/2014/main" id="{3326679F-A961-AAA4-5BBB-56EDF449A259}"/>
              </a:ext>
            </a:extLst>
          </p:cNvPr>
          <p:cNvSpPr>
            <a:spLocks noChangeArrowheads="1"/>
          </p:cNvSpPr>
          <p:nvPr/>
        </p:nvSpPr>
        <p:spPr bwMode="auto">
          <a:xfrm>
            <a:off x="1981200" y="42672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a:effectLst>
                  <a:outerShdw blurRad="38100" dist="38100" dir="2700000" algn="tl">
                    <a:srgbClr val="C0C0C0"/>
                  </a:outerShdw>
                </a:effectLst>
              </a:rPr>
              <a:t>User</a:t>
            </a:r>
          </a:p>
        </p:txBody>
      </p:sp>
      <p:sp>
        <p:nvSpPr>
          <p:cNvPr id="17" name="Rectangle 19">
            <a:extLst>
              <a:ext uri="{FF2B5EF4-FFF2-40B4-BE49-F238E27FC236}">
                <a16:creationId xmlns:a16="http://schemas.microsoft.com/office/drawing/2014/main" id="{F46761AE-5D07-FD30-E832-7BF0CAC94EAC}"/>
              </a:ext>
            </a:extLst>
          </p:cNvPr>
          <p:cNvSpPr>
            <a:spLocks noChangeArrowheads="1"/>
          </p:cNvSpPr>
          <p:nvPr/>
        </p:nvSpPr>
        <p:spPr bwMode="auto">
          <a:xfrm>
            <a:off x="8915400" y="43434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a:effectLst>
                  <a:outerShdw blurRad="38100" dist="38100" dir="2700000" algn="tl">
                    <a:srgbClr val="C0C0C0"/>
                  </a:outerShdw>
                </a:effectLst>
              </a:rPr>
              <a:t>CA</a:t>
            </a:r>
          </a:p>
        </p:txBody>
      </p:sp>
      <p:sp>
        <p:nvSpPr>
          <p:cNvPr id="55316" name="AutoShape 20">
            <a:extLst>
              <a:ext uri="{FF2B5EF4-FFF2-40B4-BE49-F238E27FC236}">
                <a16:creationId xmlns:a16="http://schemas.microsoft.com/office/drawing/2014/main" id="{8B561830-61A5-B09C-52CD-1879C8CA06D9}"/>
              </a:ext>
            </a:extLst>
          </p:cNvPr>
          <p:cNvSpPr>
            <a:spLocks noChangeArrowheads="1"/>
          </p:cNvSpPr>
          <p:nvPr/>
        </p:nvSpPr>
        <p:spPr bwMode="auto">
          <a:xfrm>
            <a:off x="7391400" y="4222750"/>
            <a:ext cx="685800" cy="774700"/>
          </a:xfrm>
          <a:prstGeom prst="can">
            <a:avLst>
              <a:gd name="adj" fmla="val 30573"/>
            </a:avLst>
          </a:prstGeom>
          <a:solidFill>
            <a:schemeClr val="bg1"/>
          </a:solidFill>
          <a:ln w="12700">
            <a:solidFill>
              <a:schemeClr val="tx1"/>
            </a:solidFill>
            <a:round/>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55317" name="Line 21">
            <a:extLst>
              <a:ext uri="{FF2B5EF4-FFF2-40B4-BE49-F238E27FC236}">
                <a16:creationId xmlns:a16="http://schemas.microsoft.com/office/drawing/2014/main" id="{5F19D47C-190F-1ACD-3442-0CC5B3EE0A66}"/>
              </a:ext>
            </a:extLst>
          </p:cNvPr>
          <p:cNvSpPr>
            <a:spLocks noChangeShapeType="1"/>
          </p:cNvSpPr>
          <p:nvPr/>
        </p:nvSpPr>
        <p:spPr bwMode="auto">
          <a:xfrm flipH="1">
            <a:off x="8077200" y="4572000"/>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0" name="Rectangle 22">
            <a:extLst>
              <a:ext uri="{FF2B5EF4-FFF2-40B4-BE49-F238E27FC236}">
                <a16:creationId xmlns:a16="http://schemas.microsoft.com/office/drawing/2014/main" id="{8D5B4979-89FE-91C4-2DA9-2B091F120156}"/>
              </a:ext>
            </a:extLst>
          </p:cNvPr>
          <p:cNvSpPr>
            <a:spLocks noChangeArrowheads="1"/>
          </p:cNvSpPr>
          <p:nvPr/>
        </p:nvSpPr>
        <p:spPr bwMode="auto">
          <a:xfrm>
            <a:off x="8153400" y="4191000"/>
            <a:ext cx="8382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CRL</a:t>
            </a:r>
          </a:p>
        </p:txBody>
      </p:sp>
      <p:sp>
        <p:nvSpPr>
          <p:cNvPr id="21" name="Rectangle 24">
            <a:extLst>
              <a:ext uri="{FF2B5EF4-FFF2-40B4-BE49-F238E27FC236}">
                <a16:creationId xmlns:a16="http://schemas.microsoft.com/office/drawing/2014/main" id="{64E5D0CF-1A13-E958-97F1-A02258AF3A7A}"/>
              </a:ext>
            </a:extLst>
          </p:cNvPr>
          <p:cNvSpPr>
            <a:spLocks noChangeArrowheads="1"/>
          </p:cNvSpPr>
          <p:nvPr/>
        </p:nvSpPr>
        <p:spPr bwMode="auto">
          <a:xfrm>
            <a:off x="7116763" y="5019675"/>
            <a:ext cx="25908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2200" b="1" dirty="0">
                <a:effectLst>
                  <a:outerShdw blurRad="38100" dist="38100" dir="2700000" algn="tl">
                    <a:srgbClr val="C0C0C0"/>
                  </a:outerShdw>
                </a:effectLst>
              </a:rPr>
              <a:t>Directory</a:t>
            </a:r>
          </a:p>
        </p:txBody>
      </p:sp>
      <p:sp>
        <p:nvSpPr>
          <p:cNvPr id="22" name="Rectangle 25">
            <a:extLst>
              <a:ext uri="{FF2B5EF4-FFF2-40B4-BE49-F238E27FC236}">
                <a16:creationId xmlns:a16="http://schemas.microsoft.com/office/drawing/2014/main" id="{77844EC0-1A64-BCA3-0AC9-B5D1C7717253}"/>
              </a:ext>
            </a:extLst>
          </p:cNvPr>
          <p:cNvSpPr>
            <a:spLocks noChangeArrowheads="1"/>
          </p:cNvSpPr>
          <p:nvPr/>
        </p:nvSpPr>
        <p:spPr bwMode="auto">
          <a:xfrm>
            <a:off x="6324600" y="4038600"/>
            <a:ext cx="9906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Download </a:t>
            </a:r>
          </a:p>
          <a:p>
            <a:pPr eaLnBrk="1" hangingPunct="1">
              <a:spcBef>
                <a:spcPct val="20000"/>
              </a:spcBef>
              <a:defRPr/>
            </a:pPr>
            <a:r>
              <a:rPr lang="en-GB" altLang="en-US" sz="1400" b="1">
                <a:effectLst>
                  <a:outerShdw blurRad="38100" dist="38100" dir="2700000" algn="tl">
                    <a:srgbClr val="C0C0C0"/>
                  </a:outerShdw>
                </a:effectLst>
              </a:rPr>
              <a:t>CRL</a:t>
            </a:r>
          </a:p>
        </p:txBody>
      </p:sp>
      <p:sp>
        <p:nvSpPr>
          <p:cNvPr id="55321" name="Oval 26">
            <a:extLst>
              <a:ext uri="{FF2B5EF4-FFF2-40B4-BE49-F238E27FC236}">
                <a16:creationId xmlns:a16="http://schemas.microsoft.com/office/drawing/2014/main" id="{211DAEA1-F4BA-404B-545D-79F25AB52D8D}"/>
              </a:ext>
            </a:extLst>
          </p:cNvPr>
          <p:cNvSpPr>
            <a:spLocks noChangeArrowheads="1"/>
          </p:cNvSpPr>
          <p:nvPr/>
        </p:nvSpPr>
        <p:spPr bwMode="auto">
          <a:xfrm>
            <a:off x="5075239" y="4303762"/>
            <a:ext cx="1189037" cy="649188"/>
          </a:xfrm>
          <a:prstGeom prst="ellipse">
            <a:avLst/>
          </a:prstGeom>
          <a:solidFill>
            <a:schemeClr val="bg1"/>
          </a:solidFill>
          <a:ln w="12700">
            <a:solidFill>
              <a:schemeClr val="tx1"/>
            </a:solidFill>
            <a:round/>
            <a:headEnd/>
            <a:tailEnd/>
          </a:ln>
          <a:effectLst>
            <a:outerShdw dist="35921" dir="2700000" algn="ctr" rotWithShape="0">
              <a:schemeClr val="bg2"/>
            </a:outerShdw>
          </a:effectLst>
        </p:spPr>
        <p:txBody>
          <a:bodyPr anchor="ctr">
            <a:spAutoFit/>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endParaRPr lang="en-US" altLang="en-US"/>
          </a:p>
        </p:txBody>
      </p:sp>
      <p:sp>
        <p:nvSpPr>
          <p:cNvPr id="55322" name="Line 27">
            <a:extLst>
              <a:ext uri="{FF2B5EF4-FFF2-40B4-BE49-F238E27FC236}">
                <a16:creationId xmlns:a16="http://schemas.microsoft.com/office/drawing/2014/main" id="{385D1FFD-031A-8B20-E278-460179F2556A}"/>
              </a:ext>
            </a:extLst>
          </p:cNvPr>
          <p:cNvSpPr>
            <a:spLocks noChangeShapeType="1"/>
          </p:cNvSpPr>
          <p:nvPr/>
        </p:nvSpPr>
        <p:spPr bwMode="auto">
          <a:xfrm flipH="1">
            <a:off x="6286500" y="4572000"/>
            <a:ext cx="10668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5323" name="Line 28">
            <a:extLst>
              <a:ext uri="{FF2B5EF4-FFF2-40B4-BE49-F238E27FC236}">
                <a16:creationId xmlns:a16="http://schemas.microsoft.com/office/drawing/2014/main" id="{74163DE9-C040-5E9A-65DC-0CAE7B5673DE}"/>
              </a:ext>
            </a:extLst>
          </p:cNvPr>
          <p:cNvSpPr>
            <a:spLocks noChangeShapeType="1"/>
          </p:cNvSpPr>
          <p:nvPr/>
        </p:nvSpPr>
        <p:spPr bwMode="auto">
          <a:xfrm>
            <a:off x="3048000" y="4343400"/>
            <a:ext cx="2133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6" name="Rectangle 29">
            <a:extLst>
              <a:ext uri="{FF2B5EF4-FFF2-40B4-BE49-F238E27FC236}">
                <a16:creationId xmlns:a16="http://schemas.microsoft.com/office/drawing/2014/main" id="{104F96BF-82DB-F4F3-F7BE-92327A009DE2}"/>
              </a:ext>
            </a:extLst>
          </p:cNvPr>
          <p:cNvSpPr>
            <a:spLocks noChangeArrowheads="1"/>
          </p:cNvSpPr>
          <p:nvPr/>
        </p:nvSpPr>
        <p:spPr bwMode="auto">
          <a:xfrm>
            <a:off x="3429000" y="3810000"/>
            <a:ext cx="1524000" cy="6858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Certificate IDs </a:t>
            </a:r>
          </a:p>
          <a:p>
            <a:pPr eaLnBrk="1" hangingPunct="1">
              <a:spcBef>
                <a:spcPct val="20000"/>
              </a:spcBef>
              <a:defRPr/>
            </a:pPr>
            <a:r>
              <a:rPr lang="en-GB" altLang="en-US" sz="1400" b="1">
                <a:effectLst>
                  <a:outerShdw blurRad="38100" dist="38100" dir="2700000" algn="tl">
                    <a:srgbClr val="C0C0C0"/>
                  </a:outerShdw>
                </a:effectLst>
              </a:rPr>
              <a:t>to be checked</a:t>
            </a:r>
          </a:p>
        </p:txBody>
      </p:sp>
      <p:sp>
        <p:nvSpPr>
          <p:cNvPr id="55325" name="Line 30">
            <a:extLst>
              <a:ext uri="{FF2B5EF4-FFF2-40B4-BE49-F238E27FC236}">
                <a16:creationId xmlns:a16="http://schemas.microsoft.com/office/drawing/2014/main" id="{AA8B0266-D4FF-F3F1-4056-ABF5F3A57058}"/>
              </a:ext>
            </a:extLst>
          </p:cNvPr>
          <p:cNvSpPr>
            <a:spLocks noChangeShapeType="1"/>
          </p:cNvSpPr>
          <p:nvPr/>
        </p:nvSpPr>
        <p:spPr bwMode="auto">
          <a:xfrm flipH="1">
            <a:off x="2971800" y="4724400"/>
            <a:ext cx="210343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8" name="Rectangle 31">
            <a:extLst>
              <a:ext uri="{FF2B5EF4-FFF2-40B4-BE49-F238E27FC236}">
                <a16:creationId xmlns:a16="http://schemas.microsoft.com/office/drawing/2014/main" id="{DCC48E23-5DCB-645E-5881-78B7D3655D57}"/>
              </a:ext>
            </a:extLst>
          </p:cNvPr>
          <p:cNvSpPr>
            <a:spLocks noChangeArrowheads="1"/>
          </p:cNvSpPr>
          <p:nvPr/>
        </p:nvSpPr>
        <p:spPr bwMode="auto">
          <a:xfrm>
            <a:off x="3429000" y="4800600"/>
            <a:ext cx="1524000" cy="6858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400" b="1">
                <a:effectLst>
                  <a:outerShdw blurRad="38100" dist="38100" dir="2700000" algn="tl">
                    <a:srgbClr val="C0C0C0"/>
                  </a:outerShdw>
                </a:effectLst>
              </a:rPr>
              <a:t>Answer about </a:t>
            </a:r>
          </a:p>
          <a:p>
            <a:pPr eaLnBrk="1" hangingPunct="1">
              <a:spcBef>
                <a:spcPct val="20000"/>
              </a:spcBef>
              <a:defRPr/>
            </a:pPr>
            <a:r>
              <a:rPr lang="en-GB" altLang="en-US" sz="1400" b="1">
                <a:effectLst>
                  <a:outerShdw blurRad="38100" dist="38100" dir="2700000" algn="tl">
                    <a:srgbClr val="C0C0C0"/>
                  </a:outerShdw>
                </a:effectLst>
              </a:rPr>
              <a:t>Certificate States</a:t>
            </a:r>
          </a:p>
        </p:txBody>
      </p:sp>
      <p:sp>
        <p:nvSpPr>
          <p:cNvPr id="29" name="Rectangle 32">
            <a:extLst>
              <a:ext uri="{FF2B5EF4-FFF2-40B4-BE49-F238E27FC236}">
                <a16:creationId xmlns:a16="http://schemas.microsoft.com/office/drawing/2014/main" id="{D25308C1-897C-D8AC-576A-73124267274F}"/>
              </a:ext>
            </a:extLst>
          </p:cNvPr>
          <p:cNvSpPr>
            <a:spLocks noChangeArrowheads="1"/>
          </p:cNvSpPr>
          <p:nvPr/>
        </p:nvSpPr>
        <p:spPr bwMode="auto">
          <a:xfrm>
            <a:off x="5257800" y="4267200"/>
            <a:ext cx="1066800" cy="381000"/>
          </a:xfrm>
          <a:prstGeom prst="rect">
            <a:avLst/>
          </a:prstGeom>
          <a:noFill/>
          <a:ln>
            <a:noFill/>
          </a:ln>
          <a:effectLst/>
        </p:spPr>
        <p:txBody>
          <a:bodyPr lIns="90488" tIns="44450" rIns="90488" bIns="44450"/>
          <a:lstStyle>
            <a:lvl1pPr marL="374650" indent="-374650">
              <a:spcBef>
                <a:spcPct val="0"/>
              </a:spcBef>
              <a:defRPr sz="2400">
                <a:solidFill>
                  <a:schemeClr val="tx1"/>
                </a:solidFill>
                <a:latin typeface="Times New Roman" panose="02020603050405020304" pitchFamily="18" charset="0"/>
              </a:defRPr>
            </a:lvl1pPr>
            <a:lvl2pPr marL="933450" indent="-355600">
              <a:spcBef>
                <a:spcPct val="0"/>
              </a:spcBef>
              <a:defRPr sz="2400">
                <a:solidFill>
                  <a:schemeClr val="tx1"/>
                </a:solidFill>
                <a:latin typeface="Times New Roman" panose="02020603050405020304" pitchFamily="18" charset="0"/>
              </a:defRPr>
            </a:lvl2pPr>
            <a:lvl3pPr marL="1428750" indent="-187325">
              <a:spcBef>
                <a:spcPct val="0"/>
              </a:spcBef>
              <a:defRPr sz="2400">
                <a:solidFill>
                  <a:schemeClr val="tx1"/>
                </a:solidFill>
                <a:latin typeface="Times New Roman" panose="02020603050405020304" pitchFamily="18" charset="0"/>
              </a:defRPr>
            </a:lvl3pPr>
            <a:lvl4pPr marL="1847850" indent="-228600">
              <a:spcBef>
                <a:spcPct val="0"/>
              </a:spcBef>
              <a:defRPr sz="2400">
                <a:solidFill>
                  <a:schemeClr val="tx1"/>
                </a:solidFill>
                <a:latin typeface="Times New Roman" panose="02020603050405020304" pitchFamily="18" charset="0"/>
              </a:defRPr>
            </a:lvl4pPr>
            <a:lvl5pPr marL="2266950" indent="-228600">
              <a:spcBef>
                <a:spcPct val="0"/>
              </a:spcBef>
              <a:defRPr sz="2400">
                <a:solidFill>
                  <a:schemeClr val="tx1"/>
                </a:solidFill>
                <a:latin typeface="Times New Roman" panose="02020603050405020304" pitchFamily="18" charset="0"/>
              </a:defRPr>
            </a:lvl5pPr>
            <a:lvl6pPr marL="2724150" indent="-228600" fontAlgn="base">
              <a:spcBef>
                <a:spcPct val="0"/>
              </a:spcBef>
              <a:spcAft>
                <a:spcPct val="0"/>
              </a:spcAft>
              <a:defRPr sz="2400">
                <a:solidFill>
                  <a:schemeClr val="tx1"/>
                </a:solidFill>
                <a:latin typeface="Times New Roman" panose="02020603050405020304" pitchFamily="18" charset="0"/>
              </a:defRPr>
            </a:lvl6pPr>
            <a:lvl7pPr marL="3181350" indent="-228600" fontAlgn="base">
              <a:spcBef>
                <a:spcPct val="0"/>
              </a:spcBef>
              <a:spcAft>
                <a:spcPct val="0"/>
              </a:spcAft>
              <a:defRPr sz="2400">
                <a:solidFill>
                  <a:schemeClr val="tx1"/>
                </a:solidFill>
                <a:latin typeface="Times New Roman" panose="02020603050405020304" pitchFamily="18" charset="0"/>
              </a:defRPr>
            </a:lvl7pPr>
            <a:lvl8pPr marL="3638550" indent="-228600" fontAlgn="base">
              <a:spcBef>
                <a:spcPct val="0"/>
              </a:spcBef>
              <a:spcAft>
                <a:spcPct val="0"/>
              </a:spcAft>
              <a:defRPr sz="2400">
                <a:solidFill>
                  <a:schemeClr val="tx1"/>
                </a:solidFill>
                <a:latin typeface="Times New Roman" panose="02020603050405020304" pitchFamily="18" charset="0"/>
              </a:defRPr>
            </a:lvl8pPr>
            <a:lvl9pPr marL="4095750" indent="-228600" fontAlgn="base">
              <a:spcBef>
                <a:spcPct val="0"/>
              </a:spcBef>
              <a:spcAft>
                <a:spcPct val="0"/>
              </a:spcAft>
              <a:defRPr sz="2400">
                <a:solidFill>
                  <a:schemeClr val="tx1"/>
                </a:solidFill>
                <a:latin typeface="Times New Roman" panose="02020603050405020304" pitchFamily="18" charset="0"/>
              </a:defRPr>
            </a:lvl9pPr>
          </a:lstStyle>
          <a:p>
            <a:pPr eaLnBrk="1" hangingPunct="1">
              <a:spcBef>
                <a:spcPct val="20000"/>
              </a:spcBef>
              <a:defRPr/>
            </a:pPr>
            <a:r>
              <a:rPr lang="en-GB" altLang="en-US" sz="1800" b="1" dirty="0">
                <a:effectLst>
                  <a:outerShdw blurRad="38100" dist="38100" dir="2700000" algn="tl">
                    <a:srgbClr val="C0C0C0"/>
                  </a:outerShdw>
                </a:effectLst>
              </a:rPr>
              <a:t>OCSP</a:t>
            </a:r>
          </a:p>
          <a:p>
            <a:pPr eaLnBrk="1" hangingPunct="1">
              <a:spcBef>
                <a:spcPct val="20000"/>
              </a:spcBef>
              <a:defRPr/>
            </a:pPr>
            <a:r>
              <a:rPr lang="en-GB" altLang="en-US" sz="1800" b="1" dirty="0">
                <a:effectLst>
                  <a:outerShdw blurRad="38100" dist="38100" dir="2700000" algn="tl">
                    <a:srgbClr val="C0C0C0"/>
                  </a:outerShdw>
                </a:effectLst>
              </a:rPr>
              <a:t>Server</a:t>
            </a:r>
          </a:p>
        </p:txBody>
      </p:sp>
      <p:sp>
        <p:nvSpPr>
          <p:cNvPr id="30" name="Rectangle 33">
            <a:extLst>
              <a:ext uri="{FF2B5EF4-FFF2-40B4-BE49-F238E27FC236}">
                <a16:creationId xmlns:a16="http://schemas.microsoft.com/office/drawing/2014/main" id="{310F0D03-D628-0682-496B-8583553B8E21}"/>
              </a:ext>
            </a:extLst>
          </p:cNvPr>
          <p:cNvSpPr>
            <a:spLocks noChangeArrowheads="1"/>
          </p:cNvSpPr>
          <p:nvPr/>
        </p:nvSpPr>
        <p:spPr bwMode="auto">
          <a:xfrm>
            <a:off x="9144001" y="5257800"/>
            <a:ext cx="795411" cy="369332"/>
          </a:xfrm>
          <a:prstGeom prst="rect">
            <a:avLst/>
          </a:prstGeom>
          <a:noFill/>
          <a:ln>
            <a:noFill/>
          </a:ln>
          <a:effectLst/>
        </p:spPr>
        <p:txBody>
          <a:bodyPr wrap="none">
            <a:spAutoFit/>
          </a:bodyPr>
          <a:lstStyle/>
          <a:p>
            <a:pPr>
              <a:defRPr/>
            </a:pPr>
            <a:r>
              <a:rPr lang="en-GB" altLang="en-US" b="1">
                <a:solidFill>
                  <a:srgbClr val="FF3300"/>
                </a:solidFill>
                <a:effectLst>
                  <a:outerShdw blurRad="38100" dist="38100" dir="2700000" algn="tl">
                    <a:srgbClr val="C0C0C0"/>
                  </a:outerShdw>
                </a:effectLst>
              </a:rPr>
              <a:t>OCSP</a:t>
            </a:r>
            <a:endParaRPr lang="en-US" altLang="en-US" b="1">
              <a:solidFill>
                <a:srgbClr val="FF3300"/>
              </a:solidFill>
              <a:effectLst>
                <a:outerShdw blurRad="38100" dist="38100" dir="2700000" algn="tl">
                  <a:srgbClr val="C0C0C0"/>
                </a:outerShdw>
              </a:effectLst>
            </a:endParaRPr>
          </a:p>
        </p:txBody>
      </p:sp>
    </p:spTree>
  </p:cSld>
  <p:clrMapOvr>
    <a:masterClrMapping/>
  </p:clrMapOvr>
  <p:transition spd="slow"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58EECCD-33EA-0A49-543A-463D9AAB1F1A}"/>
              </a:ext>
            </a:extLst>
          </p:cNvPr>
          <p:cNvSpPr>
            <a:spLocks noGrp="1"/>
          </p:cNvSpPr>
          <p:nvPr>
            <p:ph type="title"/>
          </p:nvPr>
        </p:nvSpPr>
        <p:spPr/>
        <p:txBody>
          <a:bodyPr/>
          <a:lstStyle/>
          <a:p>
            <a:pPr>
              <a:defRPr/>
            </a:pPr>
            <a:r>
              <a:rPr lang="en-US" altLang="en-US" dirty="0"/>
              <a:t>Types of Digital Certificates</a:t>
            </a:r>
          </a:p>
        </p:txBody>
      </p:sp>
      <p:sp>
        <p:nvSpPr>
          <p:cNvPr id="57347" name="Content Placeholder 2">
            <a:extLst>
              <a:ext uri="{FF2B5EF4-FFF2-40B4-BE49-F238E27FC236}">
                <a16:creationId xmlns:a16="http://schemas.microsoft.com/office/drawing/2014/main" id="{CDB1BE6A-12F8-6639-D6B5-3A75680C2547}"/>
              </a:ext>
            </a:extLst>
          </p:cNvPr>
          <p:cNvSpPr>
            <a:spLocks noGrp="1"/>
          </p:cNvSpPr>
          <p:nvPr>
            <p:ph idx="1"/>
          </p:nvPr>
        </p:nvSpPr>
        <p:spPr/>
        <p:txBody>
          <a:bodyPr/>
          <a:lstStyle/>
          <a:p>
            <a:r>
              <a:rPr lang="en-US" altLang="en-US" sz="2200"/>
              <a:t>The process of verifying that a digital certificate is genuine depends upon certificate chaining</a:t>
            </a:r>
          </a:p>
          <a:p>
            <a:r>
              <a:rPr lang="en-US" altLang="en-US" sz="2200"/>
              <a:t>Root digital certificates are </a:t>
            </a:r>
            <a:r>
              <a:rPr lang="en-US" altLang="en-US" sz="2200" i="1">
                <a:solidFill>
                  <a:srgbClr val="00B0F0"/>
                </a:solidFill>
              </a:rPr>
              <a:t>self-signed</a:t>
            </a:r>
          </a:p>
        </p:txBody>
      </p:sp>
      <p:sp>
        <p:nvSpPr>
          <p:cNvPr id="57348" name="Slide Number Placeholder 1">
            <a:extLst>
              <a:ext uri="{FF2B5EF4-FFF2-40B4-BE49-F238E27FC236}">
                <a16:creationId xmlns:a16="http://schemas.microsoft.com/office/drawing/2014/main" id="{21BD5E45-1556-0652-5656-40C6CDF4037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9F45435-79F1-4AD4-B3C5-AA45D68497FE}" type="slidenum">
              <a:rPr lang="en-US" altLang="en-US" sz="1400">
                <a:solidFill>
                  <a:srgbClr val="FFFFFF"/>
                </a:solidFill>
              </a:rPr>
              <a:pPr/>
              <a:t>25</a:t>
            </a:fld>
            <a:endParaRPr lang="en-US" altLang="en-US" sz="1400">
              <a:solidFill>
                <a:srgbClr val="FFFFFF"/>
              </a:solidFill>
            </a:endParaRPr>
          </a:p>
        </p:txBody>
      </p:sp>
      <p:pic>
        <p:nvPicPr>
          <p:cNvPr id="57349" name="Picture 4">
            <a:extLst>
              <a:ext uri="{FF2B5EF4-FFF2-40B4-BE49-F238E27FC236}">
                <a16:creationId xmlns:a16="http://schemas.microsoft.com/office/drawing/2014/main" id="{E73E4339-A3B5-0F5D-9A77-C7E824BAF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8976" y="2681289"/>
            <a:ext cx="6124575" cy="357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F8421D1-D88B-252B-E2C4-1FFE70EE980F}"/>
              </a:ext>
            </a:extLst>
          </p:cNvPr>
          <p:cNvSpPr>
            <a:spLocks noGrp="1"/>
          </p:cNvSpPr>
          <p:nvPr>
            <p:ph type="title"/>
          </p:nvPr>
        </p:nvSpPr>
        <p:spPr/>
        <p:txBody>
          <a:bodyPr/>
          <a:lstStyle/>
          <a:p>
            <a:pPr>
              <a:defRPr/>
            </a:pPr>
            <a:r>
              <a:rPr lang="en-US" altLang="en-US" dirty="0"/>
              <a:t>Certificate Chaining</a:t>
            </a:r>
          </a:p>
        </p:txBody>
      </p:sp>
      <p:sp>
        <p:nvSpPr>
          <p:cNvPr id="59395" name="Content Placeholder 2">
            <a:extLst>
              <a:ext uri="{FF2B5EF4-FFF2-40B4-BE49-F238E27FC236}">
                <a16:creationId xmlns:a16="http://schemas.microsoft.com/office/drawing/2014/main" id="{06B287C7-154A-80C5-FFCB-B59D6B962E3F}"/>
              </a:ext>
            </a:extLst>
          </p:cNvPr>
          <p:cNvSpPr>
            <a:spLocks noGrp="1"/>
          </p:cNvSpPr>
          <p:nvPr>
            <p:ph idx="1"/>
          </p:nvPr>
        </p:nvSpPr>
        <p:spPr/>
        <p:txBody>
          <a:bodyPr/>
          <a:lstStyle/>
          <a:p>
            <a:r>
              <a:rPr lang="en-US" altLang="en-US" sz="2200"/>
              <a:t>Why not issue all certificates off the root digital certificate and eliminate the need for certificate chaining? </a:t>
            </a:r>
          </a:p>
          <a:p>
            <a:r>
              <a:rPr lang="en-US" altLang="en-US" sz="2200"/>
              <a:t>This would require an </a:t>
            </a:r>
            <a:r>
              <a:rPr lang="en-US" altLang="en-US" sz="2200" i="1"/>
              <a:t>online CA </a:t>
            </a:r>
            <a:r>
              <a:rPr lang="en-US" altLang="en-US" sz="2200"/>
              <a:t>that could compromise its security.</a:t>
            </a:r>
          </a:p>
        </p:txBody>
      </p:sp>
      <p:sp>
        <p:nvSpPr>
          <p:cNvPr id="59396" name="Slide Number Placeholder 1">
            <a:extLst>
              <a:ext uri="{FF2B5EF4-FFF2-40B4-BE49-F238E27FC236}">
                <a16:creationId xmlns:a16="http://schemas.microsoft.com/office/drawing/2014/main" id="{7A2E19F6-3A8C-4B26-0751-D4559F9BD37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281E2CA7-B135-485F-AF50-A5602B4C596E}" type="slidenum">
              <a:rPr lang="en-US" altLang="en-US" sz="1400">
                <a:solidFill>
                  <a:srgbClr val="FFFFFF"/>
                </a:solidFill>
              </a:rPr>
              <a:pPr/>
              <a:t>26</a:t>
            </a:fld>
            <a:endParaRPr lang="en-US" altLang="en-US" sz="14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6495602-622E-2895-EC37-613EB0F402AF}"/>
              </a:ext>
            </a:extLst>
          </p:cNvPr>
          <p:cNvSpPr>
            <a:spLocks noGrp="1"/>
          </p:cNvSpPr>
          <p:nvPr>
            <p:ph type="title"/>
          </p:nvPr>
        </p:nvSpPr>
        <p:spPr/>
        <p:txBody>
          <a:bodyPr/>
          <a:lstStyle/>
          <a:p>
            <a:pPr>
              <a:defRPr/>
            </a:pPr>
            <a:r>
              <a:rPr lang="en-US" altLang="en-US" dirty="0"/>
              <a:t>Types of Digital Certificates</a:t>
            </a:r>
          </a:p>
        </p:txBody>
      </p:sp>
      <p:sp>
        <p:nvSpPr>
          <p:cNvPr id="61443" name="Content Placeholder 2">
            <a:extLst>
              <a:ext uri="{FF2B5EF4-FFF2-40B4-BE49-F238E27FC236}">
                <a16:creationId xmlns:a16="http://schemas.microsoft.com/office/drawing/2014/main" id="{34E76A3F-802A-DD34-8A08-17014A6FDBD7}"/>
              </a:ext>
            </a:extLst>
          </p:cNvPr>
          <p:cNvSpPr>
            <a:spLocks noGrp="1"/>
          </p:cNvSpPr>
          <p:nvPr>
            <p:ph idx="1"/>
          </p:nvPr>
        </p:nvSpPr>
        <p:spPr/>
        <p:txBody>
          <a:bodyPr/>
          <a:lstStyle/>
          <a:p>
            <a:r>
              <a:rPr lang="en-US" altLang="en-US" sz="2200"/>
              <a:t>Root digital certificates and intermediate certificates are packaged as part of modern operating systems</a:t>
            </a:r>
          </a:p>
        </p:txBody>
      </p:sp>
      <p:sp>
        <p:nvSpPr>
          <p:cNvPr id="61444" name="Slide Number Placeholder 1">
            <a:extLst>
              <a:ext uri="{FF2B5EF4-FFF2-40B4-BE49-F238E27FC236}">
                <a16:creationId xmlns:a16="http://schemas.microsoft.com/office/drawing/2014/main" id="{0BCC95DC-0C24-43E4-76FA-00A53810606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B386FF60-3263-4D61-8284-C9830DA82531}" type="slidenum">
              <a:rPr lang="en-US" altLang="en-US" sz="1400">
                <a:solidFill>
                  <a:srgbClr val="FFFFFF"/>
                </a:solidFill>
              </a:rPr>
              <a:pPr/>
              <a:t>27</a:t>
            </a:fld>
            <a:endParaRPr lang="en-US" altLang="en-US" sz="140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F39B7D5-940E-D405-BC3F-090B9E6F0BB9}"/>
              </a:ext>
            </a:extLst>
          </p:cNvPr>
          <p:cNvSpPr>
            <a:spLocks noGrp="1"/>
          </p:cNvSpPr>
          <p:nvPr>
            <p:ph type="title"/>
          </p:nvPr>
        </p:nvSpPr>
        <p:spPr/>
        <p:txBody>
          <a:bodyPr/>
          <a:lstStyle/>
          <a:p>
            <a:pPr>
              <a:defRPr/>
            </a:pPr>
            <a:r>
              <a:rPr lang="en-US" altLang="en-US" dirty="0"/>
              <a:t>Types of Digital Certificates</a:t>
            </a:r>
          </a:p>
        </p:txBody>
      </p:sp>
      <p:pic>
        <p:nvPicPr>
          <p:cNvPr id="63491" name="Content Placeholder 2">
            <a:extLst>
              <a:ext uri="{FF2B5EF4-FFF2-40B4-BE49-F238E27FC236}">
                <a16:creationId xmlns:a16="http://schemas.microsoft.com/office/drawing/2014/main" id="{DB971463-A302-3AA9-227D-C393892E4F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189162" y="1181100"/>
            <a:ext cx="7800975" cy="4800600"/>
          </a:xfrm>
        </p:spPr>
      </p:pic>
      <p:sp>
        <p:nvSpPr>
          <p:cNvPr id="63492" name="Slide Number Placeholder 1">
            <a:extLst>
              <a:ext uri="{FF2B5EF4-FFF2-40B4-BE49-F238E27FC236}">
                <a16:creationId xmlns:a16="http://schemas.microsoft.com/office/drawing/2014/main" id="{DBC0CF9F-257F-824A-6529-78A3DAD46E2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0C847E2E-16F5-4ED3-958F-95035699BEAF}" type="slidenum">
              <a:rPr lang="en-US" altLang="en-US" sz="1400">
                <a:solidFill>
                  <a:srgbClr val="FFFFFF"/>
                </a:solidFill>
              </a:rPr>
              <a:pPr/>
              <a:t>28</a:t>
            </a:fld>
            <a:endParaRPr lang="en-US" altLang="en-US" sz="14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021C318-E9B5-F2AC-E4A7-B867E123E507}"/>
              </a:ext>
            </a:extLst>
          </p:cNvPr>
          <p:cNvSpPr>
            <a:spLocks noGrp="1"/>
          </p:cNvSpPr>
          <p:nvPr>
            <p:ph type="title"/>
          </p:nvPr>
        </p:nvSpPr>
        <p:spPr/>
        <p:txBody>
          <a:bodyPr/>
          <a:lstStyle/>
          <a:p>
            <a:pPr>
              <a:defRPr/>
            </a:pPr>
            <a:r>
              <a:rPr lang="en-US" altLang="en-US" dirty="0"/>
              <a:t>Types of Digital Certificates</a:t>
            </a:r>
          </a:p>
        </p:txBody>
      </p:sp>
      <p:sp>
        <p:nvSpPr>
          <p:cNvPr id="65540" name="Content Placeholder 1">
            <a:extLst>
              <a:ext uri="{FF2B5EF4-FFF2-40B4-BE49-F238E27FC236}">
                <a16:creationId xmlns:a16="http://schemas.microsoft.com/office/drawing/2014/main" id="{9FC5B32C-32E8-14F3-644E-A22A234D3A23}"/>
              </a:ext>
            </a:extLst>
          </p:cNvPr>
          <p:cNvSpPr>
            <a:spLocks noGrp="1"/>
          </p:cNvSpPr>
          <p:nvPr>
            <p:ph idx="1"/>
          </p:nvPr>
        </p:nvSpPr>
        <p:spPr>
          <a:xfrm>
            <a:off x="597550" y="1181100"/>
            <a:ext cx="5976986" cy="4800599"/>
          </a:xfrm>
        </p:spPr>
        <p:txBody>
          <a:bodyPr/>
          <a:lstStyle/>
          <a:p>
            <a:pPr>
              <a:buClr>
                <a:schemeClr val="bg1">
                  <a:lumMod val="75000"/>
                </a:schemeClr>
              </a:buClr>
              <a:buFont typeface="Arial" panose="020B0604020202020204" pitchFamily="34" charset="0"/>
              <a:buChar char="•"/>
            </a:pPr>
            <a:r>
              <a:rPr lang="en-US" altLang="en-US" sz="2000" dirty="0"/>
              <a:t>Certificate chaining and root digital certificates can be seen by using a web browser to access the Cengage website</a:t>
            </a:r>
          </a:p>
          <a:p>
            <a:pPr>
              <a:buClr>
                <a:schemeClr val="bg1">
                  <a:lumMod val="75000"/>
                </a:schemeClr>
              </a:buClr>
              <a:buFont typeface="Arial" panose="020B0604020202020204" pitchFamily="34" charset="0"/>
              <a:buChar char="•"/>
            </a:pPr>
            <a:endParaRPr lang="en-US" altLang="en-US" sz="2000" dirty="0"/>
          </a:p>
          <a:p>
            <a:pPr>
              <a:buClr>
                <a:schemeClr val="bg1">
                  <a:lumMod val="75000"/>
                </a:schemeClr>
              </a:buClr>
              <a:buFont typeface="Arial" panose="020B0604020202020204" pitchFamily="34" charset="0"/>
              <a:buChar char="•"/>
            </a:pPr>
            <a:r>
              <a:rPr lang="en-US" altLang="en-US" sz="2000" dirty="0"/>
              <a:t>The root digital certificate (DigiCert) verifies the intermediate certificate (DigiCert SHA2 High Assurance Server CA)</a:t>
            </a:r>
          </a:p>
          <a:p>
            <a:pPr>
              <a:buClr>
                <a:schemeClr val="bg1">
                  <a:lumMod val="75000"/>
                </a:schemeClr>
              </a:buClr>
              <a:buFont typeface="Arial" panose="020B0604020202020204" pitchFamily="34" charset="0"/>
              <a:buChar char="•"/>
            </a:pPr>
            <a:endParaRPr lang="en-US" altLang="en-US" sz="2000" dirty="0"/>
          </a:p>
          <a:p>
            <a:pPr>
              <a:buClr>
                <a:schemeClr val="bg1">
                  <a:lumMod val="75000"/>
                </a:schemeClr>
              </a:buClr>
              <a:buFont typeface="Arial" panose="020B0604020202020204" pitchFamily="34" charset="0"/>
              <a:buChar char="•"/>
            </a:pPr>
            <a:r>
              <a:rPr lang="en-US" altLang="en-US" sz="2000" dirty="0"/>
              <a:t>Intermediate certificate authenticates the digital certificate for the Cengage site (*.cengage.com)</a:t>
            </a:r>
          </a:p>
        </p:txBody>
      </p:sp>
      <p:sp>
        <p:nvSpPr>
          <p:cNvPr id="65539" name="Slide Number Placeholder 1">
            <a:extLst>
              <a:ext uri="{FF2B5EF4-FFF2-40B4-BE49-F238E27FC236}">
                <a16:creationId xmlns:a16="http://schemas.microsoft.com/office/drawing/2014/main" id="{28859B99-3A9B-753F-61C2-4DDBBE1611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6CF9FBF-7784-4E14-B127-C1F51F56935C}" type="slidenum">
              <a:rPr lang="en-US" altLang="en-US" sz="1400">
                <a:solidFill>
                  <a:srgbClr val="FFFFFF"/>
                </a:solidFill>
              </a:rPr>
              <a:pPr/>
              <a:t>29</a:t>
            </a:fld>
            <a:endParaRPr lang="en-US" altLang="en-US" sz="1400">
              <a:solidFill>
                <a:srgbClr val="FFFFFF"/>
              </a:solidFill>
            </a:endParaRPr>
          </a:p>
        </p:txBody>
      </p:sp>
      <p:pic>
        <p:nvPicPr>
          <p:cNvPr id="65541" name="Picture 4">
            <a:extLst>
              <a:ext uri="{FF2B5EF4-FFF2-40B4-BE49-F238E27FC236}">
                <a16:creationId xmlns:a16="http://schemas.microsoft.com/office/drawing/2014/main" id="{D234DA77-8CE7-3039-269F-F1F2C740D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8916" y="984878"/>
            <a:ext cx="4271580" cy="5379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8A38245-59F5-2933-1AB9-F830ED222BF1}"/>
              </a:ext>
            </a:extLst>
          </p:cNvPr>
          <p:cNvSpPr>
            <a:spLocks noGrp="1"/>
          </p:cNvSpPr>
          <p:nvPr>
            <p:ph type="title"/>
          </p:nvPr>
        </p:nvSpPr>
        <p:spPr/>
        <p:txBody>
          <a:bodyPr/>
          <a:lstStyle/>
          <a:p>
            <a:pPr>
              <a:defRPr/>
            </a:pPr>
            <a:r>
              <a:rPr lang="en-US" altLang="en-US" dirty="0"/>
              <a:t>Domain Digital Certificates</a:t>
            </a:r>
          </a:p>
        </p:txBody>
      </p:sp>
      <p:sp>
        <p:nvSpPr>
          <p:cNvPr id="67587" name="Content Placeholder 2">
            <a:extLst>
              <a:ext uri="{FF2B5EF4-FFF2-40B4-BE49-F238E27FC236}">
                <a16:creationId xmlns:a16="http://schemas.microsoft.com/office/drawing/2014/main" id="{E56F6F48-8218-33E4-3CF8-ECD20356E4AF}"/>
              </a:ext>
            </a:extLst>
          </p:cNvPr>
          <p:cNvSpPr>
            <a:spLocks noGrp="1"/>
          </p:cNvSpPr>
          <p:nvPr>
            <p:ph idx="1"/>
          </p:nvPr>
        </p:nvSpPr>
        <p:spPr/>
        <p:txBody>
          <a:bodyPr/>
          <a:lstStyle/>
          <a:p>
            <a:pPr>
              <a:buClr>
                <a:schemeClr val="bg1">
                  <a:lumMod val="75000"/>
                </a:schemeClr>
              </a:buClr>
              <a:buFont typeface="Arial" panose="020B0604020202020204" pitchFamily="34" charset="0"/>
              <a:buChar char="•"/>
            </a:pPr>
            <a:r>
              <a:rPr lang="en-US" altLang="en-US" sz="2200" dirty="0"/>
              <a:t>Most digital certificates are web server digital certificates that are issued from a web server to a client</a:t>
            </a:r>
          </a:p>
          <a:p>
            <a:pPr>
              <a:buClr>
                <a:schemeClr val="bg1">
                  <a:lumMod val="75000"/>
                </a:schemeClr>
              </a:buClr>
              <a:buFont typeface="Arial" panose="020B0604020202020204" pitchFamily="34" charset="0"/>
              <a:buChar char="•"/>
            </a:pPr>
            <a:r>
              <a:rPr lang="en-US" altLang="en-US" sz="2200" dirty="0"/>
              <a:t>They ensure the authenticity of the web server to the client</a:t>
            </a:r>
          </a:p>
          <a:p>
            <a:pPr>
              <a:buClr>
                <a:schemeClr val="bg1">
                  <a:lumMod val="75000"/>
                </a:schemeClr>
              </a:buClr>
              <a:buFont typeface="Arial" panose="020B0604020202020204" pitchFamily="34" charset="0"/>
              <a:buChar char="•"/>
            </a:pPr>
            <a:r>
              <a:rPr lang="en-US" altLang="en-US" sz="2200" dirty="0"/>
              <a:t>Web servers can set up secure cryptographic connections so that all transmitted data is encrypted by providing the server’s public key with a digital certificate to the client </a:t>
            </a:r>
            <a:r>
              <a:rPr lang="en-US" altLang="en-US" sz="2200" dirty="0">
                <a:solidFill>
                  <a:srgbClr val="00B0F0"/>
                </a:solidFill>
              </a:rPr>
              <a:t>(key exchange)</a:t>
            </a:r>
          </a:p>
          <a:p>
            <a:endParaRPr lang="en-US" altLang="en-US" sz="2200" dirty="0">
              <a:solidFill>
                <a:srgbClr val="00B0F0"/>
              </a:solidFill>
            </a:endParaRPr>
          </a:p>
        </p:txBody>
      </p:sp>
      <p:sp>
        <p:nvSpPr>
          <p:cNvPr id="67588" name="Slide Number Placeholder 1">
            <a:extLst>
              <a:ext uri="{FF2B5EF4-FFF2-40B4-BE49-F238E27FC236}">
                <a16:creationId xmlns:a16="http://schemas.microsoft.com/office/drawing/2014/main" id="{B0181D43-7C41-0E93-908A-908E48F112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DC11DDE4-A0BF-43FD-9428-7D044575E647}" type="slidenum">
              <a:rPr lang="en-US" altLang="en-US" sz="1400">
                <a:solidFill>
                  <a:srgbClr val="FFFFFF"/>
                </a:solidFill>
              </a:rPr>
              <a:pPr/>
              <a:t>30</a:t>
            </a:fld>
            <a:endParaRPr lang="en-US" altLang="en-US" sz="1400">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DA6D8EE-52C0-B0C1-ABEE-9A6C24A75C0C}"/>
              </a:ext>
            </a:extLst>
          </p:cNvPr>
          <p:cNvSpPr>
            <a:spLocks noGrp="1"/>
          </p:cNvSpPr>
          <p:nvPr>
            <p:ph type="title"/>
          </p:nvPr>
        </p:nvSpPr>
        <p:spPr/>
        <p:txBody>
          <a:bodyPr/>
          <a:lstStyle/>
          <a:p>
            <a:pPr>
              <a:defRPr/>
            </a:pPr>
            <a:r>
              <a:rPr lang="en-US" altLang="en-US" dirty="0"/>
              <a:t>Key Exchange</a:t>
            </a:r>
          </a:p>
        </p:txBody>
      </p:sp>
      <p:pic>
        <p:nvPicPr>
          <p:cNvPr id="69635" name="Content Placeholder 2">
            <a:extLst>
              <a:ext uri="{FF2B5EF4-FFF2-40B4-BE49-F238E27FC236}">
                <a16:creationId xmlns:a16="http://schemas.microsoft.com/office/drawing/2014/main" id="{D027B65C-9554-043D-E8B3-2186A7E1CFA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927350" y="1343025"/>
            <a:ext cx="6324600" cy="4476750"/>
          </a:xfrm>
        </p:spPr>
      </p:pic>
      <p:sp>
        <p:nvSpPr>
          <p:cNvPr id="69636" name="Slide Number Placeholder 1">
            <a:extLst>
              <a:ext uri="{FF2B5EF4-FFF2-40B4-BE49-F238E27FC236}">
                <a16:creationId xmlns:a16="http://schemas.microsoft.com/office/drawing/2014/main" id="{04C0D0AA-BB07-62A2-279B-1F129DCACC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22EFAB5C-F66B-4A8B-8D9F-356AC57A649A}" type="slidenum">
              <a:rPr lang="en-US" altLang="en-US" sz="1400">
                <a:solidFill>
                  <a:srgbClr val="FFFFFF"/>
                </a:solidFill>
              </a:rPr>
              <a:pPr/>
              <a:t>31</a:t>
            </a:fld>
            <a:endParaRPr lang="en-US" altLang="en-US" sz="1400">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6E2435B-2B83-4E37-42BD-F7297E226C6D}"/>
              </a:ext>
            </a:extLst>
          </p:cNvPr>
          <p:cNvSpPr>
            <a:spLocks noGrp="1"/>
          </p:cNvSpPr>
          <p:nvPr>
            <p:ph type="title"/>
          </p:nvPr>
        </p:nvSpPr>
        <p:spPr/>
        <p:txBody>
          <a:bodyPr/>
          <a:lstStyle/>
          <a:p>
            <a:pPr>
              <a:defRPr/>
            </a:pPr>
            <a:r>
              <a:rPr lang="en-US" altLang="en-US" dirty="0"/>
              <a:t>Domain Digital Certificates</a:t>
            </a:r>
          </a:p>
        </p:txBody>
      </p:sp>
      <p:sp>
        <p:nvSpPr>
          <p:cNvPr id="71683" name="Content Placeholder 2">
            <a:extLst>
              <a:ext uri="{FF2B5EF4-FFF2-40B4-BE49-F238E27FC236}">
                <a16:creationId xmlns:a16="http://schemas.microsoft.com/office/drawing/2014/main" id="{7519A034-8E5F-ADB8-EF62-F085BD9996EC}"/>
              </a:ext>
            </a:extLst>
          </p:cNvPr>
          <p:cNvSpPr>
            <a:spLocks noGrp="1"/>
          </p:cNvSpPr>
          <p:nvPr>
            <p:ph idx="1"/>
          </p:nvPr>
        </p:nvSpPr>
        <p:spPr/>
        <p:txBody>
          <a:bodyPr/>
          <a:lstStyle/>
          <a:p>
            <a:r>
              <a:rPr lang="en-US" altLang="en-US" sz="2200"/>
              <a:t>Domain Validation</a:t>
            </a:r>
          </a:p>
          <a:p>
            <a:pPr lvl="1"/>
            <a:r>
              <a:rPr lang="en-US" altLang="en-US" sz="1800"/>
              <a:t>Verifies the identity of the entity that has control over the domain name</a:t>
            </a:r>
          </a:p>
          <a:p>
            <a:pPr lvl="1"/>
            <a:r>
              <a:rPr lang="en-US" altLang="en-US" sz="1800"/>
              <a:t>Can be automated</a:t>
            </a:r>
          </a:p>
          <a:p>
            <a:r>
              <a:rPr lang="en-US" altLang="en-US" sz="2200"/>
              <a:t>Extended Validation (EV)</a:t>
            </a:r>
          </a:p>
          <a:p>
            <a:pPr lvl="1"/>
            <a:r>
              <a:rPr lang="en-US" altLang="en-US" sz="1800"/>
              <a:t>Requires more extensive verification of the legitimacy of the business</a:t>
            </a:r>
          </a:p>
          <a:p>
            <a:r>
              <a:rPr lang="en-US" altLang="en-US" sz="2200"/>
              <a:t>Wildcard digital certificate</a:t>
            </a:r>
          </a:p>
          <a:p>
            <a:pPr lvl="1"/>
            <a:r>
              <a:rPr lang="en-US" altLang="en-US" sz="1800"/>
              <a:t>Validate a main domain along with all subdomains</a:t>
            </a:r>
          </a:p>
          <a:p>
            <a:endParaRPr lang="en-US" altLang="en-US" sz="2200"/>
          </a:p>
          <a:p>
            <a:pPr lvl="1"/>
            <a:endParaRPr lang="en-US" altLang="en-US" sz="1800"/>
          </a:p>
        </p:txBody>
      </p:sp>
      <p:sp>
        <p:nvSpPr>
          <p:cNvPr id="71684" name="Slide Number Placeholder 1">
            <a:extLst>
              <a:ext uri="{FF2B5EF4-FFF2-40B4-BE49-F238E27FC236}">
                <a16:creationId xmlns:a16="http://schemas.microsoft.com/office/drawing/2014/main" id="{2AB05844-D32A-CD25-3DBB-15E1FEAA95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B7FA0150-5D26-47FC-952C-55484CCF7F01}" type="slidenum">
              <a:rPr lang="en-US" altLang="en-US" sz="1400">
                <a:solidFill>
                  <a:srgbClr val="FFFFFF"/>
                </a:solidFill>
              </a:rPr>
              <a:pPr/>
              <a:t>32</a:t>
            </a:fld>
            <a:endParaRPr lang="en-US" altLang="en-US" sz="1400">
              <a:solidFill>
                <a:srgbClr val="FFFFFF"/>
              </a:solidFill>
            </a:endParaRPr>
          </a:p>
        </p:txBody>
      </p:sp>
      <p:pic>
        <p:nvPicPr>
          <p:cNvPr id="71685" name="Picture 2">
            <a:extLst>
              <a:ext uri="{FF2B5EF4-FFF2-40B4-BE49-F238E27FC236}">
                <a16:creationId xmlns:a16="http://schemas.microsoft.com/office/drawing/2014/main" id="{18E877B6-2231-C36F-DB32-ECD84F93F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0460" y="1934367"/>
            <a:ext cx="2295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4">
            <a:extLst>
              <a:ext uri="{FF2B5EF4-FFF2-40B4-BE49-F238E27FC236}">
                <a16:creationId xmlns:a16="http://schemas.microsoft.com/office/drawing/2014/main" id="{A66BB0F1-6ADD-0191-A6C3-E8F4BD3A6B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0460" y="2992434"/>
            <a:ext cx="26003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58A1FF1-05A6-6C02-DC97-382B0A34A332}"/>
              </a:ext>
            </a:extLst>
          </p:cNvPr>
          <p:cNvSpPr>
            <a:spLocks noGrp="1"/>
          </p:cNvSpPr>
          <p:nvPr>
            <p:ph type="title"/>
          </p:nvPr>
        </p:nvSpPr>
        <p:spPr/>
        <p:txBody>
          <a:bodyPr/>
          <a:lstStyle/>
          <a:p>
            <a:pPr>
              <a:defRPr/>
            </a:pPr>
            <a:r>
              <a:rPr lang="en-US" altLang="en-US" dirty="0"/>
              <a:t>Digital Certificate Formats</a:t>
            </a:r>
          </a:p>
        </p:txBody>
      </p:sp>
      <p:sp>
        <p:nvSpPr>
          <p:cNvPr id="73731" name="Content Placeholder 2">
            <a:extLst>
              <a:ext uri="{FF2B5EF4-FFF2-40B4-BE49-F238E27FC236}">
                <a16:creationId xmlns:a16="http://schemas.microsoft.com/office/drawing/2014/main" id="{245FB40A-E93B-F3C3-D8F7-0F367AB53864}"/>
              </a:ext>
            </a:extLst>
          </p:cNvPr>
          <p:cNvSpPr>
            <a:spLocks noGrp="1"/>
          </p:cNvSpPr>
          <p:nvPr>
            <p:ph idx="1"/>
          </p:nvPr>
        </p:nvSpPr>
        <p:spPr/>
        <p:txBody>
          <a:bodyPr/>
          <a:lstStyle/>
          <a:p>
            <a:r>
              <a:rPr lang="en-US" altLang="en-US" sz="2000"/>
              <a:t>The most widely accepted digital certificates are defined by a division of the International Telecommunication Union (ITU) </a:t>
            </a:r>
          </a:p>
          <a:p>
            <a:r>
              <a:rPr lang="en-US" altLang="en-US" sz="2000"/>
              <a:t>Known as the Telecommunication Standardization Sector (ITU-T)</a:t>
            </a:r>
          </a:p>
          <a:p>
            <a:r>
              <a:rPr lang="en-US" altLang="en-US" sz="2000"/>
              <a:t>These digital certificates adhere to the X.509 standard</a:t>
            </a:r>
          </a:p>
          <a:p>
            <a:endParaRPr lang="en-US" altLang="en-US" sz="2000"/>
          </a:p>
        </p:txBody>
      </p:sp>
      <p:sp>
        <p:nvSpPr>
          <p:cNvPr id="73732" name="Slide Number Placeholder 1">
            <a:extLst>
              <a:ext uri="{FF2B5EF4-FFF2-40B4-BE49-F238E27FC236}">
                <a16:creationId xmlns:a16="http://schemas.microsoft.com/office/drawing/2014/main" id="{6109CD17-81A8-B21E-6E47-089A57A80F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D8608AE-3351-412B-8490-0FBA718A7264}" type="slidenum">
              <a:rPr lang="en-US" altLang="en-US" sz="1400">
                <a:solidFill>
                  <a:srgbClr val="FFFFFF"/>
                </a:solidFill>
              </a:rPr>
              <a:pPr/>
              <a:t>33</a:t>
            </a:fld>
            <a:endParaRPr lang="en-US" altLang="en-US" sz="1400">
              <a:solidFill>
                <a:srgbClr val="FFFFFF"/>
              </a:solidFill>
            </a:endParaRPr>
          </a:p>
        </p:txBody>
      </p:sp>
      <p:pic>
        <p:nvPicPr>
          <p:cNvPr id="73733" name="Picture 2" descr="What Is an X.509 Certificate? - SSL.com">
            <a:extLst>
              <a:ext uri="{FF2B5EF4-FFF2-40B4-BE49-F238E27FC236}">
                <a16:creationId xmlns:a16="http://schemas.microsoft.com/office/drawing/2014/main" id="{B6578087-6BD0-E43D-A122-D9EB143D7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2414" y="3090864"/>
            <a:ext cx="429577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B363DF1-6C9E-BF97-4567-1507C7883DAA}"/>
              </a:ext>
            </a:extLst>
          </p:cNvPr>
          <p:cNvSpPr>
            <a:spLocks noGrp="1"/>
          </p:cNvSpPr>
          <p:nvPr>
            <p:ph type="title"/>
          </p:nvPr>
        </p:nvSpPr>
        <p:spPr/>
        <p:txBody>
          <a:bodyPr/>
          <a:lstStyle/>
          <a:p>
            <a:pPr>
              <a:defRPr/>
            </a:pPr>
            <a:r>
              <a:rPr lang="en-US" altLang="en-US" dirty="0"/>
              <a:t>Hierarchical Trust Model</a:t>
            </a:r>
          </a:p>
        </p:txBody>
      </p:sp>
      <p:sp>
        <p:nvSpPr>
          <p:cNvPr id="75779" name="Content Placeholder 2">
            <a:extLst>
              <a:ext uri="{FF2B5EF4-FFF2-40B4-BE49-F238E27FC236}">
                <a16:creationId xmlns:a16="http://schemas.microsoft.com/office/drawing/2014/main" id="{A85A8607-7FE8-A7AB-582B-D2E6C8F2DDD1}"/>
              </a:ext>
            </a:extLst>
          </p:cNvPr>
          <p:cNvSpPr>
            <a:spLocks noGrp="1"/>
          </p:cNvSpPr>
          <p:nvPr>
            <p:ph idx="1"/>
          </p:nvPr>
        </p:nvSpPr>
        <p:spPr/>
        <p:txBody>
          <a:bodyPr/>
          <a:lstStyle/>
          <a:p>
            <a:r>
              <a:rPr lang="en-US" altLang="en-US" sz="2000"/>
              <a:t>The hierarchical trust model assigns a single hierarchy with one master CA called the root.</a:t>
            </a:r>
          </a:p>
          <a:p>
            <a:r>
              <a:rPr lang="en-US" altLang="en-US" sz="2000"/>
              <a:t>This root signs all digital certificate authorities with a single key</a:t>
            </a:r>
          </a:p>
          <a:p>
            <a:r>
              <a:rPr lang="en-US" altLang="en-US" sz="2000"/>
              <a:t>A hierarchical trust model can be used in an organization where one CA is responsible for only the digital certificates for that organization</a:t>
            </a:r>
          </a:p>
          <a:p>
            <a:r>
              <a:rPr lang="en-US" altLang="en-US" sz="2000"/>
              <a:t>If the CA’s single private key were to be </a:t>
            </a:r>
            <a:r>
              <a:rPr lang="en-US" altLang="en-US" sz="2000">
                <a:solidFill>
                  <a:srgbClr val="FF0000"/>
                </a:solidFill>
              </a:rPr>
              <a:t>compromised</a:t>
            </a:r>
            <a:r>
              <a:rPr lang="en-US" altLang="en-US" sz="2000"/>
              <a:t>, then all digital certificates would be </a:t>
            </a:r>
            <a:r>
              <a:rPr lang="en-US" altLang="en-US" sz="2000">
                <a:solidFill>
                  <a:srgbClr val="FF0000"/>
                </a:solidFill>
              </a:rPr>
              <a:t>worthless</a:t>
            </a:r>
          </a:p>
        </p:txBody>
      </p:sp>
      <p:sp>
        <p:nvSpPr>
          <p:cNvPr id="75780" name="Slide Number Placeholder 1">
            <a:extLst>
              <a:ext uri="{FF2B5EF4-FFF2-40B4-BE49-F238E27FC236}">
                <a16:creationId xmlns:a16="http://schemas.microsoft.com/office/drawing/2014/main" id="{79ABAB97-ED49-1395-963B-A7555B7EAC1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EECA25EF-45B4-4A12-9669-410461D3153E}" type="slidenum">
              <a:rPr lang="en-US" altLang="en-US" sz="1400">
                <a:solidFill>
                  <a:srgbClr val="FFFFFF"/>
                </a:solidFill>
              </a:rPr>
              <a:pPr/>
              <a:t>34</a:t>
            </a:fld>
            <a:endParaRPr lang="en-US" altLang="en-US" sz="1400">
              <a:solidFill>
                <a:srgbClr val="FFFFFF"/>
              </a:solidFill>
            </a:endParaRPr>
          </a:p>
        </p:txBody>
      </p:sp>
      <p:pic>
        <p:nvPicPr>
          <p:cNvPr id="75781" name="Picture 2">
            <a:extLst>
              <a:ext uri="{FF2B5EF4-FFF2-40B4-BE49-F238E27FC236}">
                <a16:creationId xmlns:a16="http://schemas.microsoft.com/office/drawing/2014/main" id="{225B35E2-44A8-4A4F-2972-CB072BB11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014" y="3990975"/>
            <a:ext cx="51339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07C0ED9-1B70-ADE0-F6DE-61F82CE3833B}"/>
              </a:ext>
            </a:extLst>
          </p:cNvPr>
          <p:cNvSpPr>
            <a:spLocks noGrp="1"/>
          </p:cNvSpPr>
          <p:nvPr>
            <p:ph type="title"/>
          </p:nvPr>
        </p:nvSpPr>
        <p:spPr/>
        <p:txBody>
          <a:bodyPr/>
          <a:lstStyle/>
          <a:p>
            <a:pPr>
              <a:defRPr/>
            </a:pPr>
            <a:r>
              <a:rPr lang="en-US" altLang="en-US" dirty="0"/>
              <a:t>Distributed Trust Model</a:t>
            </a:r>
          </a:p>
        </p:txBody>
      </p:sp>
      <p:sp>
        <p:nvSpPr>
          <p:cNvPr id="77827" name="Content Placeholder 2">
            <a:extLst>
              <a:ext uri="{FF2B5EF4-FFF2-40B4-BE49-F238E27FC236}">
                <a16:creationId xmlns:a16="http://schemas.microsoft.com/office/drawing/2014/main" id="{C0F0F753-61E5-6F8A-9696-6C4EFEAFC81C}"/>
              </a:ext>
            </a:extLst>
          </p:cNvPr>
          <p:cNvSpPr>
            <a:spLocks noGrp="1"/>
          </p:cNvSpPr>
          <p:nvPr>
            <p:ph idx="1"/>
          </p:nvPr>
        </p:nvSpPr>
        <p:spPr/>
        <p:txBody>
          <a:bodyPr/>
          <a:lstStyle/>
          <a:p>
            <a:pPr>
              <a:buClr>
                <a:schemeClr val="bg1">
                  <a:lumMod val="75000"/>
                </a:schemeClr>
              </a:buClr>
              <a:buFont typeface="Arial" panose="020B0604020202020204" pitchFamily="34" charset="0"/>
              <a:buChar char="•"/>
            </a:pPr>
            <a:r>
              <a:rPr lang="en-US" altLang="en-US" sz="2000" dirty="0"/>
              <a:t>Distributed trust model has multiple CAs that sign digital certificates</a:t>
            </a:r>
          </a:p>
          <a:p>
            <a:pPr>
              <a:buClr>
                <a:schemeClr val="bg1">
                  <a:lumMod val="75000"/>
                </a:schemeClr>
              </a:buClr>
              <a:buFont typeface="Arial" panose="020B0604020202020204" pitchFamily="34" charset="0"/>
              <a:buChar char="•"/>
            </a:pPr>
            <a:r>
              <a:rPr lang="en-US" altLang="en-US" sz="2000" dirty="0"/>
              <a:t>The loss of a CA’s private key would compromise only those digital certificates for which it had signed</a:t>
            </a:r>
          </a:p>
          <a:p>
            <a:pPr>
              <a:buClr>
                <a:schemeClr val="bg1">
                  <a:lumMod val="75000"/>
                </a:schemeClr>
              </a:buClr>
              <a:buFont typeface="Arial" panose="020B0604020202020204" pitchFamily="34" charset="0"/>
              <a:buChar char="•"/>
            </a:pPr>
            <a:r>
              <a:rPr lang="en-US" altLang="en-US" sz="2000" dirty="0"/>
              <a:t>The workload of verifying and signing digital certificates can be distributed</a:t>
            </a:r>
          </a:p>
          <a:p>
            <a:pPr>
              <a:buClr>
                <a:schemeClr val="bg1">
                  <a:lumMod val="75000"/>
                </a:schemeClr>
              </a:buClr>
              <a:buFont typeface="Arial" panose="020B0604020202020204" pitchFamily="34" charset="0"/>
              <a:buChar char="•"/>
            </a:pPr>
            <a:r>
              <a:rPr lang="en-US" altLang="en-US" sz="2000" dirty="0"/>
              <a:t>CAs can delegate authority to other intermediate CAs to sign digital certificates</a:t>
            </a:r>
          </a:p>
        </p:txBody>
      </p:sp>
      <p:sp>
        <p:nvSpPr>
          <p:cNvPr id="77828" name="Slide Number Placeholder 1">
            <a:extLst>
              <a:ext uri="{FF2B5EF4-FFF2-40B4-BE49-F238E27FC236}">
                <a16:creationId xmlns:a16="http://schemas.microsoft.com/office/drawing/2014/main" id="{C716C07E-9DB5-46E3-7DDD-9E25E44F50C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30948E46-E2BF-43E4-98F2-C8C5A6E600EE}" type="slidenum">
              <a:rPr lang="en-US" altLang="en-US" sz="1400">
                <a:solidFill>
                  <a:srgbClr val="FFFFFF"/>
                </a:solidFill>
              </a:rPr>
              <a:pPr/>
              <a:t>35</a:t>
            </a:fld>
            <a:endParaRPr lang="en-US" altLang="en-US" sz="1400">
              <a:solidFill>
                <a:srgbClr val="FFFFFF"/>
              </a:solidFill>
            </a:endParaRPr>
          </a:p>
        </p:txBody>
      </p:sp>
      <p:pic>
        <p:nvPicPr>
          <p:cNvPr id="77829" name="Picture 3">
            <a:extLst>
              <a:ext uri="{FF2B5EF4-FFF2-40B4-BE49-F238E27FC236}">
                <a16:creationId xmlns:a16="http://schemas.microsoft.com/office/drawing/2014/main" id="{DBD1DD3C-F4EC-D0E3-7FE0-F3E5F77AF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1076" y="3549651"/>
            <a:ext cx="566102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20E255C0-32D8-C3D8-851C-E5645213F3BC}"/>
              </a:ext>
            </a:extLst>
          </p:cNvPr>
          <p:cNvSpPr>
            <a:spLocks noGrp="1"/>
          </p:cNvSpPr>
          <p:nvPr>
            <p:ph type="title"/>
          </p:nvPr>
        </p:nvSpPr>
        <p:spPr/>
        <p:txBody>
          <a:bodyPr/>
          <a:lstStyle/>
          <a:p>
            <a:pPr>
              <a:defRPr/>
            </a:pPr>
            <a:r>
              <a:rPr lang="en-US" altLang="en-US" dirty="0"/>
              <a:t>Certificate Life Cycle</a:t>
            </a:r>
          </a:p>
        </p:txBody>
      </p:sp>
      <p:sp>
        <p:nvSpPr>
          <p:cNvPr id="26627" name="Content Placeholder 2">
            <a:extLst>
              <a:ext uri="{FF2B5EF4-FFF2-40B4-BE49-F238E27FC236}">
                <a16:creationId xmlns:a16="http://schemas.microsoft.com/office/drawing/2014/main" id="{3008F284-B61E-CE21-C051-31AA39049ABE}"/>
              </a:ext>
            </a:extLst>
          </p:cNvPr>
          <p:cNvSpPr>
            <a:spLocks noGrp="1"/>
          </p:cNvSpPr>
          <p:nvPr>
            <p:ph idx="1"/>
          </p:nvPr>
        </p:nvSpPr>
        <p:spPr/>
        <p:txBody>
          <a:bodyPr/>
          <a:lstStyle/>
          <a:p>
            <a:pPr>
              <a:defRPr/>
            </a:pPr>
            <a:r>
              <a:rPr lang="en-US" altLang="en-US" sz="2000" dirty="0"/>
              <a:t>Digital certificates should not last forever</a:t>
            </a:r>
          </a:p>
          <a:p>
            <a:pPr marL="457200" indent="-457200">
              <a:buFont typeface="+mj-lt"/>
              <a:buAutoNum type="arabicPeriod"/>
              <a:defRPr/>
            </a:pPr>
            <a:r>
              <a:rPr lang="en-US" altLang="en-US" sz="2000" dirty="0"/>
              <a:t>Creation. At this stage the certificate is created and issued to the user</a:t>
            </a:r>
          </a:p>
          <a:p>
            <a:pPr marL="457200" indent="-457200">
              <a:buFont typeface="+mj-lt"/>
              <a:buAutoNum type="arabicPeriod"/>
              <a:defRPr/>
            </a:pPr>
            <a:r>
              <a:rPr lang="en-US" altLang="en-US" sz="2000" dirty="0"/>
              <a:t>Suspension. This stage could occur once or multiple times throughout the life of a digital certificate if the certificate’s validity must be temporarily suspended (e.g., employee on a leave)</a:t>
            </a:r>
          </a:p>
          <a:p>
            <a:pPr marL="457200" indent="-457200">
              <a:buFont typeface="+mj-lt"/>
              <a:buAutoNum type="arabicPeriod"/>
              <a:defRPr/>
            </a:pPr>
            <a:r>
              <a:rPr lang="en-US" altLang="en-US" sz="2000" dirty="0"/>
              <a:t>Revocation. At this stage the certificate is no longer valid (e.g., private key compromised)</a:t>
            </a:r>
          </a:p>
          <a:p>
            <a:pPr marL="457200" indent="-457200">
              <a:buFont typeface="+mj-lt"/>
              <a:buAutoNum type="arabicPeriod"/>
              <a:defRPr/>
            </a:pPr>
            <a:r>
              <a:rPr lang="en-US" altLang="en-US" sz="2000" dirty="0"/>
              <a:t>Expiration. At the expiration stage the certificate can no longer be used (i.e., expiration date passed)</a:t>
            </a:r>
          </a:p>
        </p:txBody>
      </p:sp>
      <p:sp>
        <p:nvSpPr>
          <p:cNvPr id="79876" name="Slide Number Placeholder 1">
            <a:extLst>
              <a:ext uri="{FF2B5EF4-FFF2-40B4-BE49-F238E27FC236}">
                <a16:creationId xmlns:a16="http://schemas.microsoft.com/office/drawing/2014/main" id="{936F2A51-DF63-82B8-B0FF-7FBA8808C0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9FD8AA1C-4C22-4033-9427-0D3A06EEDB91}" type="slidenum">
              <a:rPr lang="en-US" altLang="en-US" sz="1400">
                <a:solidFill>
                  <a:srgbClr val="FFFFFF"/>
                </a:solidFill>
              </a:rPr>
              <a:pPr/>
              <a:t>36</a:t>
            </a:fld>
            <a:endParaRPr lang="en-US" altLang="en-US" sz="14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E9C1F47-082F-FA52-79F5-E99C7112E4AF}"/>
              </a:ext>
            </a:extLst>
          </p:cNvPr>
          <p:cNvSpPr>
            <a:spLocks noGrp="1"/>
          </p:cNvSpPr>
          <p:nvPr>
            <p:ph type="title"/>
          </p:nvPr>
        </p:nvSpPr>
        <p:spPr/>
        <p:txBody>
          <a:bodyPr/>
          <a:lstStyle/>
          <a:p>
            <a:pPr>
              <a:defRPr/>
            </a:pPr>
            <a:r>
              <a:rPr lang="en-US" altLang="en-US" dirty="0"/>
              <a:t>Cryptographic Transport Protocols</a:t>
            </a:r>
          </a:p>
        </p:txBody>
      </p:sp>
      <p:sp>
        <p:nvSpPr>
          <p:cNvPr id="83971" name="Content Placeholder 2">
            <a:extLst>
              <a:ext uri="{FF2B5EF4-FFF2-40B4-BE49-F238E27FC236}">
                <a16:creationId xmlns:a16="http://schemas.microsoft.com/office/drawing/2014/main" id="{32472AE8-0D85-FFF7-10FE-C9EB696C4006}"/>
              </a:ext>
            </a:extLst>
          </p:cNvPr>
          <p:cNvSpPr>
            <a:spLocks noGrp="1"/>
          </p:cNvSpPr>
          <p:nvPr>
            <p:ph idx="1"/>
          </p:nvPr>
        </p:nvSpPr>
        <p:spPr/>
        <p:txBody>
          <a:bodyPr/>
          <a:lstStyle/>
          <a:p>
            <a:pPr>
              <a:buClr>
                <a:schemeClr val="bg1">
                  <a:lumMod val="75000"/>
                </a:schemeClr>
              </a:buClr>
              <a:buFont typeface="Arial" panose="020B0604020202020204" pitchFamily="34" charset="0"/>
              <a:buChar char="•"/>
            </a:pPr>
            <a:r>
              <a:rPr lang="en-US" altLang="en-US" sz="2000" i="1" dirty="0"/>
              <a:t>Secure Sockets Layer (SSL)</a:t>
            </a:r>
          </a:p>
          <a:p>
            <a:pPr>
              <a:buClr>
                <a:schemeClr val="bg1">
                  <a:lumMod val="75000"/>
                </a:schemeClr>
              </a:buClr>
              <a:buFont typeface="Arial" panose="020B0604020202020204" pitchFamily="34" charset="0"/>
              <a:buChar char="•"/>
            </a:pPr>
            <a:r>
              <a:rPr lang="en-US" altLang="en-US" sz="2000" i="1" dirty="0"/>
              <a:t>Transport Layer Security (TLS)</a:t>
            </a:r>
          </a:p>
          <a:p>
            <a:pPr>
              <a:buClr>
                <a:schemeClr val="bg1">
                  <a:lumMod val="75000"/>
                </a:schemeClr>
              </a:buClr>
              <a:buFont typeface="Arial" panose="020B0604020202020204" pitchFamily="34" charset="0"/>
              <a:buChar char="•"/>
            </a:pPr>
            <a:r>
              <a:rPr lang="en-US" altLang="en-US" sz="2000" dirty="0"/>
              <a:t>SSL and TLS are often used interchangeably or even in conjunction with each other (TLS/SSL)</a:t>
            </a:r>
          </a:p>
          <a:p>
            <a:pPr>
              <a:buClr>
                <a:schemeClr val="bg1">
                  <a:lumMod val="75000"/>
                </a:schemeClr>
              </a:buClr>
              <a:buFont typeface="Arial" panose="020B0604020202020204" pitchFamily="34" charset="0"/>
              <a:buChar char="•"/>
            </a:pPr>
            <a:r>
              <a:rPr lang="en-US" altLang="en-US" sz="2000" dirty="0"/>
              <a:t>Cipher suites typically use descriptive names to indicate their components. </a:t>
            </a:r>
          </a:p>
          <a:p>
            <a:pPr>
              <a:buClr>
                <a:schemeClr val="bg1">
                  <a:lumMod val="75000"/>
                </a:schemeClr>
              </a:buClr>
              <a:buFont typeface="Arial" panose="020B0604020202020204" pitchFamily="34" charset="0"/>
              <a:buChar char="•"/>
            </a:pPr>
            <a:r>
              <a:rPr lang="en-US" altLang="en-US" sz="2000" dirty="0"/>
              <a:t>For example, </a:t>
            </a:r>
            <a:r>
              <a:rPr lang="en-US" altLang="en-US" sz="2000" dirty="0" err="1"/>
              <a:t>CipherSuite</a:t>
            </a:r>
            <a:r>
              <a:rPr lang="en-US" altLang="en-US" sz="2000" dirty="0"/>
              <a:t> SSL_RSA_WITH_RC4_128_MD5 specifies that </a:t>
            </a:r>
          </a:p>
          <a:p>
            <a:pPr lvl="1">
              <a:buClr>
                <a:schemeClr val="bg1">
                  <a:lumMod val="75000"/>
                </a:schemeClr>
              </a:buClr>
              <a:buFont typeface="Arial" panose="020B0604020202020204" pitchFamily="34" charset="0"/>
              <a:buChar char="•"/>
            </a:pPr>
            <a:r>
              <a:rPr lang="en-US" altLang="en-US" dirty="0"/>
              <a:t>RSA will be used for key exchange and authentication algorithm, </a:t>
            </a:r>
          </a:p>
          <a:p>
            <a:pPr lvl="1">
              <a:buClr>
                <a:schemeClr val="bg1">
                  <a:lumMod val="75000"/>
                </a:schemeClr>
              </a:buClr>
              <a:buFont typeface="Arial" panose="020B0604020202020204" pitchFamily="34" charset="0"/>
              <a:buChar char="•"/>
            </a:pPr>
            <a:r>
              <a:rPr lang="en-US" altLang="en-US" dirty="0"/>
              <a:t>RC4 encryption algorithm using a 128–bit key will be used</a:t>
            </a:r>
          </a:p>
          <a:p>
            <a:pPr lvl="1">
              <a:buClr>
                <a:schemeClr val="bg1">
                  <a:lumMod val="75000"/>
                </a:schemeClr>
              </a:buClr>
              <a:buFont typeface="Arial" panose="020B0604020202020204" pitchFamily="34" charset="0"/>
              <a:buChar char="•"/>
            </a:pPr>
            <a:r>
              <a:rPr lang="en-US" altLang="en-US" dirty="0"/>
              <a:t>and MD5 will be the MAC algorithm.</a:t>
            </a:r>
          </a:p>
        </p:txBody>
      </p:sp>
      <p:sp>
        <p:nvSpPr>
          <p:cNvPr id="83972" name="Slide Number Placeholder 1">
            <a:extLst>
              <a:ext uri="{FF2B5EF4-FFF2-40B4-BE49-F238E27FC236}">
                <a16:creationId xmlns:a16="http://schemas.microsoft.com/office/drawing/2014/main" id="{2560EA13-B674-C255-170B-8EBAF55E0F1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ED3E683-E8C8-4BE9-B60E-3C7D207AA66E}" type="slidenum">
              <a:rPr lang="en-US" altLang="en-US" sz="1400">
                <a:solidFill>
                  <a:srgbClr val="FFFFFF"/>
                </a:solidFill>
              </a:rPr>
              <a:pPr/>
              <a:t>37</a:t>
            </a:fld>
            <a:endParaRPr lang="en-US" altLang="en-US" sz="14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DFD79B8-4F7B-F3EF-2561-7C85C84FFA92}"/>
              </a:ext>
            </a:extLst>
          </p:cNvPr>
          <p:cNvSpPr>
            <a:spLocks noGrp="1"/>
          </p:cNvSpPr>
          <p:nvPr>
            <p:ph type="title"/>
          </p:nvPr>
        </p:nvSpPr>
        <p:spPr/>
        <p:txBody>
          <a:bodyPr/>
          <a:lstStyle/>
          <a:p>
            <a:pPr>
              <a:defRPr/>
            </a:pPr>
            <a:r>
              <a:rPr lang="en-US" altLang="en-US" dirty="0"/>
              <a:t>Secure Applications / Protocols</a:t>
            </a:r>
          </a:p>
        </p:txBody>
      </p:sp>
      <p:sp>
        <p:nvSpPr>
          <p:cNvPr id="86019" name="Content Placeholder 2">
            <a:extLst>
              <a:ext uri="{FF2B5EF4-FFF2-40B4-BE49-F238E27FC236}">
                <a16:creationId xmlns:a16="http://schemas.microsoft.com/office/drawing/2014/main" id="{0DECA6B3-7CAA-A3D4-71DF-5795FFD9A2CC}"/>
              </a:ext>
            </a:extLst>
          </p:cNvPr>
          <p:cNvSpPr>
            <a:spLocks noGrp="1"/>
          </p:cNvSpPr>
          <p:nvPr>
            <p:ph idx="1"/>
          </p:nvPr>
        </p:nvSpPr>
        <p:spPr/>
        <p:txBody>
          <a:bodyPr/>
          <a:lstStyle/>
          <a:p>
            <a:r>
              <a:rPr lang="en-US" altLang="en-US" sz="2000"/>
              <a:t>Secure Shell (SSH)</a:t>
            </a:r>
          </a:p>
          <a:p>
            <a:pPr lvl="1"/>
            <a:r>
              <a:rPr lang="en-US" altLang="en-US"/>
              <a:t>Used to access remote computers</a:t>
            </a:r>
          </a:p>
          <a:p>
            <a:pPr lvl="1"/>
            <a:r>
              <a:rPr lang="en-US" altLang="en-US"/>
              <a:t>Both the client and server ends of the connection are authenticated using a digital certificate, and passwords are protected by being encrypted. </a:t>
            </a:r>
          </a:p>
          <a:p>
            <a:pPr lvl="1"/>
            <a:r>
              <a:rPr lang="en-US" altLang="en-US"/>
              <a:t>SSH can even be used as a tool for secure network backups</a:t>
            </a:r>
          </a:p>
          <a:p>
            <a:endParaRPr lang="en-US" altLang="en-US" sz="2000"/>
          </a:p>
          <a:p>
            <a:r>
              <a:rPr lang="en-US" altLang="en-US" sz="2000"/>
              <a:t>Hypertext Transport Protocol Secure (HTTPS)</a:t>
            </a:r>
          </a:p>
          <a:p>
            <a:pPr lvl="1"/>
            <a:r>
              <a:rPr lang="en-US" altLang="en-US" sz="1600"/>
              <a:t>Secure Hypertext Transport Protocol (HTTP) communications between a browser and a web server</a:t>
            </a:r>
          </a:p>
          <a:p>
            <a:pPr lvl="1"/>
            <a:r>
              <a:rPr lang="en-US" altLang="en-US" sz="1600"/>
              <a:t>HTTPS uses port 443 instead of HTTP’s port 80</a:t>
            </a:r>
          </a:p>
        </p:txBody>
      </p:sp>
      <p:sp>
        <p:nvSpPr>
          <p:cNvPr id="86020" name="Slide Number Placeholder 1">
            <a:extLst>
              <a:ext uri="{FF2B5EF4-FFF2-40B4-BE49-F238E27FC236}">
                <a16:creationId xmlns:a16="http://schemas.microsoft.com/office/drawing/2014/main" id="{8110B464-BC79-71A2-29A8-45016313627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0EBF374E-0808-4C9D-92BA-7FBD11FD25B2}" type="slidenum">
              <a:rPr lang="en-US" altLang="en-US" sz="1400">
                <a:solidFill>
                  <a:srgbClr val="FFFFFF"/>
                </a:solidFill>
              </a:rPr>
              <a:pPr/>
              <a:t>38</a:t>
            </a:fld>
            <a:endParaRPr lang="en-US" altLang="en-US" sz="1400">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1E91039-C373-53CF-5E32-F44096A81B7D}"/>
              </a:ext>
            </a:extLst>
          </p:cNvPr>
          <p:cNvSpPr>
            <a:spLocks noGrp="1"/>
          </p:cNvSpPr>
          <p:nvPr>
            <p:ph type="title"/>
          </p:nvPr>
        </p:nvSpPr>
        <p:spPr/>
        <p:txBody>
          <a:bodyPr/>
          <a:lstStyle/>
          <a:p>
            <a:pPr>
              <a:defRPr/>
            </a:pPr>
            <a:r>
              <a:rPr lang="en-US" altLang="en-US" dirty="0"/>
              <a:t>Secure Applications / Protocols</a:t>
            </a:r>
          </a:p>
        </p:txBody>
      </p:sp>
      <p:sp>
        <p:nvSpPr>
          <p:cNvPr id="88067" name="Content Placeholder 2">
            <a:extLst>
              <a:ext uri="{FF2B5EF4-FFF2-40B4-BE49-F238E27FC236}">
                <a16:creationId xmlns:a16="http://schemas.microsoft.com/office/drawing/2014/main" id="{2FF0B551-FA27-B06D-34ED-A3550AE7586D}"/>
              </a:ext>
            </a:extLst>
          </p:cNvPr>
          <p:cNvSpPr>
            <a:spLocks noGrp="1"/>
          </p:cNvSpPr>
          <p:nvPr>
            <p:ph idx="1"/>
          </p:nvPr>
        </p:nvSpPr>
        <p:spPr/>
        <p:txBody>
          <a:bodyPr/>
          <a:lstStyle/>
          <a:p>
            <a:r>
              <a:rPr lang="en-US" altLang="en-US" sz="2000"/>
              <a:t>Secure/Multipurpose Internet Mail Extensions (S/MIME)</a:t>
            </a:r>
          </a:p>
          <a:p>
            <a:pPr lvl="1"/>
            <a:r>
              <a:rPr lang="en-US" altLang="en-US"/>
              <a:t>Protocol for securing email messages. </a:t>
            </a:r>
          </a:p>
          <a:p>
            <a:pPr lvl="1"/>
            <a:r>
              <a:rPr lang="en-US" altLang="en-US"/>
              <a:t>It allows users to send encrypted messages that are also digitally signed</a:t>
            </a:r>
          </a:p>
          <a:p>
            <a:pPr lvl="1"/>
            <a:endParaRPr lang="en-US" altLang="en-US"/>
          </a:p>
          <a:p>
            <a:r>
              <a:rPr lang="en-US" altLang="en-US" sz="2000"/>
              <a:t>Secure Real-time Transport Protocol (SRTP)</a:t>
            </a:r>
          </a:p>
          <a:p>
            <a:pPr lvl="1"/>
            <a:r>
              <a:rPr lang="en-US" altLang="en-US"/>
              <a:t>SRTP is a secure extension protecting transmissions using the Real-Time Transport Protocol (RTP)</a:t>
            </a:r>
          </a:p>
          <a:p>
            <a:pPr lvl="1"/>
            <a:r>
              <a:rPr lang="en-US" altLang="en-US"/>
              <a:t>Protection for Voice over IP (VoIP) communications</a:t>
            </a:r>
          </a:p>
        </p:txBody>
      </p:sp>
      <p:sp>
        <p:nvSpPr>
          <p:cNvPr id="88068" name="Slide Number Placeholder 1">
            <a:extLst>
              <a:ext uri="{FF2B5EF4-FFF2-40B4-BE49-F238E27FC236}">
                <a16:creationId xmlns:a16="http://schemas.microsoft.com/office/drawing/2014/main" id="{CC17F31A-AD73-FFE2-A93D-06D95C833F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6DE03EDB-DD74-44DC-AA8C-3934B0079790}" type="slidenum">
              <a:rPr lang="en-US" altLang="en-US" sz="1400">
                <a:solidFill>
                  <a:srgbClr val="FFFFFF"/>
                </a:solidFill>
              </a:rPr>
              <a:pPr/>
              <a:t>39</a:t>
            </a:fld>
            <a:endParaRPr lang="en-US" altLang="en-US" sz="1400">
              <a:solidFill>
                <a:srgbClr val="FFFFFF"/>
              </a:solidFill>
            </a:endParaRPr>
          </a:p>
        </p:txBody>
      </p:sp>
    </p:spTree>
  </p:cSld>
  <p:clrMapOvr>
    <a:masterClrMapping/>
  </p:clrMapOvr>
</p:sld>
</file>

<file path=ppt/theme/theme1.xml><?xml version="1.0" encoding="utf-8"?>
<a:theme xmlns:a="http://schemas.openxmlformats.org/drawingml/2006/main" name="Retrospec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2960</TotalTime>
  <Words>1894</Words>
  <Application>Microsoft Office PowerPoint</Application>
  <PresentationFormat>Widescreen</PresentationFormat>
  <Paragraphs>305</Paragraphs>
  <Slides>39</Slides>
  <Notes>33</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Aptos</vt:lpstr>
      <vt:lpstr>Arial</vt:lpstr>
      <vt:lpstr>Calibri</vt:lpstr>
      <vt:lpstr>Calibri Light</vt:lpstr>
      <vt:lpstr>Gill Sans</vt:lpstr>
      <vt:lpstr>Times New Roman</vt:lpstr>
      <vt:lpstr>Retrospect</vt:lpstr>
      <vt:lpstr>PowerPoint Presentation</vt:lpstr>
      <vt:lpstr>Objectives</vt:lpstr>
      <vt:lpstr>Key Strength</vt:lpstr>
      <vt:lpstr>Why is randomness important?</vt:lpstr>
      <vt:lpstr>Algorithm Input Values</vt:lpstr>
      <vt:lpstr>Salt</vt:lpstr>
      <vt:lpstr>Nonce</vt:lpstr>
      <vt:lpstr>Why do we use nonce and cnonce?</vt:lpstr>
      <vt:lpstr>Crypto Service Providers</vt:lpstr>
      <vt:lpstr>Digital Certificates</vt:lpstr>
      <vt:lpstr>Digital Certificates</vt:lpstr>
      <vt:lpstr>Digital Certificates</vt:lpstr>
      <vt:lpstr>Digital Certificates</vt:lpstr>
      <vt:lpstr>Digital Certificate Elements</vt:lpstr>
      <vt:lpstr>Digital Certificate Car Analogy</vt:lpstr>
      <vt:lpstr>CSR Authentication</vt:lpstr>
      <vt:lpstr>Authentication</vt:lpstr>
      <vt:lpstr>Authentication</vt:lpstr>
      <vt:lpstr>Authentication</vt:lpstr>
      <vt:lpstr>Verifying Certificates</vt:lpstr>
      <vt:lpstr>Verifying certificates</vt:lpstr>
      <vt:lpstr>Trusted Root Certificates Store</vt:lpstr>
      <vt:lpstr>Certificate Revocation</vt:lpstr>
      <vt:lpstr>Certificate Revocation</vt:lpstr>
      <vt:lpstr>Types of Digital Certificates</vt:lpstr>
      <vt:lpstr>Certificate Chaining</vt:lpstr>
      <vt:lpstr>Types of Digital Certificates</vt:lpstr>
      <vt:lpstr>Types of Digital Certificates</vt:lpstr>
      <vt:lpstr>Types of Digital Certificates</vt:lpstr>
      <vt:lpstr>Domain Digital Certificates</vt:lpstr>
      <vt:lpstr>Key Exchange</vt:lpstr>
      <vt:lpstr>Domain Digital Certificates</vt:lpstr>
      <vt:lpstr>Digital Certificate Formats</vt:lpstr>
      <vt:lpstr>Hierarchical Trust Model</vt:lpstr>
      <vt:lpstr>Distributed Trust Model</vt:lpstr>
      <vt:lpstr>Certificate Life Cycle</vt:lpstr>
      <vt:lpstr>Cryptographic Transport Protocols</vt:lpstr>
      <vt:lpstr>Secure Applications / Protocols</vt:lpstr>
      <vt:lpstr>Secure Applications / Protocols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Mazloum, Ali</dc:creator>
  <cp:lastModifiedBy>Mazloum, Ali</cp:lastModifiedBy>
  <cp:revision>1</cp:revision>
  <dcterms:created xsi:type="dcterms:W3CDTF">2024-10-14T13:23:21Z</dcterms:created>
  <dcterms:modified xsi:type="dcterms:W3CDTF">2025-10-15T13:27:59Z</dcterms:modified>
</cp:coreProperties>
</file>