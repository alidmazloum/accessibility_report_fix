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6" r:id="rId5"/>
  </p:sldMasterIdLst>
  <p:notesMasterIdLst>
    <p:notesMasterId r:id="rId41"/>
  </p:notesMasterIdLst>
  <p:handoutMasterIdLst>
    <p:handoutMasterId r:id="rId42"/>
  </p:handoutMasterIdLst>
  <p:sldIdLst>
    <p:sldId id="408" r:id="rId6"/>
    <p:sldId id="257" r:id="rId7"/>
    <p:sldId id="302" r:id="rId8"/>
    <p:sldId id="307" r:id="rId9"/>
    <p:sldId id="1236" r:id="rId10"/>
    <p:sldId id="1239" r:id="rId11"/>
    <p:sldId id="1240" r:id="rId12"/>
    <p:sldId id="1231" r:id="rId13"/>
    <p:sldId id="311" r:id="rId14"/>
    <p:sldId id="309" r:id="rId15"/>
    <p:sldId id="313" r:id="rId16"/>
    <p:sldId id="397" r:id="rId17"/>
    <p:sldId id="1270" r:id="rId18"/>
    <p:sldId id="1271" r:id="rId19"/>
    <p:sldId id="1272" r:id="rId20"/>
    <p:sldId id="314" r:id="rId21"/>
    <p:sldId id="315" r:id="rId22"/>
    <p:sldId id="317" r:id="rId23"/>
    <p:sldId id="318" r:id="rId24"/>
    <p:sldId id="335" r:id="rId25"/>
    <p:sldId id="336"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C61665-09CB-4102-8405-3A378E12155E}" v="195" dt="2023-11-13T15:09:47.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foury, Elie" userId="84109d90-edd2-4b66-aa0c-6442e64be8d1" providerId="ADAL" clId="{91C61665-09CB-4102-8405-3A378E12155E}"/>
    <pc:docChg chg="undo custSel addSld delSld modSld sldOrd modMainMaster">
      <pc:chgData name="Kfoury, Elie" userId="84109d90-edd2-4b66-aa0c-6442e64be8d1" providerId="ADAL" clId="{91C61665-09CB-4102-8405-3A378E12155E}" dt="2023-11-13T15:09:47.492" v="195" actId="20577"/>
      <pc:docMkLst>
        <pc:docMk/>
      </pc:docMkLst>
      <pc:sldChg chg="add del">
        <pc:chgData name="Kfoury, Elie" userId="84109d90-edd2-4b66-aa0c-6442e64be8d1" providerId="ADAL" clId="{91C61665-09CB-4102-8405-3A378E12155E}" dt="2023-11-13T15:04:26.605" v="97" actId="47"/>
        <pc:sldMkLst>
          <pc:docMk/>
          <pc:sldMk cId="130637553" sldId="257"/>
        </pc:sldMkLst>
      </pc:sldChg>
      <pc:sldChg chg="del">
        <pc:chgData name="Kfoury, Elie" userId="84109d90-edd2-4b66-aa0c-6442e64be8d1" providerId="ADAL" clId="{91C61665-09CB-4102-8405-3A378E12155E}" dt="2023-11-13T15:03:21.580" v="93" actId="47"/>
        <pc:sldMkLst>
          <pc:docMk/>
          <pc:sldMk cId="205990082" sldId="299"/>
        </pc:sldMkLst>
      </pc:sldChg>
      <pc:sldChg chg="del">
        <pc:chgData name="Kfoury, Elie" userId="84109d90-edd2-4b66-aa0c-6442e64be8d1" providerId="ADAL" clId="{91C61665-09CB-4102-8405-3A378E12155E}" dt="2023-11-13T15:03:21.580" v="93" actId="47"/>
        <pc:sldMkLst>
          <pc:docMk/>
          <pc:sldMk cId="2951526341" sldId="300"/>
        </pc:sldMkLst>
      </pc:sldChg>
      <pc:sldChg chg="del">
        <pc:chgData name="Kfoury, Elie" userId="84109d90-edd2-4b66-aa0c-6442e64be8d1" providerId="ADAL" clId="{91C61665-09CB-4102-8405-3A378E12155E}" dt="2023-11-13T14:38:41.819" v="0" actId="47"/>
        <pc:sldMkLst>
          <pc:docMk/>
          <pc:sldMk cId="2083810588" sldId="301"/>
        </pc:sldMkLst>
      </pc:sldChg>
      <pc:sldChg chg="modSp mod">
        <pc:chgData name="Kfoury, Elie" userId="84109d90-edd2-4b66-aa0c-6442e64be8d1" providerId="ADAL" clId="{91C61665-09CB-4102-8405-3A378E12155E}" dt="2023-11-13T15:07:03.111" v="105" actId="20577"/>
        <pc:sldMkLst>
          <pc:docMk/>
          <pc:sldMk cId="2794947337" sldId="302"/>
        </pc:sldMkLst>
        <pc:spChg chg="mod">
          <ac:chgData name="Kfoury, Elie" userId="84109d90-edd2-4b66-aa0c-6442e64be8d1" providerId="ADAL" clId="{91C61665-09CB-4102-8405-3A378E12155E}" dt="2023-11-13T15:07:03.111" v="105" actId="20577"/>
          <ac:spMkLst>
            <pc:docMk/>
            <pc:sldMk cId="2794947337" sldId="302"/>
            <ac:spMk id="2" creationId="{00000000-0000-0000-0000-000000000000}"/>
          </ac:spMkLst>
        </pc:spChg>
      </pc:sldChg>
      <pc:sldChg chg="del">
        <pc:chgData name="Kfoury, Elie" userId="84109d90-edd2-4b66-aa0c-6442e64be8d1" providerId="ADAL" clId="{91C61665-09CB-4102-8405-3A378E12155E}" dt="2023-11-13T14:39:31.072" v="2" actId="47"/>
        <pc:sldMkLst>
          <pc:docMk/>
          <pc:sldMk cId="642385962" sldId="303"/>
        </pc:sldMkLst>
      </pc:sldChg>
      <pc:sldChg chg="del">
        <pc:chgData name="Kfoury, Elie" userId="84109d90-edd2-4b66-aa0c-6442e64be8d1" providerId="ADAL" clId="{91C61665-09CB-4102-8405-3A378E12155E}" dt="2023-11-13T14:39:29.211" v="1" actId="47"/>
        <pc:sldMkLst>
          <pc:docMk/>
          <pc:sldMk cId="261332399" sldId="304"/>
        </pc:sldMkLst>
      </pc:sldChg>
      <pc:sldChg chg="del">
        <pc:chgData name="Kfoury, Elie" userId="84109d90-edd2-4b66-aa0c-6442e64be8d1" providerId="ADAL" clId="{91C61665-09CB-4102-8405-3A378E12155E}" dt="2023-11-13T14:39:31.072" v="2" actId="47"/>
        <pc:sldMkLst>
          <pc:docMk/>
          <pc:sldMk cId="4163078277" sldId="306"/>
        </pc:sldMkLst>
      </pc:sldChg>
      <pc:sldChg chg="modSp mod">
        <pc:chgData name="Kfoury, Elie" userId="84109d90-edd2-4b66-aa0c-6442e64be8d1" providerId="ADAL" clId="{91C61665-09CB-4102-8405-3A378E12155E}" dt="2023-11-13T15:07:06.069" v="108" actId="20577"/>
        <pc:sldMkLst>
          <pc:docMk/>
          <pc:sldMk cId="785313344" sldId="307"/>
        </pc:sldMkLst>
        <pc:spChg chg="mod">
          <ac:chgData name="Kfoury, Elie" userId="84109d90-edd2-4b66-aa0c-6442e64be8d1" providerId="ADAL" clId="{91C61665-09CB-4102-8405-3A378E12155E}" dt="2023-11-13T15:07:06.069" v="108" actId="20577"/>
          <ac:spMkLst>
            <pc:docMk/>
            <pc:sldMk cId="785313344" sldId="307"/>
            <ac:spMk id="2" creationId="{00000000-0000-0000-0000-000000000000}"/>
          </ac:spMkLst>
        </pc:spChg>
      </pc:sldChg>
      <pc:sldChg chg="del">
        <pc:chgData name="Kfoury, Elie" userId="84109d90-edd2-4b66-aa0c-6442e64be8d1" providerId="ADAL" clId="{91C61665-09CB-4102-8405-3A378E12155E}" dt="2023-11-13T14:41:15.517" v="7" actId="47"/>
        <pc:sldMkLst>
          <pc:docMk/>
          <pc:sldMk cId="1248737885" sldId="308"/>
        </pc:sldMkLst>
      </pc:sldChg>
      <pc:sldChg chg="modSp mod">
        <pc:chgData name="Kfoury, Elie" userId="84109d90-edd2-4b66-aa0c-6442e64be8d1" providerId="ADAL" clId="{91C61665-09CB-4102-8405-3A378E12155E}" dt="2023-11-13T15:07:41.548" v="146" actId="20577"/>
        <pc:sldMkLst>
          <pc:docMk/>
          <pc:sldMk cId="81930100" sldId="309"/>
        </pc:sldMkLst>
        <pc:spChg chg="mod">
          <ac:chgData name="Kfoury, Elie" userId="84109d90-edd2-4b66-aa0c-6442e64be8d1" providerId="ADAL" clId="{91C61665-09CB-4102-8405-3A378E12155E}" dt="2023-11-13T15:07:41.548" v="146" actId="20577"/>
          <ac:spMkLst>
            <pc:docMk/>
            <pc:sldMk cId="81930100" sldId="309"/>
            <ac:spMk id="2" creationId="{00000000-0000-0000-0000-000000000000}"/>
          </ac:spMkLst>
        </pc:spChg>
        <pc:spChg chg="mod">
          <ac:chgData name="Kfoury, Elie" userId="84109d90-edd2-4b66-aa0c-6442e64be8d1" providerId="ADAL" clId="{91C61665-09CB-4102-8405-3A378E12155E}" dt="2023-11-13T14:43:26.562" v="12" actId="20577"/>
          <ac:spMkLst>
            <pc:docMk/>
            <pc:sldMk cId="81930100" sldId="309"/>
            <ac:spMk id="3" creationId="{00000000-0000-0000-0000-000000000000}"/>
          </ac:spMkLst>
        </pc:spChg>
      </pc:sldChg>
      <pc:sldChg chg="modSp mod">
        <pc:chgData name="Kfoury, Elie" userId="84109d90-edd2-4b66-aa0c-6442e64be8d1" providerId="ADAL" clId="{91C61665-09CB-4102-8405-3A378E12155E}" dt="2023-11-13T15:07:43.158" v="147" actId="20577"/>
        <pc:sldMkLst>
          <pc:docMk/>
          <pc:sldMk cId="29805668" sldId="311"/>
        </pc:sldMkLst>
        <pc:spChg chg="mod">
          <ac:chgData name="Kfoury, Elie" userId="84109d90-edd2-4b66-aa0c-6442e64be8d1" providerId="ADAL" clId="{91C61665-09CB-4102-8405-3A378E12155E}" dt="2023-11-13T15:07:43.158" v="147" actId="20577"/>
          <ac:spMkLst>
            <pc:docMk/>
            <pc:sldMk cId="29805668" sldId="311"/>
            <ac:spMk id="2" creationId="{00000000-0000-0000-0000-000000000000}"/>
          </ac:spMkLst>
        </pc:spChg>
        <pc:graphicFrameChg chg="mod modGraphic">
          <ac:chgData name="Kfoury, Elie" userId="84109d90-edd2-4b66-aa0c-6442e64be8d1" providerId="ADAL" clId="{91C61665-09CB-4102-8405-3A378E12155E}" dt="2023-11-13T14:41:27.211" v="11" actId="1076"/>
          <ac:graphicFrameMkLst>
            <pc:docMk/>
            <pc:sldMk cId="29805668" sldId="311"/>
            <ac:graphicFrameMk id="4" creationId="{00000000-0000-0000-0000-000000000000}"/>
          </ac:graphicFrameMkLst>
        </pc:graphicFrameChg>
      </pc:sldChg>
      <pc:sldChg chg="modSp del mod">
        <pc:chgData name="Kfoury, Elie" userId="84109d90-edd2-4b66-aa0c-6442e64be8d1" providerId="ADAL" clId="{91C61665-09CB-4102-8405-3A378E12155E}" dt="2023-11-13T15:06:46.890" v="104" actId="47"/>
        <pc:sldMkLst>
          <pc:docMk/>
          <pc:sldMk cId="679198697" sldId="312"/>
        </pc:sldMkLst>
        <pc:graphicFrameChg chg="mod modGraphic">
          <ac:chgData name="Kfoury, Elie" userId="84109d90-edd2-4b66-aa0c-6442e64be8d1" providerId="ADAL" clId="{91C61665-09CB-4102-8405-3A378E12155E}" dt="2023-11-13T14:44:28.883" v="25" actId="20577"/>
          <ac:graphicFrameMkLst>
            <pc:docMk/>
            <pc:sldMk cId="679198697" sldId="312"/>
            <ac:graphicFrameMk id="4" creationId="{00000000-0000-0000-0000-000000000000}"/>
          </ac:graphicFrameMkLst>
        </pc:graphicFrameChg>
      </pc:sldChg>
      <pc:sldChg chg="modSp mod">
        <pc:chgData name="Kfoury, Elie" userId="84109d90-edd2-4b66-aa0c-6442e64be8d1" providerId="ADAL" clId="{91C61665-09CB-4102-8405-3A378E12155E}" dt="2023-11-13T15:07:38.884" v="142" actId="20577"/>
        <pc:sldMkLst>
          <pc:docMk/>
          <pc:sldMk cId="981813972" sldId="313"/>
        </pc:sldMkLst>
        <pc:spChg chg="mod">
          <ac:chgData name="Kfoury, Elie" userId="84109d90-edd2-4b66-aa0c-6442e64be8d1" providerId="ADAL" clId="{91C61665-09CB-4102-8405-3A378E12155E}" dt="2023-11-13T15:07:38.884" v="142" actId="20577"/>
          <ac:spMkLst>
            <pc:docMk/>
            <pc:sldMk cId="981813972" sldId="313"/>
            <ac:spMk id="2" creationId="{00000000-0000-0000-0000-000000000000}"/>
          </ac:spMkLst>
        </pc:spChg>
        <pc:spChg chg="mod">
          <ac:chgData name="Kfoury, Elie" userId="84109d90-edd2-4b66-aa0c-6442e64be8d1" providerId="ADAL" clId="{91C61665-09CB-4102-8405-3A378E12155E}" dt="2023-11-13T14:45:23.789" v="42" actId="20577"/>
          <ac:spMkLst>
            <pc:docMk/>
            <pc:sldMk cId="981813972" sldId="313"/>
            <ac:spMk id="3" creationId="{00000000-0000-0000-0000-000000000000}"/>
          </ac:spMkLst>
        </pc:spChg>
      </pc:sldChg>
      <pc:sldChg chg="modSp mod">
        <pc:chgData name="Kfoury, Elie" userId="84109d90-edd2-4b66-aa0c-6442e64be8d1" providerId="ADAL" clId="{91C61665-09CB-4102-8405-3A378E12155E}" dt="2023-11-13T15:09:00.921" v="158" actId="20577"/>
        <pc:sldMkLst>
          <pc:docMk/>
          <pc:sldMk cId="2316015091" sldId="314"/>
        </pc:sldMkLst>
        <pc:spChg chg="mod">
          <ac:chgData name="Kfoury, Elie" userId="84109d90-edd2-4b66-aa0c-6442e64be8d1" providerId="ADAL" clId="{91C61665-09CB-4102-8405-3A378E12155E}" dt="2023-11-13T15:09:00.921" v="158" actId="20577"/>
          <ac:spMkLst>
            <pc:docMk/>
            <pc:sldMk cId="2316015091" sldId="314"/>
            <ac:spMk id="2" creationId="{00000000-0000-0000-0000-000000000000}"/>
          </ac:spMkLst>
        </pc:spChg>
        <pc:spChg chg="mod">
          <ac:chgData name="Kfoury, Elie" userId="84109d90-edd2-4b66-aa0c-6442e64be8d1" providerId="ADAL" clId="{91C61665-09CB-4102-8405-3A378E12155E}" dt="2023-11-13T14:48:49.807" v="72" actId="20577"/>
          <ac:spMkLst>
            <pc:docMk/>
            <pc:sldMk cId="2316015091" sldId="314"/>
            <ac:spMk id="3" creationId="{00000000-0000-0000-0000-000000000000}"/>
          </ac:spMkLst>
        </pc:spChg>
      </pc:sldChg>
      <pc:sldChg chg="modSp mod">
        <pc:chgData name="Kfoury, Elie" userId="84109d90-edd2-4b66-aa0c-6442e64be8d1" providerId="ADAL" clId="{91C61665-09CB-4102-8405-3A378E12155E}" dt="2023-11-13T15:09:04.333" v="161" actId="20577"/>
        <pc:sldMkLst>
          <pc:docMk/>
          <pc:sldMk cId="2628284282" sldId="315"/>
        </pc:sldMkLst>
        <pc:spChg chg="mod">
          <ac:chgData name="Kfoury, Elie" userId="84109d90-edd2-4b66-aa0c-6442e64be8d1" providerId="ADAL" clId="{91C61665-09CB-4102-8405-3A378E12155E}" dt="2023-11-13T15:09:04.333" v="161" actId="20577"/>
          <ac:spMkLst>
            <pc:docMk/>
            <pc:sldMk cId="2628284282" sldId="315"/>
            <ac:spMk id="2" creationId="{00000000-0000-0000-0000-000000000000}"/>
          </ac:spMkLst>
        </pc:spChg>
      </pc:sldChg>
      <pc:sldChg chg="del">
        <pc:chgData name="Kfoury, Elie" userId="84109d90-edd2-4b66-aa0c-6442e64be8d1" providerId="ADAL" clId="{91C61665-09CB-4102-8405-3A378E12155E}" dt="2023-11-13T14:49:58.033" v="74" actId="47"/>
        <pc:sldMkLst>
          <pc:docMk/>
          <pc:sldMk cId="1063502904" sldId="316"/>
        </pc:sldMkLst>
      </pc:sldChg>
      <pc:sldChg chg="modSp mod">
        <pc:chgData name="Kfoury, Elie" userId="84109d90-edd2-4b66-aa0c-6442e64be8d1" providerId="ADAL" clId="{91C61665-09CB-4102-8405-3A378E12155E}" dt="2023-11-13T15:09:06.754" v="164" actId="20577"/>
        <pc:sldMkLst>
          <pc:docMk/>
          <pc:sldMk cId="2822729407" sldId="317"/>
        </pc:sldMkLst>
        <pc:spChg chg="mod">
          <ac:chgData name="Kfoury, Elie" userId="84109d90-edd2-4b66-aa0c-6442e64be8d1" providerId="ADAL" clId="{91C61665-09CB-4102-8405-3A378E12155E}" dt="2023-11-13T15:09:06.754" v="164" actId="20577"/>
          <ac:spMkLst>
            <pc:docMk/>
            <pc:sldMk cId="2822729407" sldId="317"/>
            <ac:spMk id="2" creationId="{00000000-0000-0000-0000-000000000000}"/>
          </ac:spMkLst>
        </pc:spChg>
      </pc:sldChg>
      <pc:sldChg chg="modSp mod">
        <pc:chgData name="Kfoury, Elie" userId="84109d90-edd2-4b66-aa0c-6442e64be8d1" providerId="ADAL" clId="{91C61665-09CB-4102-8405-3A378E12155E}" dt="2023-11-13T15:09:09.809" v="167" actId="20577"/>
        <pc:sldMkLst>
          <pc:docMk/>
          <pc:sldMk cId="287122254" sldId="318"/>
        </pc:sldMkLst>
        <pc:spChg chg="mod">
          <ac:chgData name="Kfoury, Elie" userId="84109d90-edd2-4b66-aa0c-6442e64be8d1" providerId="ADAL" clId="{91C61665-09CB-4102-8405-3A378E12155E}" dt="2023-11-13T15:09:09.809" v="167" actId="20577"/>
          <ac:spMkLst>
            <pc:docMk/>
            <pc:sldMk cId="287122254" sldId="318"/>
            <ac:spMk id="2" creationId="{00000000-0000-0000-0000-000000000000}"/>
          </ac:spMkLst>
        </pc:spChg>
      </pc:sldChg>
      <pc:sldChg chg="modSp mod">
        <pc:chgData name="Kfoury, Elie" userId="84109d90-edd2-4b66-aa0c-6442e64be8d1" providerId="ADAL" clId="{91C61665-09CB-4102-8405-3A378E12155E}" dt="2023-11-13T15:09:17.926" v="176" actId="20577"/>
        <pc:sldMkLst>
          <pc:docMk/>
          <pc:sldMk cId="1782285579" sldId="320"/>
        </pc:sldMkLst>
        <pc:spChg chg="mod">
          <ac:chgData name="Kfoury, Elie" userId="84109d90-edd2-4b66-aa0c-6442e64be8d1" providerId="ADAL" clId="{91C61665-09CB-4102-8405-3A378E12155E}" dt="2023-11-13T15:09:17.926" v="176" actId="20577"/>
          <ac:spMkLst>
            <pc:docMk/>
            <pc:sldMk cId="1782285579" sldId="320"/>
            <ac:spMk id="2" creationId="{00000000-0000-0000-0000-000000000000}"/>
          </ac:spMkLst>
        </pc:spChg>
      </pc:sldChg>
      <pc:sldChg chg="modSp mod">
        <pc:chgData name="Kfoury, Elie" userId="84109d90-edd2-4b66-aa0c-6442e64be8d1" providerId="ADAL" clId="{91C61665-09CB-4102-8405-3A378E12155E}" dt="2023-11-13T15:09:21.240" v="179" actId="20577"/>
        <pc:sldMkLst>
          <pc:docMk/>
          <pc:sldMk cId="3010950074" sldId="321"/>
        </pc:sldMkLst>
        <pc:spChg chg="mod">
          <ac:chgData name="Kfoury, Elie" userId="84109d90-edd2-4b66-aa0c-6442e64be8d1" providerId="ADAL" clId="{91C61665-09CB-4102-8405-3A378E12155E}" dt="2023-11-13T15:09:21.240" v="179" actId="20577"/>
          <ac:spMkLst>
            <pc:docMk/>
            <pc:sldMk cId="3010950074" sldId="321"/>
            <ac:spMk id="2" creationId="{00000000-0000-0000-0000-000000000000}"/>
          </ac:spMkLst>
        </pc:spChg>
        <pc:spChg chg="mod">
          <ac:chgData name="Kfoury, Elie" userId="84109d90-edd2-4b66-aa0c-6442e64be8d1" providerId="ADAL" clId="{91C61665-09CB-4102-8405-3A378E12155E}" dt="2023-11-13T14:50:32.213" v="91" actId="20577"/>
          <ac:spMkLst>
            <pc:docMk/>
            <pc:sldMk cId="3010950074" sldId="321"/>
            <ac:spMk id="3" creationId="{00000000-0000-0000-0000-000000000000}"/>
          </ac:spMkLst>
        </pc:spChg>
      </pc:sldChg>
      <pc:sldChg chg="modSp mod">
        <pc:chgData name="Kfoury, Elie" userId="84109d90-edd2-4b66-aa0c-6442e64be8d1" providerId="ADAL" clId="{91C61665-09CB-4102-8405-3A378E12155E}" dt="2023-11-13T15:09:24.119" v="182" actId="20577"/>
        <pc:sldMkLst>
          <pc:docMk/>
          <pc:sldMk cId="1374669052" sldId="322"/>
        </pc:sldMkLst>
        <pc:spChg chg="mod">
          <ac:chgData name="Kfoury, Elie" userId="84109d90-edd2-4b66-aa0c-6442e64be8d1" providerId="ADAL" clId="{91C61665-09CB-4102-8405-3A378E12155E}" dt="2023-11-13T15:09:24.119" v="182" actId="20577"/>
          <ac:spMkLst>
            <pc:docMk/>
            <pc:sldMk cId="1374669052" sldId="322"/>
            <ac:spMk id="2" creationId="{00000000-0000-0000-0000-000000000000}"/>
          </ac:spMkLst>
        </pc:spChg>
      </pc:sldChg>
      <pc:sldChg chg="modSp mod">
        <pc:chgData name="Kfoury, Elie" userId="84109d90-edd2-4b66-aa0c-6442e64be8d1" providerId="ADAL" clId="{91C61665-09CB-4102-8405-3A378E12155E}" dt="2023-11-13T15:09:29.173" v="187" actId="20577"/>
        <pc:sldMkLst>
          <pc:docMk/>
          <pc:sldMk cId="339541088" sldId="323"/>
        </pc:sldMkLst>
        <pc:spChg chg="mod">
          <ac:chgData name="Kfoury, Elie" userId="84109d90-edd2-4b66-aa0c-6442e64be8d1" providerId="ADAL" clId="{91C61665-09CB-4102-8405-3A378E12155E}" dt="2023-11-13T15:09:29.173" v="187" actId="20577"/>
          <ac:spMkLst>
            <pc:docMk/>
            <pc:sldMk cId="339541088" sldId="323"/>
            <ac:spMk id="2" creationId="{00000000-0000-0000-0000-000000000000}"/>
          </ac:spMkLst>
        </pc:spChg>
      </pc:sldChg>
      <pc:sldChg chg="modSp mod">
        <pc:chgData name="Kfoury, Elie" userId="84109d90-edd2-4b66-aa0c-6442e64be8d1" providerId="ADAL" clId="{91C61665-09CB-4102-8405-3A378E12155E}" dt="2023-11-13T15:09:32.229" v="190" actId="20577"/>
        <pc:sldMkLst>
          <pc:docMk/>
          <pc:sldMk cId="2228749878" sldId="324"/>
        </pc:sldMkLst>
        <pc:spChg chg="mod">
          <ac:chgData name="Kfoury, Elie" userId="84109d90-edd2-4b66-aa0c-6442e64be8d1" providerId="ADAL" clId="{91C61665-09CB-4102-8405-3A378E12155E}" dt="2023-11-13T15:09:32.229" v="190" actId="20577"/>
          <ac:spMkLst>
            <pc:docMk/>
            <pc:sldMk cId="2228749878" sldId="324"/>
            <ac:spMk id="2" creationId="{00000000-0000-0000-0000-000000000000}"/>
          </ac:spMkLst>
        </pc:spChg>
      </pc:sldChg>
      <pc:sldChg chg="modSp mod">
        <pc:chgData name="Kfoury, Elie" userId="84109d90-edd2-4b66-aa0c-6442e64be8d1" providerId="ADAL" clId="{91C61665-09CB-4102-8405-3A378E12155E}" dt="2023-11-13T15:09:34.443" v="191" actId="20577"/>
        <pc:sldMkLst>
          <pc:docMk/>
          <pc:sldMk cId="274984516" sldId="325"/>
        </pc:sldMkLst>
        <pc:spChg chg="mod">
          <ac:chgData name="Kfoury, Elie" userId="84109d90-edd2-4b66-aa0c-6442e64be8d1" providerId="ADAL" clId="{91C61665-09CB-4102-8405-3A378E12155E}" dt="2023-11-13T15:09:34.443" v="191" actId="20577"/>
          <ac:spMkLst>
            <pc:docMk/>
            <pc:sldMk cId="274984516" sldId="325"/>
            <ac:spMk id="2" creationId="{00000000-0000-0000-0000-000000000000}"/>
          </ac:spMkLst>
        </pc:spChg>
      </pc:sldChg>
      <pc:sldChg chg="modSp mod">
        <pc:chgData name="Kfoury, Elie" userId="84109d90-edd2-4b66-aa0c-6442e64be8d1" providerId="ADAL" clId="{91C61665-09CB-4102-8405-3A378E12155E}" dt="2023-11-13T15:09:39.207" v="192" actId="20577"/>
        <pc:sldMkLst>
          <pc:docMk/>
          <pc:sldMk cId="2813036931" sldId="329"/>
        </pc:sldMkLst>
        <pc:spChg chg="mod">
          <ac:chgData name="Kfoury, Elie" userId="84109d90-edd2-4b66-aa0c-6442e64be8d1" providerId="ADAL" clId="{91C61665-09CB-4102-8405-3A378E12155E}" dt="2023-11-13T15:09:39.207" v="192" actId="20577"/>
          <ac:spMkLst>
            <pc:docMk/>
            <pc:sldMk cId="2813036931" sldId="329"/>
            <ac:spMk id="2" creationId="{00000000-0000-0000-0000-000000000000}"/>
          </ac:spMkLst>
        </pc:spChg>
      </pc:sldChg>
      <pc:sldChg chg="modSp mod">
        <pc:chgData name="Kfoury, Elie" userId="84109d90-edd2-4b66-aa0c-6442e64be8d1" providerId="ADAL" clId="{91C61665-09CB-4102-8405-3A378E12155E}" dt="2023-11-13T15:09:41.536" v="193" actId="20577"/>
        <pc:sldMkLst>
          <pc:docMk/>
          <pc:sldMk cId="2362369089" sldId="330"/>
        </pc:sldMkLst>
        <pc:spChg chg="mod">
          <ac:chgData name="Kfoury, Elie" userId="84109d90-edd2-4b66-aa0c-6442e64be8d1" providerId="ADAL" clId="{91C61665-09CB-4102-8405-3A378E12155E}" dt="2023-11-13T15:09:41.536" v="193" actId="20577"/>
          <ac:spMkLst>
            <pc:docMk/>
            <pc:sldMk cId="2362369089" sldId="330"/>
            <ac:spMk id="2" creationId="{00000000-0000-0000-0000-000000000000}"/>
          </ac:spMkLst>
        </pc:spChg>
      </pc:sldChg>
      <pc:sldChg chg="modSp mod">
        <pc:chgData name="Kfoury, Elie" userId="84109d90-edd2-4b66-aa0c-6442e64be8d1" providerId="ADAL" clId="{91C61665-09CB-4102-8405-3A378E12155E}" dt="2023-11-13T15:09:47.492" v="195" actId="20577"/>
        <pc:sldMkLst>
          <pc:docMk/>
          <pc:sldMk cId="3006878296" sldId="333"/>
        </pc:sldMkLst>
        <pc:spChg chg="mod">
          <ac:chgData name="Kfoury, Elie" userId="84109d90-edd2-4b66-aa0c-6442e64be8d1" providerId="ADAL" clId="{91C61665-09CB-4102-8405-3A378E12155E}" dt="2023-11-13T15:09:47.492" v="195" actId="20577"/>
          <ac:spMkLst>
            <pc:docMk/>
            <pc:sldMk cId="3006878296" sldId="333"/>
            <ac:spMk id="2" creationId="{00000000-0000-0000-0000-000000000000}"/>
          </ac:spMkLst>
        </pc:spChg>
      </pc:sldChg>
      <pc:sldChg chg="modSp mod">
        <pc:chgData name="Kfoury, Elie" userId="84109d90-edd2-4b66-aa0c-6442e64be8d1" providerId="ADAL" clId="{91C61665-09CB-4102-8405-3A378E12155E}" dt="2023-11-13T15:09:11.973" v="170" actId="20577"/>
        <pc:sldMkLst>
          <pc:docMk/>
          <pc:sldMk cId="2022308798" sldId="335"/>
        </pc:sldMkLst>
        <pc:spChg chg="mod">
          <ac:chgData name="Kfoury, Elie" userId="84109d90-edd2-4b66-aa0c-6442e64be8d1" providerId="ADAL" clId="{91C61665-09CB-4102-8405-3A378E12155E}" dt="2023-11-13T15:09:11.973" v="170" actId="20577"/>
          <ac:spMkLst>
            <pc:docMk/>
            <pc:sldMk cId="2022308798" sldId="335"/>
            <ac:spMk id="2" creationId="{00000000-0000-0000-0000-000000000000}"/>
          </ac:spMkLst>
        </pc:spChg>
      </pc:sldChg>
      <pc:sldChg chg="modSp mod">
        <pc:chgData name="Kfoury, Elie" userId="84109d90-edd2-4b66-aa0c-6442e64be8d1" providerId="ADAL" clId="{91C61665-09CB-4102-8405-3A378E12155E}" dt="2023-11-13T15:09:14.936" v="173" actId="20577"/>
        <pc:sldMkLst>
          <pc:docMk/>
          <pc:sldMk cId="2426134668" sldId="336"/>
        </pc:sldMkLst>
        <pc:spChg chg="mod">
          <ac:chgData name="Kfoury, Elie" userId="84109d90-edd2-4b66-aa0c-6442e64be8d1" providerId="ADAL" clId="{91C61665-09CB-4102-8405-3A378E12155E}" dt="2023-11-13T15:09:14.936" v="173" actId="20577"/>
          <ac:spMkLst>
            <pc:docMk/>
            <pc:sldMk cId="2426134668" sldId="336"/>
            <ac:spMk id="2" creationId="{00000000-0000-0000-0000-000000000000}"/>
          </ac:spMkLst>
        </pc:spChg>
      </pc:sldChg>
      <pc:sldChg chg="del">
        <pc:chgData name="Kfoury, Elie" userId="84109d90-edd2-4b66-aa0c-6442e64be8d1" providerId="ADAL" clId="{91C61665-09CB-4102-8405-3A378E12155E}" dt="2023-11-13T15:03:59.533" v="94" actId="47"/>
        <pc:sldMkLst>
          <pc:docMk/>
          <pc:sldMk cId="415028077" sldId="343"/>
        </pc:sldMkLst>
      </pc:sldChg>
      <pc:sldChg chg="del">
        <pc:chgData name="Kfoury, Elie" userId="84109d90-edd2-4b66-aa0c-6442e64be8d1" providerId="ADAL" clId="{91C61665-09CB-4102-8405-3A378E12155E}" dt="2023-11-13T14:49:51.072" v="73" actId="47"/>
        <pc:sldMkLst>
          <pc:docMk/>
          <pc:sldMk cId="512634690" sldId="344"/>
        </pc:sldMkLst>
      </pc:sldChg>
      <pc:sldChg chg="del">
        <pc:chgData name="Kfoury, Elie" userId="84109d90-edd2-4b66-aa0c-6442e64be8d1" providerId="ADAL" clId="{91C61665-09CB-4102-8405-3A378E12155E}" dt="2023-11-13T14:49:51.072" v="73" actId="47"/>
        <pc:sldMkLst>
          <pc:docMk/>
          <pc:sldMk cId="2921137733" sldId="345"/>
        </pc:sldMkLst>
      </pc:sldChg>
      <pc:sldChg chg="del">
        <pc:chgData name="Kfoury, Elie" userId="84109d90-edd2-4b66-aa0c-6442e64be8d1" providerId="ADAL" clId="{91C61665-09CB-4102-8405-3A378E12155E}" dt="2023-11-13T14:55:25.650" v="92" actId="47"/>
        <pc:sldMkLst>
          <pc:docMk/>
          <pc:sldMk cId="1874442038" sldId="346"/>
        </pc:sldMkLst>
      </pc:sldChg>
      <pc:sldChg chg="del">
        <pc:chgData name="Kfoury, Elie" userId="84109d90-edd2-4b66-aa0c-6442e64be8d1" providerId="ADAL" clId="{91C61665-09CB-4102-8405-3A378E12155E}" dt="2023-11-13T14:55:25.650" v="92" actId="47"/>
        <pc:sldMkLst>
          <pc:docMk/>
          <pc:sldMk cId="130574947" sldId="347"/>
        </pc:sldMkLst>
      </pc:sldChg>
      <pc:sldChg chg="del">
        <pc:chgData name="Kfoury, Elie" userId="84109d90-edd2-4b66-aa0c-6442e64be8d1" providerId="ADAL" clId="{91C61665-09CB-4102-8405-3A378E12155E}" dt="2023-11-13T15:03:21.580" v="93" actId="47"/>
        <pc:sldMkLst>
          <pc:docMk/>
          <pc:sldMk cId="3177920691" sldId="348"/>
        </pc:sldMkLst>
      </pc:sldChg>
      <pc:sldChg chg="del">
        <pc:chgData name="Kfoury, Elie" userId="84109d90-edd2-4b66-aa0c-6442e64be8d1" providerId="ADAL" clId="{91C61665-09CB-4102-8405-3A378E12155E}" dt="2023-11-13T15:03:21.580" v="93" actId="47"/>
        <pc:sldMkLst>
          <pc:docMk/>
          <pc:sldMk cId="1243966142" sldId="349"/>
        </pc:sldMkLst>
      </pc:sldChg>
      <pc:sldChg chg="del">
        <pc:chgData name="Kfoury, Elie" userId="84109d90-edd2-4b66-aa0c-6442e64be8d1" providerId="ADAL" clId="{91C61665-09CB-4102-8405-3A378E12155E}" dt="2023-11-13T15:03:21.580" v="93" actId="47"/>
        <pc:sldMkLst>
          <pc:docMk/>
          <pc:sldMk cId="3796427139" sldId="351"/>
        </pc:sldMkLst>
      </pc:sldChg>
      <pc:sldChg chg="add ord">
        <pc:chgData name="Kfoury, Elie" userId="84109d90-edd2-4b66-aa0c-6442e64be8d1" providerId="ADAL" clId="{91C61665-09CB-4102-8405-3A378E12155E}" dt="2023-11-13T14:48:06.015" v="55"/>
        <pc:sldMkLst>
          <pc:docMk/>
          <pc:sldMk cId="2210089341" sldId="397"/>
        </pc:sldMkLst>
      </pc:sldChg>
      <pc:sldChg chg="add del">
        <pc:chgData name="Kfoury, Elie" userId="84109d90-edd2-4b66-aa0c-6442e64be8d1" providerId="ADAL" clId="{91C61665-09CB-4102-8405-3A378E12155E}" dt="2023-11-13T15:04:27.752" v="98"/>
        <pc:sldMkLst>
          <pc:docMk/>
          <pc:sldMk cId="0" sldId="408"/>
        </pc:sldMkLst>
      </pc:sldChg>
      <pc:sldChg chg="delSp modSp add mod">
        <pc:chgData name="Kfoury, Elie" userId="84109d90-edd2-4b66-aa0c-6442e64be8d1" providerId="ADAL" clId="{91C61665-09CB-4102-8405-3A378E12155E}" dt="2023-11-13T15:07:32.204" v="139" actId="1076"/>
        <pc:sldMkLst>
          <pc:docMk/>
          <pc:sldMk cId="3833280809" sldId="1231"/>
        </pc:sldMkLst>
        <pc:spChg chg="mod">
          <ac:chgData name="Kfoury, Elie" userId="84109d90-edd2-4b66-aa0c-6442e64be8d1" providerId="ADAL" clId="{91C61665-09CB-4102-8405-3A378E12155E}" dt="2023-11-13T15:07:32.204" v="139" actId="1076"/>
          <ac:spMkLst>
            <pc:docMk/>
            <pc:sldMk cId="3833280809" sldId="1231"/>
            <ac:spMk id="2" creationId="{C9E7A209-383F-4C01-82CC-D2F99971FC58}"/>
          </ac:spMkLst>
        </pc:spChg>
        <pc:cxnChg chg="del">
          <ac:chgData name="Kfoury, Elie" userId="84109d90-edd2-4b66-aa0c-6442e64be8d1" providerId="ADAL" clId="{91C61665-09CB-4102-8405-3A378E12155E}" dt="2023-11-13T15:07:28.340" v="137" actId="478"/>
          <ac:cxnSpMkLst>
            <pc:docMk/>
            <pc:sldMk cId="3833280809" sldId="1231"/>
            <ac:cxnSpMk id="4" creationId="{317C6886-4E51-4FCE-9CB6-B02F2B2FB8F0}"/>
          </ac:cxnSpMkLst>
        </pc:cxnChg>
      </pc:sldChg>
      <pc:sldChg chg="delSp modSp add mod">
        <pc:chgData name="Kfoury, Elie" userId="84109d90-edd2-4b66-aa0c-6442e64be8d1" providerId="ADAL" clId="{91C61665-09CB-4102-8405-3A378E12155E}" dt="2023-11-13T15:07:13.661" v="119" actId="1036"/>
        <pc:sldMkLst>
          <pc:docMk/>
          <pc:sldMk cId="3651597121" sldId="1236"/>
        </pc:sldMkLst>
        <pc:spChg chg="mod">
          <ac:chgData name="Kfoury, Elie" userId="84109d90-edd2-4b66-aa0c-6442e64be8d1" providerId="ADAL" clId="{91C61665-09CB-4102-8405-3A378E12155E}" dt="2023-11-13T15:07:13.661" v="119" actId="1036"/>
          <ac:spMkLst>
            <pc:docMk/>
            <pc:sldMk cId="3651597121" sldId="1236"/>
            <ac:spMk id="2" creationId="{C9E7A209-383F-4C01-82CC-D2F99971FC58}"/>
          </ac:spMkLst>
        </pc:spChg>
        <pc:cxnChg chg="del">
          <ac:chgData name="Kfoury, Elie" userId="84109d90-edd2-4b66-aa0c-6442e64be8d1" providerId="ADAL" clId="{91C61665-09CB-4102-8405-3A378E12155E}" dt="2023-11-13T15:07:10.376" v="111" actId="478"/>
          <ac:cxnSpMkLst>
            <pc:docMk/>
            <pc:sldMk cId="3651597121" sldId="1236"/>
            <ac:cxnSpMk id="4" creationId="{317C6886-4E51-4FCE-9CB6-B02F2B2FB8F0}"/>
          </ac:cxnSpMkLst>
        </pc:cxnChg>
      </pc:sldChg>
      <pc:sldChg chg="delSp modSp add mod">
        <pc:chgData name="Kfoury, Elie" userId="84109d90-edd2-4b66-aa0c-6442e64be8d1" providerId="ADAL" clId="{91C61665-09CB-4102-8405-3A378E12155E}" dt="2023-11-13T15:07:18.780" v="128" actId="1036"/>
        <pc:sldMkLst>
          <pc:docMk/>
          <pc:sldMk cId="3438484466" sldId="1239"/>
        </pc:sldMkLst>
        <pc:spChg chg="mod">
          <ac:chgData name="Kfoury, Elie" userId="84109d90-edd2-4b66-aa0c-6442e64be8d1" providerId="ADAL" clId="{91C61665-09CB-4102-8405-3A378E12155E}" dt="2023-11-13T15:07:18.780" v="128" actId="1036"/>
          <ac:spMkLst>
            <pc:docMk/>
            <pc:sldMk cId="3438484466" sldId="1239"/>
            <ac:spMk id="2" creationId="{C9E7A209-383F-4C01-82CC-D2F99971FC58}"/>
          </ac:spMkLst>
        </pc:spChg>
        <pc:spChg chg="mod">
          <ac:chgData name="Kfoury, Elie" userId="84109d90-edd2-4b66-aa0c-6442e64be8d1" providerId="ADAL" clId="{91C61665-09CB-4102-8405-3A378E12155E}" dt="2023-11-13T14:41:05.083" v="6" actId="20577"/>
          <ac:spMkLst>
            <pc:docMk/>
            <pc:sldMk cId="3438484466" sldId="1239"/>
            <ac:spMk id="10" creationId="{225CE557-E349-8ACF-6D23-ABBEAF62F81E}"/>
          </ac:spMkLst>
        </pc:spChg>
        <pc:cxnChg chg="del">
          <ac:chgData name="Kfoury, Elie" userId="84109d90-edd2-4b66-aa0c-6442e64be8d1" providerId="ADAL" clId="{91C61665-09CB-4102-8405-3A378E12155E}" dt="2023-11-13T15:07:15.737" v="120" actId="478"/>
          <ac:cxnSpMkLst>
            <pc:docMk/>
            <pc:sldMk cId="3438484466" sldId="1239"/>
            <ac:cxnSpMk id="4" creationId="{317C6886-4E51-4FCE-9CB6-B02F2B2FB8F0}"/>
          </ac:cxnSpMkLst>
        </pc:cxnChg>
      </pc:sldChg>
      <pc:sldChg chg="delSp modSp add mod">
        <pc:chgData name="Kfoury, Elie" userId="84109d90-edd2-4b66-aa0c-6442e64be8d1" providerId="ADAL" clId="{91C61665-09CB-4102-8405-3A378E12155E}" dt="2023-11-13T15:07:23.976" v="136" actId="1036"/>
        <pc:sldMkLst>
          <pc:docMk/>
          <pc:sldMk cId="2496999154" sldId="1240"/>
        </pc:sldMkLst>
        <pc:spChg chg="mod">
          <ac:chgData name="Kfoury, Elie" userId="84109d90-edd2-4b66-aa0c-6442e64be8d1" providerId="ADAL" clId="{91C61665-09CB-4102-8405-3A378E12155E}" dt="2023-11-13T15:07:23.976" v="136" actId="1036"/>
          <ac:spMkLst>
            <pc:docMk/>
            <pc:sldMk cId="2496999154" sldId="1240"/>
            <ac:spMk id="2" creationId="{C9E7A209-383F-4C01-82CC-D2F99971FC58}"/>
          </ac:spMkLst>
        </pc:spChg>
        <pc:cxnChg chg="del">
          <ac:chgData name="Kfoury, Elie" userId="84109d90-edd2-4b66-aa0c-6442e64be8d1" providerId="ADAL" clId="{91C61665-09CB-4102-8405-3A378E12155E}" dt="2023-11-13T15:07:20.160" v="129" actId="478"/>
          <ac:cxnSpMkLst>
            <pc:docMk/>
            <pc:sldMk cId="2496999154" sldId="1240"/>
            <ac:cxnSpMk id="4" creationId="{317C6886-4E51-4FCE-9CB6-B02F2B2FB8F0}"/>
          </ac:cxnSpMkLst>
        </pc:cxnChg>
      </pc:sldChg>
      <pc:sldChg chg="delSp modSp add mod">
        <pc:chgData name="Kfoury, Elie" userId="84109d90-edd2-4b66-aa0c-6442e64be8d1" providerId="ADAL" clId="{91C61665-09CB-4102-8405-3A378E12155E}" dt="2023-11-13T15:08:55.661" v="157" actId="478"/>
        <pc:sldMkLst>
          <pc:docMk/>
          <pc:sldMk cId="452525053" sldId="1270"/>
        </pc:sldMkLst>
        <pc:spChg chg="mod">
          <ac:chgData name="Kfoury, Elie" userId="84109d90-edd2-4b66-aa0c-6442e64be8d1" providerId="ADAL" clId="{91C61665-09CB-4102-8405-3A378E12155E}" dt="2023-11-13T15:08:54.678" v="156" actId="122"/>
          <ac:spMkLst>
            <pc:docMk/>
            <pc:sldMk cId="452525053" sldId="1270"/>
            <ac:spMk id="2" creationId="{C9E7A209-383F-4C01-82CC-D2F99971FC58}"/>
          </ac:spMkLst>
        </pc:spChg>
        <pc:cxnChg chg="del">
          <ac:chgData name="Kfoury, Elie" userId="84109d90-edd2-4b66-aa0c-6442e64be8d1" providerId="ADAL" clId="{91C61665-09CB-4102-8405-3A378E12155E}" dt="2023-11-13T15:08:55.661" v="157" actId="478"/>
          <ac:cxnSpMkLst>
            <pc:docMk/>
            <pc:sldMk cId="452525053" sldId="1270"/>
            <ac:cxnSpMk id="4" creationId="{317C6886-4E51-4FCE-9CB6-B02F2B2FB8F0}"/>
          </ac:cxnSpMkLst>
        </pc:cxnChg>
      </pc:sldChg>
      <pc:sldChg chg="delSp modSp add mod">
        <pc:chgData name="Kfoury, Elie" userId="84109d90-edd2-4b66-aa0c-6442e64be8d1" providerId="ADAL" clId="{91C61665-09CB-4102-8405-3A378E12155E}" dt="2023-11-13T15:08:50.142" v="151" actId="20577"/>
        <pc:sldMkLst>
          <pc:docMk/>
          <pc:sldMk cId="2535872196" sldId="1271"/>
        </pc:sldMkLst>
        <pc:spChg chg="mod">
          <ac:chgData name="Kfoury, Elie" userId="84109d90-edd2-4b66-aa0c-6442e64be8d1" providerId="ADAL" clId="{91C61665-09CB-4102-8405-3A378E12155E}" dt="2023-11-13T15:08:50.142" v="151" actId="20577"/>
          <ac:spMkLst>
            <pc:docMk/>
            <pc:sldMk cId="2535872196" sldId="1271"/>
            <ac:spMk id="2" creationId="{C9E7A209-383F-4C01-82CC-D2F99971FC58}"/>
          </ac:spMkLst>
        </pc:spChg>
        <pc:spChg chg="mod">
          <ac:chgData name="Kfoury, Elie" userId="84109d90-edd2-4b66-aa0c-6442e64be8d1" providerId="ADAL" clId="{91C61665-09CB-4102-8405-3A378E12155E}" dt="2023-11-13T15:08:07.667" v="148" actId="1076"/>
          <ac:spMkLst>
            <pc:docMk/>
            <pc:sldMk cId="2535872196" sldId="1271"/>
            <ac:spMk id="11" creationId="{00F0CCF3-FA63-D292-F6ED-4A47CCBDCE30}"/>
          </ac:spMkLst>
        </pc:spChg>
        <pc:spChg chg="mod">
          <ac:chgData name="Kfoury, Elie" userId="84109d90-edd2-4b66-aa0c-6442e64be8d1" providerId="ADAL" clId="{91C61665-09CB-4102-8405-3A378E12155E}" dt="2023-11-13T15:08:07.667" v="148" actId="1076"/>
          <ac:spMkLst>
            <pc:docMk/>
            <pc:sldMk cId="2535872196" sldId="1271"/>
            <ac:spMk id="17" creationId="{A63E5EF5-BFA4-4C90-3248-053132178693}"/>
          </ac:spMkLst>
        </pc:spChg>
        <pc:graphicFrameChg chg="mod">
          <ac:chgData name="Kfoury, Elie" userId="84109d90-edd2-4b66-aa0c-6442e64be8d1" providerId="ADAL" clId="{91C61665-09CB-4102-8405-3A378E12155E}" dt="2023-11-13T15:08:07.667" v="148" actId="1076"/>
          <ac:graphicFrameMkLst>
            <pc:docMk/>
            <pc:sldMk cId="2535872196" sldId="1271"/>
            <ac:graphicFrameMk id="16" creationId="{053B27FD-934D-94A7-3F69-056FB99E8ED7}"/>
          </ac:graphicFrameMkLst>
        </pc:graphicFrameChg>
        <pc:graphicFrameChg chg="mod">
          <ac:chgData name="Kfoury, Elie" userId="84109d90-edd2-4b66-aa0c-6442e64be8d1" providerId="ADAL" clId="{91C61665-09CB-4102-8405-3A378E12155E}" dt="2023-11-13T15:08:07.667" v="148" actId="1076"/>
          <ac:graphicFrameMkLst>
            <pc:docMk/>
            <pc:sldMk cId="2535872196" sldId="1271"/>
            <ac:graphicFrameMk id="18" creationId="{31533CC9-842B-032E-1BF4-BF5382E6421F}"/>
          </ac:graphicFrameMkLst>
        </pc:graphicFrameChg>
        <pc:cxnChg chg="del">
          <ac:chgData name="Kfoury, Elie" userId="84109d90-edd2-4b66-aa0c-6442e64be8d1" providerId="ADAL" clId="{91C61665-09CB-4102-8405-3A378E12155E}" dt="2023-11-13T14:47:28.264" v="45" actId="478"/>
          <ac:cxnSpMkLst>
            <pc:docMk/>
            <pc:sldMk cId="2535872196" sldId="1271"/>
            <ac:cxnSpMk id="4" creationId="{317C6886-4E51-4FCE-9CB6-B02F2B2FB8F0}"/>
          </ac:cxnSpMkLst>
        </pc:cxnChg>
      </pc:sldChg>
      <pc:sldChg chg="delSp modSp add mod">
        <pc:chgData name="Kfoury, Elie" userId="84109d90-edd2-4b66-aa0c-6442e64be8d1" providerId="ADAL" clId="{91C61665-09CB-4102-8405-3A378E12155E}" dt="2023-11-13T14:47:42.822" v="50" actId="207"/>
        <pc:sldMkLst>
          <pc:docMk/>
          <pc:sldMk cId="1224366238" sldId="1272"/>
        </pc:sldMkLst>
        <pc:spChg chg="mod">
          <ac:chgData name="Kfoury, Elie" userId="84109d90-edd2-4b66-aa0c-6442e64be8d1" providerId="ADAL" clId="{91C61665-09CB-4102-8405-3A378E12155E}" dt="2023-11-13T14:47:33.761" v="48" actId="122"/>
          <ac:spMkLst>
            <pc:docMk/>
            <pc:sldMk cId="1224366238" sldId="1272"/>
            <ac:spMk id="2" creationId="{C9E7A209-383F-4C01-82CC-D2F99971FC58}"/>
          </ac:spMkLst>
        </pc:spChg>
        <pc:spChg chg="mod">
          <ac:chgData name="Kfoury, Elie" userId="84109d90-edd2-4b66-aa0c-6442e64be8d1" providerId="ADAL" clId="{91C61665-09CB-4102-8405-3A378E12155E}" dt="2023-11-13T14:47:42.822" v="50" actId="207"/>
          <ac:spMkLst>
            <pc:docMk/>
            <pc:sldMk cId="1224366238" sldId="1272"/>
            <ac:spMk id="10" creationId="{21497E74-8EBE-5714-0DB0-B232058F9E86}"/>
          </ac:spMkLst>
        </pc:spChg>
        <pc:cxnChg chg="del">
          <ac:chgData name="Kfoury, Elie" userId="84109d90-edd2-4b66-aa0c-6442e64be8d1" providerId="ADAL" clId="{91C61665-09CB-4102-8405-3A378E12155E}" dt="2023-11-13T14:47:32.312" v="47" actId="478"/>
          <ac:cxnSpMkLst>
            <pc:docMk/>
            <pc:sldMk cId="1224366238" sldId="1272"/>
            <ac:cxnSpMk id="4" creationId="{317C6886-4E51-4FCE-9CB6-B02F2B2FB8F0}"/>
          </ac:cxnSpMkLst>
        </pc:cxnChg>
      </pc:sldChg>
      <pc:sldMasterChg chg="modSldLayout">
        <pc:chgData name="Kfoury, Elie" userId="84109d90-edd2-4b66-aa0c-6442e64be8d1" providerId="ADAL" clId="{91C61665-09CB-4102-8405-3A378E12155E}" dt="2023-11-13T15:05:33.284" v="103"/>
        <pc:sldMasterMkLst>
          <pc:docMk/>
          <pc:sldMasterMk cId="0" sldId="2147483648"/>
        </pc:sldMasterMkLst>
        <pc:sldLayoutChg chg="addSp modSp">
          <pc:chgData name="Kfoury, Elie" userId="84109d90-edd2-4b66-aa0c-6442e64be8d1" providerId="ADAL" clId="{91C61665-09CB-4102-8405-3A378E12155E}" dt="2023-11-13T15:05:03.443" v="99"/>
          <pc:sldLayoutMkLst>
            <pc:docMk/>
            <pc:sldMasterMk cId="0" sldId="2147483648"/>
            <pc:sldLayoutMk cId="1035067326" sldId="2147483714"/>
          </pc:sldLayoutMkLst>
          <pc:spChg chg="add mod">
            <ac:chgData name="Kfoury, Elie" userId="84109d90-edd2-4b66-aa0c-6442e64be8d1" providerId="ADAL" clId="{91C61665-09CB-4102-8405-3A378E12155E}" dt="2023-11-13T15:05:03.443" v="99"/>
            <ac:spMkLst>
              <pc:docMk/>
              <pc:sldMasterMk cId="0" sldId="2147483648"/>
              <pc:sldLayoutMk cId="1035067326" sldId="2147483714"/>
              <ac:spMk id="3" creationId="{8BA43E43-B535-1301-D9FB-B76E45260F30}"/>
            </ac:spMkLst>
          </pc:spChg>
        </pc:sldLayoutChg>
        <pc:sldLayoutChg chg="addSp modSp">
          <pc:chgData name="Kfoury, Elie" userId="84109d90-edd2-4b66-aa0c-6442e64be8d1" providerId="ADAL" clId="{91C61665-09CB-4102-8405-3A378E12155E}" dt="2023-11-13T15:05:28.337" v="102"/>
          <pc:sldLayoutMkLst>
            <pc:docMk/>
            <pc:sldMasterMk cId="0" sldId="2147483648"/>
            <pc:sldLayoutMk cId="764034938" sldId="2147483717"/>
          </pc:sldLayoutMkLst>
          <pc:spChg chg="add mod">
            <ac:chgData name="Kfoury, Elie" userId="84109d90-edd2-4b66-aa0c-6442e64be8d1" providerId="ADAL" clId="{91C61665-09CB-4102-8405-3A378E12155E}" dt="2023-11-13T15:05:28.337" v="102"/>
            <ac:spMkLst>
              <pc:docMk/>
              <pc:sldMasterMk cId="0" sldId="2147483648"/>
              <pc:sldLayoutMk cId="764034938" sldId="2147483717"/>
              <ac:spMk id="3" creationId="{5B6DB727-51BE-DE6D-20D6-716A174F8A97}"/>
            </ac:spMkLst>
          </pc:spChg>
        </pc:sldLayoutChg>
        <pc:sldLayoutChg chg="addSp modSp">
          <pc:chgData name="Kfoury, Elie" userId="84109d90-edd2-4b66-aa0c-6442e64be8d1" providerId="ADAL" clId="{91C61665-09CB-4102-8405-3A378E12155E}" dt="2023-11-13T15:05:33.284" v="103"/>
          <pc:sldLayoutMkLst>
            <pc:docMk/>
            <pc:sldMasterMk cId="0" sldId="2147483648"/>
            <pc:sldLayoutMk cId="87119275" sldId="2147483720"/>
          </pc:sldLayoutMkLst>
          <pc:spChg chg="add mod">
            <ac:chgData name="Kfoury, Elie" userId="84109d90-edd2-4b66-aa0c-6442e64be8d1" providerId="ADAL" clId="{91C61665-09CB-4102-8405-3A378E12155E}" dt="2023-11-13T15:05:33.284" v="103"/>
            <ac:spMkLst>
              <pc:docMk/>
              <pc:sldMasterMk cId="0" sldId="2147483648"/>
              <pc:sldLayoutMk cId="87119275" sldId="2147483720"/>
              <ac:spMk id="2" creationId="{DEA2D768-747F-C5F1-CCE0-14895735EC9D}"/>
            </ac:spMkLst>
          </pc:spChg>
        </pc:sldLayoutChg>
        <pc:sldLayoutChg chg="addSp modSp">
          <pc:chgData name="Kfoury, Elie" userId="84109d90-edd2-4b66-aa0c-6442e64be8d1" providerId="ADAL" clId="{91C61665-09CB-4102-8405-3A378E12155E}" dt="2023-11-13T15:05:13.402" v="100"/>
          <pc:sldLayoutMkLst>
            <pc:docMk/>
            <pc:sldMasterMk cId="0" sldId="2147483648"/>
            <pc:sldLayoutMk cId="905811675" sldId="2147483723"/>
          </pc:sldLayoutMkLst>
          <pc:spChg chg="add mod">
            <ac:chgData name="Kfoury, Elie" userId="84109d90-edd2-4b66-aa0c-6442e64be8d1" providerId="ADAL" clId="{91C61665-09CB-4102-8405-3A378E12155E}" dt="2023-11-13T15:05:13.402" v="100"/>
            <ac:spMkLst>
              <pc:docMk/>
              <pc:sldMasterMk cId="0" sldId="2147483648"/>
              <pc:sldLayoutMk cId="905811675" sldId="2147483723"/>
              <ac:spMk id="3" creationId="{B2C89EF6-DE2E-E422-A774-7FB19282FA4C}"/>
            </ac:spMkLst>
          </pc:spChg>
        </pc:sldLayoutChg>
        <pc:sldLayoutChg chg="addSp delSp modSp mod">
          <pc:chgData name="Kfoury, Elie" userId="84109d90-edd2-4b66-aa0c-6442e64be8d1" providerId="ADAL" clId="{91C61665-09CB-4102-8405-3A378E12155E}" dt="2023-11-13T15:05:20.448" v="101"/>
          <pc:sldLayoutMkLst>
            <pc:docMk/>
            <pc:sldMasterMk cId="0" sldId="2147483648"/>
            <pc:sldLayoutMk cId="2126524202" sldId="2147483725"/>
          </pc:sldLayoutMkLst>
          <pc:spChg chg="mod">
            <ac:chgData name="Kfoury, Elie" userId="84109d90-edd2-4b66-aa0c-6442e64be8d1" providerId="ADAL" clId="{91C61665-09CB-4102-8405-3A378E12155E}" dt="2023-11-13T14:40:18.049" v="5"/>
            <ac:spMkLst>
              <pc:docMk/>
              <pc:sldMasterMk cId="0" sldId="2147483648"/>
              <pc:sldLayoutMk cId="2126524202" sldId="2147483725"/>
              <ac:spMk id="2" creationId="{00000000-0000-0000-0000-000000000000}"/>
            </ac:spMkLst>
          </pc:spChg>
          <pc:spChg chg="del">
            <ac:chgData name="Kfoury, Elie" userId="84109d90-edd2-4b66-aa0c-6442e64be8d1" providerId="ADAL" clId="{91C61665-09CB-4102-8405-3A378E12155E}" dt="2023-11-13T14:39:54.830" v="4" actId="478"/>
            <ac:spMkLst>
              <pc:docMk/>
              <pc:sldMasterMk cId="0" sldId="2147483648"/>
              <pc:sldLayoutMk cId="2126524202" sldId="2147483725"/>
              <ac:spMk id="3" creationId="{719349AC-65AB-168E-307A-1DECEBCAAE51}"/>
            </ac:spMkLst>
          </pc:spChg>
          <pc:spChg chg="add mod">
            <ac:chgData name="Kfoury, Elie" userId="84109d90-edd2-4b66-aa0c-6442e64be8d1" providerId="ADAL" clId="{91C61665-09CB-4102-8405-3A378E12155E}" dt="2023-11-13T15:05:20.448" v="101"/>
            <ac:spMkLst>
              <pc:docMk/>
              <pc:sldMasterMk cId="0" sldId="2147483648"/>
              <pc:sldLayoutMk cId="2126524202" sldId="2147483725"/>
              <ac:spMk id="3" creationId="{B9371672-9ABF-71D3-04F3-87C8527788A8}"/>
            </ac:spMkLst>
          </pc:spChg>
        </pc:sldLayoutChg>
      </pc:sldMasterChg>
    </pc:docChg>
  </pc:docChgLst>
  <pc:docChgLst>
    <pc:chgData name="Greenhouse, Brooke" userId="452988ab-1343-4483-bbbf-06c809cf8e3f" providerId="ADAL" clId="{920135C1-9449-4989-B0B1-B2E7B2A78517}"/>
    <pc:docChg chg="modSld">
      <pc:chgData name="Greenhouse, Brooke" userId="452988ab-1343-4483-bbbf-06c809cf8e3f" providerId="ADAL" clId="{920135C1-9449-4989-B0B1-B2E7B2A78517}" dt="2020-12-21T20:10:59.394" v="9" actId="962"/>
      <pc:docMkLst>
        <pc:docMk/>
      </pc:docMkLst>
      <pc:sldChg chg="modSp">
        <pc:chgData name="Greenhouse, Brooke" userId="452988ab-1343-4483-bbbf-06c809cf8e3f" providerId="ADAL" clId="{920135C1-9449-4989-B0B1-B2E7B2A78517}" dt="2020-12-21T20:10:08.841" v="1" actId="962"/>
        <pc:sldMkLst>
          <pc:docMk/>
          <pc:sldMk cId="642385962" sldId="303"/>
        </pc:sldMkLst>
        <pc:picChg chg="mod">
          <ac:chgData name="Greenhouse, Brooke" userId="452988ab-1343-4483-bbbf-06c809cf8e3f" providerId="ADAL" clId="{920135C1-9449-4989-B0B1-B2E7B2A78517}" dt="2020-12-21T20:10:08.841" v="1" actId="962"/>
          <ac:picMkLst>
            <pc:docMk/>
            <pc:sldMk cId="642385962" sldId="303"/>
            <ac:picMk id="5" creationId="{00000000-0000-0000-0000-000000000000}"/>
          </ac:picMkLst>
        </pc:picChg>
      </pc:sldChg>
      <pc:sldChg chg="modSp">
        <pc:chgData name="Greenhouse, Brooke" userId="452988ab-1343-4483-bbbf-06c809cf8e3f" providerId="ADAL" clId="{920135C1-9449-4989-B0B1-B2E7B2A78517}" dt="2020-12-21T20:10:16.604" v="3" actId="962"/>
        <pc:sldMkLst>
          <pc:docMk/>
          <pc:sldMk cId="4163078277" sldId="306"/>
        </pc:sldMkLst>
        <pc:picChg chg="mod">
          <ac:chgData name="Greenhouse, Brooke" userId="452988ab-1343-4483-bbbf-06c809cf8e3f" providerId="ADAL" clId="{920135C1-9449-4989-B0B1-B2E7B2A78517}" dt="2020-12-21T20:10:16.604" v="3" actId="962"/>
          <ac:picMkLst>
            <pc:docMk/>
            <pc:sldMk cId="4163078277" sldId="306"/>
            <ac:picMk id="5" creationId="{00000000-0000-0000-0000-000000000000}"/>
          </ac:picMkLst>
        </pc:picChg>
      </pc:sldChg>
      <pc:sldChg chg="modSp">
        <pc:chgData name="Greenhouse, Brooke" userId="452988ab-1343-4483-bbbf-06c809cf8e3f" providerId="ADAL" clId="{920135C1-9449-4989-B0B1-B2E7B2A78517}" dt="2020-12-21T20:10:59.394" v="9" actId="962"/>
        <pc:sldMkLst>
          <pc:docMk/>
          <pc:sldMk cId="274984516" sldId="325"/>
        </pc:sldMkLst>
        <pc:picChg chg="mod">
          <ac:chgData name="Greenhouse, Brooke" userId="452988ab-1343-4483-bbbf-06c809cf8e3f" providerId="ADAL" clId="{920135C1-9449-4989-B0B1-B2E7B2A78517}" dt="2020-12-21T20:10:59.394" v="9" actId="962"/>
          <ac:picMkLst>
            <pc:docMk/>
            <pc:sldMk cId="274984516" sldId="325"/>
            <ac:picMk id="5" creationId="{00000000-0000-0000-0000-000000000000}"/>
          </ac:picMkLst>
        </pc:picChg>
      </pc:sldChg>
      <pc:sldChg chg="modSp">
        <pc:chgData name="Greenhouse, Brooke" userId="452988ab-1343-4483-bbbf-06c809cf8e3f" providerId="ADAL" clId="{920135C1-9449-4989-B0B1-B2E7B2A78517}" dt="2020-12-21T20:10:34.677" v="5" actId="962"/>
        <pc:sldMkLst>
          <pc:docMk/>
          <pc:sldMk cId="2022308798" sldId="335"/>
        </pc:sldMkLst>
        <pc:picChg chg="mod">
          <ac:chgData name="Greenhouse, Brooke" userId="452988ab-1343-4483-bbbf-06c809cf8e3f" providerId="ADAL" clId="{920135C1-9449-4989-B0B1-B2E7B2A78517}" dt="2020-12-21T20:10:34.677" v="5" actId="962"/>
          <ac:picMkLst>
            <pc:docMk/>
            <pc:sldMk cId="2022308798" sldId="335"/>
            <ac:picMk id="5" creationId="{00000000-0000-0000-0000-000000000000}"/>
          </ac:picMkLst>
        </pc:picChg>
      </pc:sldChg>
      <pc:sldChg chg="modSp">
        <pc:chgData name="Greenhouse, Brooke" userId="452988ab-1343-4483-bbbf-06c809cf8e3f" providerId="ADAL" clId="{920135C1-9449-4989-B0B1-B2E7B2A78517}" dt="2020-12-21T20:10:42.623" v="7" actId="962"/>
        <pc:sldMkLst>
          <pc:docMk/>
          <pc:sldMk cId="2426134668" sldId="336"/>
        </pc:sldMkLst>
        <pc:picChg chg="mod">
          <ac:chgData name="Greenhouse, Brooke" userId="452988ab-1343-4483-bbbf-06c809cf8e3f" providerId="ADAL" clId="{920135C1-9449-4989-B0B1-B2E7B2A78517}" dt="2020-12-21T20:10:42.623" v="7" actId="962"/>
          <ac:picMkLst>
            <pc:docMk/>
            <pc:sldMk cId="2426134668" sldId="33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11/13/2023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11/13/2023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C18EFEE-DAE1-ECF7-7718-DD9D790976A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FAAE67E-5009-447F-2DF3-EB31817DDF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9460" name="Slide Number Placeholder 3">
            <a:extLst>
              <a:ext uri="{FF2B5EF4-FFF2-40B4-BE49-F238E27FC236}">
                <a16:creationId xmlns:a16="http://schemas.microsoft.com/office/drawing/2014/main" id="{82CD70FF-F32A-5CE8-12A6-719B3A293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263">
              <a:defRPr sz="2400">
                <a:solidFill>
                  <a:schemeClr val="tx1"/>
                </a:solidFill>
                <a:latin typeface="Arial" panose="020B0604020202020204" pitchFamily="34" charset="0"/>
                <a:cs typeface="Arial" panose="020B0604020202020204" pitchFamily="34" charset="0"/>
              </a:defRPr>
            </a:lvl1pPr>
            <a:lvl2pPr marL="742950" indent="-285750" defTabSz="957263">
              <a:defRPr sz="2400">
                <a:solidFill>
                  <a:schemeClr val="tx1"/>
                </a:solidFill>
                <a:latin typeface="Arial" panose="020B0604020202020204" pitchFamily="34" charset="0"/>
                <a:cs typeface="Arial" panose="020B0604020202020204" pitchFamily="34" charset="0"/>
              </a:defRPr>
            </a:lvl2pPr>
            <a:lvl3pPr marL="1143000" indent="-228600" defTabSz="957263">
              <a:defRPr sz="2400">
                <a:solidFill>
                  <a:schemeClr val="tx1"/>
                </a:solidFill>
                <a:latin typeface="Arial" panose="020B0604020202020204" pitchFamily="34" charset="0"/>
                <a:cs typeface="Arial" panose="020B0604020202020204" pitchFamily="34" charset="0"/>
              </a:defRPr>
            </a:lvl3pPr>
            <a:lvl4pPr marL="1600200" indent="-228600" defTabSz="957263">
              <a:defRPr sz="2400">
                <a:solidFill>
                  <a:schemeClr val="tx1"/>
                </a:solidFill>
                <a:latin typeface="Arial" panose="020B0604020202020204" pitchFamily="34" charset="0"/>
                <a:cs typeface="Arial" panose="020B0604020202020204" pitchFamily="34" charset="0"/>
              </a:defRPr>
            </a:lvl4pPr>
            <a:lvl5pPr marL="2057400" indent="-228600" defTabSz="957263">
              <a:defRPr sz="2400">
                <a:solidFill>
                  <a:schemeClr val="tx1"/>
                </a:solidFill>
                <a:latin typeface="Arial" panose="020B0604020202020204" pitchFamily="34" charset="0"/>
                <a:cs typeface="Arial" panose="020B0604020202020204" pitchFamily="34" charset="0"/>
              </a:defRPr>
            </a:lvl5pPr>
            <a:lvl6pPr marL="25146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57263"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marL="0" marR="0" lvl="0" indent="0" algn="r" defTabSz="957263" rtl="0" eaLnBrk="0" fontAlgn="base" latinLnBrk="0" hangingPunct="0">
              <a:lnSpc>
                <a:spcPct val="100000"/>
              </a:lnSpc>
              <a:spcBef>
                <a:spcPct val="0"/>
              </a:spcBef>
              <a:spcAft>
                <a:spcPct val="0"/>
              </a:spcAft>
              <a:buClrTx/>
              <a:buSzTx/>
              <a:buFontTx/>
              <a:buNone/>
              <a:tabLst/>
              <a:defRPr/>
            </a:pPr>
            <a:fld id="{DCEA994F-5008-4521-A0A7-A47FC1FB7C30}" type="slidenum">
              <a:rPr kumimoji="0" lang="en-US" altLang="en-US" sz="9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57263" rtl="0" eaLnBrk="0" fontAlgn="base" latinLnBrk="0" hangingPunct="0">
                <a:lnSpc>
                  <a:spcPct val="100000"/>
                </a:lnSpc>
                <a:spcBef>
                  <a:spcPct val="0"/>
                </a:spcBef>
                <a:spcAft>
                  <a:spcPct val="0"/>
                </a:spcAft>
                <a:buClrTx/>
                <a:buSzTx/>
                <a:buFontTx/>
                <a:buNone/>
                <a:tabLst/>
                <a:defRPr/>
              </a:pPr>
              <a:t>1</a:t>
            </a:fld>
            <a:endParaRPr kumimoji="0" lang="en-US" alt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i="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56437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i="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593528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i="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751954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i="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021404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Figure 6-3 </a:t>
            </a:r>
            <a:r>
              <a:rPr lang="en-US"/>
              <a:t>shows a diagram of how the firewall rule checking process plays out.</a:t>
            </a:r>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12</a:t>
            </a:fld>
            <a:endParaRPr lang="en-US"/>
          </a:p>
        </p:txBody>
      </p:sp>
    </p:spTree>
    <p:extLst>
      <p:ext uri="{BB962C8B-B14F-4D97-AF65-F5344CB8AC3E}">
        <p14:creationId xmlns:p14="http://schemas.microsoft.com/office/powerpoint/2010/main" val="2163251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Self-explanatory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76485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Self-explanatory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55140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Self-explanatory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CAF9C84-074E-E141-A3FD-46DE87E4CC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4598192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t>Mark Ciampa, </a:t>
            </a:r>
            <a:r>
              <a:rPr lang="en-US" altLang="zh-CN"/>
              <a:t>CompTIA Security+ Guide to Network Security Fundamentals</a:t>
            </a:r>
            <a:r>
              <a:rPr lang="en-US"/>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a:t>Mark Ciampa, CompTIA Security+ Guide to Network Security Fundamentals, 7th Edition. © 2022 Cengage. All Rights Reserved. May not be scanned, copied or duplicated, or posted to a publicly accessible website, in whole or in part.</a:t>
            </a:r>
          </a:p>
          <a:p>
            <a:endParaRPr lang="en-US"/>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
        <p:nvSpPr>
          <p:cNvPr id="3" name="Google Shape;90;p1">
            <a:extLst>
              <a:ext uri="{FF2B5EF4-FFF2-40B4-BE49-F238E27FC236}">
                <a16:creationId xmlns:a16="http://schemas.microsoft.com/office/drawing/2014/main" id="{8BA43E43-B535-1301-D9FB-B76E45260F30}"/>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
        <p:nvSpPr>
          <p:cNvPr id="2" name="Google Shape;90;p1">
            <a:extLst>
              <a:ext uri="{FF2B5EF4-FFF2-40B4-BE49-F238E27FC236}">
                <a16:creationId xmlns:a16="http://schemas.microsoft.com/office/drawing/2014/main" id="{DEA2D768-747F-C5F1-CCE0-14895735EC9D}"/>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
        <p:nvSpPr>
          <p:cNvPr id="3" name="Google Shape;90;p1">
            <a:extLst>
              <a:ext uri="{FF2B5EF4-FFF2-40B4-BE49-F238E27FC236}">
                <a16:creationId xmlns:a16="http://schemas.microsoft.com/office/drawing/2014/main" id="{B2C89EF6-DE2E-E422-A774-7FB19282FA4C}"/>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a:t>Mark Ciampa, CompTIA Security+ Guide to Network Security Fundamentals, 7th Edition. © 2022 Cengage. All Rights Reserved. May not be scanned, copied or duplicated, or posted to a publicly accessible website, in whole or in part.</a:t>
            </a:r>
          </a:p>
        </p:txBody>
      </p:sp>
      <p:sp>
        <p:nvSpPr>
          <p:cNvPr id="3" name="Google Shape;90;p1">
            <a:extLst>
              <a:ext uri="{FF2B5EF4-FFF2-40B4-BE49-F238E27FC236}">
                <a16:creationId xmlns:a16="http://schemas.microsoft.com/office/drawing/2014/main" id="{5B6DB727-51BE-DE6D-20D6-716A174F8A97}"/>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76403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7550" y="1"/>
            <a:ext cx="10984850" cy="888999"/>
          </a:xfrm>
        </p:spPr>
        <p:txBody>
          <a:bodyPr anchor="ctr">
            <a:normAutofit/>
          </a:bodyPr>
          <a:lstStyle>
            <a:lvl1pPr algn="l">
              <a:defRPr sz="3800">
                <a:latin typeface="Arial" panose="020B0604020202020204" pitchFamily="34" charset="0"/>
                <a:cs typeface="Arial" panose="020B0604020202020204" pitchFamily="34" charset="0"/>
              </a:defRPr>
            </a:lvl1pPr>
          </a:lstStyle>
          <a:p>
            <a:r>
              <a:rPr lang="en-US"/>
              <a:t>Click to edit Master title style</a:t>
            </a:r>
          </a:p>
        </p:txBody>
      </p:sp>
      <p:sp>
        <p:nvSpPr>
          <p:cNvPr id="7" name="Rectangle 6"/>
          <p:cNvSpPr/>
          <p:nvPr userDrawn="1"/>
        </p:nvSpPr>
        <p:spPr>
          <a:xfrm>
            <a:off x="839972" y="1435395"/>
            <a:ext cx="10558130" cy="329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p:cNvSpPr>
            <a:spLocks noGrp="1"/>
          </p:cNvSpPr>
          <p:nvPr>
            <p:ph idx="1"/>
          </p:nvPr>
        </p:nvSpPr>
        <p:spPr>
          <a:xfrm>
            <a:off x="597550" y="1181100"/>
            <a:ext cx="10984850" cy="4800599"/>
          </a:xfrm>
        </p:spPr>
        <p:txBody>
          <a:bodyPr/>
          <a:lstStyle>
            <a:lvl1pPr algn="just">
              <a:lnSpc>
                <a:spcPct val="100000"/>
              </a:lnSpc>
              <a:spcBef>
                <a:spcPts val="300"/>
              </a:spcBef>
              <a:spcAft>
                <a:spcPts val="300"/>
              </a:spcAft>
              <a:defRPr sz="2200">
                <a:latin typeface="Arial" panose="020B0604020202020204" pitchFamily="34" charset="0"/>
                <a:cs typeface="Arial" panose="020B0604020202020204" pitchFamily="34" charset="0"/>
              </a:defRPr>
            </a:lvl1pPr>
            <a:lvl2pPr algn="just">
              <a:spcAft>
                <a:spcPts val="200"/>
              </a:spcAft>
              <a:defRPr sz="1800">
                <a:latin typeface="Arial" panose="020B0604020202020204" pitchFamily="34" charset="0"/>
                <a:cs typeface="Arial" panose="020B0604020202020204" pitchFamily="34" charset="0"/>
              </a:defRPr>
            </a:lvl2pPr>
            <a:lvl3pPr algn="just">
              <a:spcAft>
                <a:spcPts val="200"/>
              </a:spcAft>
              <a:defRPr/>
            </a:lvl3pPr>
            <a:lvl4pPr algn="just">
              <a:spcAft>
                <a:spcPts val="200"/>
              </a:spcAft>
              <a:defRPr sz="1200">
                <a:latin typeface="Arial" panose="020B0604020202020204" pitchFamily="34" charset="0"/>
                <a:cs typeface="Arial" panose="020B0604020202020204" pitchFamily="34" charset="0"/>
              </a:defRPr>
            </a:lvl4pPr>
            <a:lvl5pPr algn="just">
              <a:spcAft>
                <a:spcPts val="200"/>
              </a:spcAft>
              <a:defRPr sz="10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6564972F-81E4-47C1-8110-0800DB019655}"/>
              </a:ext>
            </a:extLst>
          </p:cNvPr>
          <p:cNvSpPr>
            <a:spLocks noGrp="1"/>
          </p:cNvSpPr>
          <p:nvPr>
            <p:ph type="sldNum" sz="quarter" idx="12"/>
          </p:nvPr>
        </p:nvSpPr>
        <p:spPr>
          <a:xfrm>
            <a:off x="10704484" y="6459783"/>
            <a:ext cx="1312025" cy="365125"/>
          </a:xfrm>
        </p:spPr>
        <p:txBody>
          <a:bodyPr/>
          <a:lstStyle>
            <a:lvl1pPr>
              <a:defRPr>
                <a:solidFill>
                  <a:schemeClr val="tx1">
                    <a:lumMod val="75000"/>
                    <a:lumOff val="25000"/>
                  </a:schemeClr>
                </a:solidFill>
              </a:defRPr>
            </a:lvl1pPr>
          </a:lstStyle>
          <a:p>
            <a:fld id="{38C60F48-EAB5-A54D-B834-7AA360F30939}" type="slidenum">
              <a:rPr lang="en-US" smtClean="0"/>
              <a:pPr/>
              <a:t>‹#›</a:t>
            </a:fld>
            <a:endParaRPr lang="en-US"/>
          </a:p>
        </p:txBody>
      </p:sp>
      <p:sp>
        <p:nvSpPr>
          <p:cNvPr id="3" name="Google Shape;90;p1">
            <a:extLst>
              <a:ext uri="{FF2B5EF4-FFF2-40B4-BE49-F238E27FC236}">
                <a16:creationId xmlns:a16="http://schemas.microsoft.com/office/drawing/2014/main" id="{B9371672-9ABF-71D3-04F3-87C8527788A8}"/>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2126524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Google Shape;90;p1">
            <a:extLst>
              <a:ext uri="{FF2B5EF4-FFF2-40B4-BE49-F238E27FC236}">
                <a16:creationId xmlns:a16="http://schemas.microsoft.com/office/drawing/2014/main" id="{8B4D0159-163F-2325-5EE0-C3B6759209FD}"/>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
        <p:nvSpPr>
          <p:cNvPr id="2" name="Title 1"/>
          <p:cNvSpPr>
            <a:spLocks noGrp="1"/>
          </p:cNvSpPr>
          <p:nvPr>
            <p:ph type="ctrTitle"/>
          </p:nvPr>
        </p:nvSpPr>
        <p:spPr>
          <a:xfrm>
            <a:off x="914400" y="1371601"/>
            <a:ext cx="10464800" cy="1927225"/>
          </a:xfrm>
        </p:spPr>
        <p:txBody>
          <a:bodyPr anchor="b">
            <a:noAutofit/>
          </a:bodyPr>
          <a:lstStyle>
            <a:lvl1pPr algn="ctr">
              <a:defRPr sz="5400" cap="all" baseline="0"/>
            </a:lvl1pPr>
          </a:lstStyle>
          <a:p>
            <a:r>
              <a:rPr lang="en-US"/>
              <a:t>Click to edit Master title style</a:t>
            </a:r>
          </a:p>
        </p:txBody>
      </p:sp>
      <p:sp>
        <p:nvSpPr>
          <p:cNvPr id="3" name="Subtitle 2"/>
          <p:cNvSpPr>
            <a:spLocks noGrp="1"/>
          </p:cNvSpPr>
          <p:nvPr>
            <p:ph type="subTitle" idx="1"/>
          </p:nvPr>
        </p:nvSpPr>
        <p:spPr>
          <a:xfrm>
            <a:off x="2469932" y="3403600"/>
            <a:ext cx="8534400" cy="1752600"/>
          </a:xfrm>
        </p:spPr>
        <p:txBody>
          <a:bodyPr/>
          <a:lstStyle>
            <a:lvl1pPr marL="0" indent="0" algn="ctr">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6AA2F498-DFB3-468D-8DB8-7E9097C6B9B6}"/>
              </a:ext>
            </a:extLst>
          </p:cNvPr>
          <p:cNvSpPr>
            <a:spLocks noGrp="1"/>
          </p:cNvSpPr>
          <p:nvPr>
            <p:ph type="dt" sz="half" idx="10"/>
          </p:nvPr>
        </p:nvSpPr>
        <p:spPr>
          <a:xfrm>
            <a:off x="0" y="0"/>
            <a:ext cx="3236913" cy="328613"/>
          </a:xfrm>
        </p:spPr>
        <p:txBody>
          <a:bodyPr/>
          <a:lstStyle>
            <a:lvl1pPr eaLnBrk="1" hangingPunct="1">
              <a:lnSpc>
                <a:spcPct val="100000"/>
              </a:lnSpc>
              <a:defRPr sz="1400" b="1">
                <a:cs typeface="Arial" charset="0"/>
              </a:defRPr>
            </a:lvl1pPr>
          </a:lstStyle>
          <a:p>
            <a:pPr>
              <a:defRPr/>
            </a:pPr>
            <a:fld id="{023B5288-739C-4657-92DB-6433EAC5CCBF}" type="datetime1">
              <a:rPr lang="en-US"/>
              <a:pPr>
                <a:defRPr/>
              </a:pPr>
              <a:t>11/13/2023</a:t>
            </a:fld>
            <a:endParaRPr lang="en-US"/>
          </a:p>
        </p:txBody>
      </p:sp>
      <p:sp>
        <p:nvSpPr>
          <p:cNvPr id="6" name="Slide Number Placeholder 5">
            <a:extLst>
              <a:ext uri="{FF2B5EF4-FFF2-40B4-BE49-F238E27FC236}">
                <a16:creationId xmlns:a16="http://schemas.microsoft.com/office/drawing/2014/main" id="{0DDB3C83-D1EF-9857-D9E1-9D040FD5B17C}"/>
              </a:ext>
            </a:extLst>
          </p:cNvPr>
          <p:cNvSpPr>
            <a:spLocks noGrp="1"/>
          </p:cNvSpPr>
          <p:nvPr>
            <p:ph type="sldNum" sz="quarter" idx="11"/>
          </p:nvPr>
        </p:nvSpPr>
        <p:spPr>
          <a:xfrm>
            <a:off x="11582400" y="0"/>
            <a:ext cx="609600" cy="328613"/>
          </a:xfrm>
        </p:spPr>
        <p:txBody>
          <a:bodyPr/>
          <a:lstStyle>
            <a:lvl1pPr eaLnBrk="1" hangingPunct="1">
              <a:lnSpc>
                <a:spcPct val="100000"/>
              </a:lnSpc>
              <a:defRPr/>
            </a:lvl1pPr>
          </a:lstStyle>
          <a:p>
            <a:pPr>
              <a:defRPr/>
            </a:pPr>
            <a:fld id="{76CAC822-2AA0-401C-B522-4192133B9445}" type="slidenum">
              <a:rPr lang="en-US" altLang="en-US"/>
              <a:pPr>
                <a:defRPr/>
              </a:pPr>
              <a:t>‹#›</a:t>
            </a:fld>
            <a:endParaRPr lang="en-US" altLang="en-US"/>
          </a:p>
        </p:txBody>
      </p:sp>
    </p:spTree>
    <p:extLst>
      <p:ext uri="{BB962C8B-B14F-4D97-AF65-F5344CB8AC3E}">
        <p14:creationId xmlns:p14="http://schemas.microsoft.com/office/powerpoint/2010/main" val="1774068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Google Shape;90;p1">
            <a:extLst>
              <a:ext uri="{FF2B5EF4-FFF2-40B4-BE49-F238E27FC236}">
                <a16:creationId xmlns:a16="http://schemas.microsoft.com/office/drawing/2014/main" id="{E7137E9E-6BA1-3109-2CCE-FCC8CACBDE16}"/>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
        <p:nvSpPr>
          <p:cNvPr id="2" name="Title 1"/>
          <p:cNvSpPr>
            <a:spLocks noGrp="1"/>
          </p:cNvSpPr>
          <p:nvPr>
            <p:ph type="title"/>
          </p:nvPr>
        </p:nvSpPr>
        <p:spPr>
          <a:xfrm>
            <a:off x="609600" y="441435"/>
            <a:ext cx="10972800" cy="819807"/>
          </a:xfrm>
        </p:spPr>
        <p:txBody>
          <a:bodyPr/>
          <a:lstStyle>
            <a:lvl1pPr algn="ctr">
              <a:defRPr sz="3600"/>
            </a:lvl1pPr>
          </a:lstStyle>
          <a:p>
            <a:r>
              <a:rPr lang="en-US"/>
              <a:t>Click to edit Master title style</a:t>
            </a:r>
          </a:p>
        </p:txBody>
      </p:sp>
      <p:sp>
        <p:nvSpPr>
          <p:cNvPr id="3" name="Content Placeholder 2"/>
          <p:cNvSpPr>
            <a:spLocks noGrp="1"/>
          </p:cNvSpPr>
          <p:nvPr>
            <p:ph idx="1"/>
          </p:nvPr>
        </p:nvSpPr>
        <p:spPr>
          <a:xfrm>
            <a:off x="609600" y="1320799"/>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7D52C59-1A7D-3A09-0695-CC700B452221}"/>
              </a:ext>
            </a:extLst>
          </p:cNvPr>
          <p:cNvSpPr>
            <a:spLocks noGrp="1"/>
          </p:cNvSpPr>
          <p:nvPr>
            <p:ph type="dt" sz="half" idx="10"/>
          </p:nvPr>
        </p:nvSpPr>
        <p:spPr>
          <a:xfrm>
            <a:off x="0" y="0"/>
            <a:ext cx="2817813" cy="344488"/>
          </a:xfrm>
        </p:spPr>
        <p:txBody>
          <a:bodyPr/>
          <a:lstStyle>
            <a:lvl1pPr eaLnBrk="1" hangingPunct="1">
              <a:lnSpc>
                <a:spcPct val="100000"/>
              </a:lnSpc>
              <a:defRPr sz="1400" b="1">
                <a:cs typeface="Arial" charset="0"/>
              </a:defRPr>
            </a:lvl1pPr>
          </a:lstStyle>
          <a:p>
            <a:pPr>
              <a:defRPr/>
            </a:pPr>
            <a:fld id="{B9169F12-598F-4646-925B-3EA35BCF786B}" type="datetime1">
              <a:rPr lang="en-US"/>
              <a:pPr>
                <a:defRPr/>
              </a:pPr>
              <a:t>11/13/2023</a:t>
            </a:fld>
            <a:endParaRPr lang="en-US"/>
          </a:p>
        </p:txBody>
      </p:sp>
      <p:sp>
        <p:nvSpPr>
          <p:cNvPr id="6" name="Slide Number Placeholder 5">
            <a:extLst>
              <a:ext uri="{FF2B5EF4-FFF2-40B4-BE49-F238E27FC236}">
                <a16:creationId xmlns:a16="http://schemas.microsoft.com/office/drawing/2014/main" id="{394ADC19-1BBC-EE09-2952-B57A442AFF6B}"/>
              </a:ext>
            </a:extLst>
          </p:cNvPr>
          <p:cNvSpPr>
            <a:spLocks noGrp="1"/>
          </p:cNvSpPr>
          <p:nvPr>
            <p:ph type="sldNum" sz="quarter" idx="11"/>
          </p:nvPr>
        </p:nvSpPr>
        <p:spPr>
          <a:xfrm>
            <a:off x="11225213" y="0"/>
            <a:ext cx="966787" cy="347663"/>
          </a:xfrm>
        </p:spPr>
        <p:txBody>
          <a:bodyPr/>
          <a:lstStyle>
            <a:lvl1pPr eaLnBrk="1" hangingPunct="1">
              <a:lnSpc>
                <a:spcPct val="100000"/>
              </a:lnSpc>
              <a:defRPr/>
            </a:lvl1pPr>
          </a:lstStyle>
          <a:p>
            <a:pPr>
              <a:defRPr/>
            </a:pPr>
            <a:fld id="{7AA98632-B424-4D1D-BDDA-7F3D65A8F6B9}" type="slidenum">
              <a:rPr lang="en-US" altLang="en-US"/>
              <a:pPr>
                <a:defRPr/>
              </a:pPr>
              <a:t>‹#›</a:t>
            </a:fld>
            <a:endParaRPr lang="en-US" altLang="en-US"/>
          </a:p>
        </p:txBody>
      </p:sp>
    </p:spTree>
    <p:extLst>
      <p:ext uri="{BB962C8B-B14F-4D97-AF65-F5344CB8AC3E}">
        <p14:creationId xmlns:p14="http://schemas.microsoft.com/office/powerpoint/2010/main" val="3479922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7F927DE-F3DC-1874-8BA8-B28E5440013F}"/>
              </a:ext>
            </a:extLst>
          </p:cNvPr>
          <p:cNvCxnSpPr/>
          <p:nvPr/>
        </p:nvCxnSpPr>
        <p:spPr>
          <a:xfrm>
            <a:off x="976313" y="4598988"/>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63084" y="2362201"/>
            <a:ext cx="10363200" cy="2200275"/>
          </a:xfrm>
        </p:spPr>
        <p:txBody>
          <a:bodyPr anchor="b"/>
          <a:lstStyle>
            <a:lvl1pPr algn="l">
              <a:defRPr sz="4800" b="0" cap="all"/>
            </a:lvl1pPr>
          </a:lstStyle>
          <a:p>
            <a:r>
              <a:rPr lang="en-US"/>
              <a:t>Click to edit Master title style</a:t>
            </a:r>
          </a:p>
        </p:txBody>
      </p:sp>
      <p:sp>
        <p:nvSpPr>
          <p:cNvPr id="3" name="Text Placeholder 2"/>
          <p:cNvSpPr>
            <a:spLocks noGrp="1"/>
          </p:cNvSpPr>
          <p:nvPr>
            <p:ph type="body" idx="1"/>
          </p:nvPr>
        </p:nvSpPr>
        <p:spPr>
          <a:xfrm>
            <a:off x="963084" y="4626865"/>
            <a:ext cx="103632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24B668C-EE8B-4355-D703-C8D438BF896D}"/>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B2EE4C5A-C7C7-43A2-B271-7D078FA79E6C}" type="datetime1">
              <a:rPr lang="en-US"/>
              <a:pPr>
                <a:defRPr/>
              </a:pPr>
              <a:t>11/13/2023</a:t>
            </a:fld>
            <a:endParaRPr lang="en-US"/>
          </a:p>
        </p:txBody>
      </p:sp>
      <p:sp>
        <p:nvSpPr>
          <p:cNvPr id="6" name="Slide Number Placeholder 5">
            <a:extLst>
              <a:ext uri="{FF2B5EF4-FFF2-40B4-BE49-F238E27FC236}">
                <a16:creationId xmlns:a16="http://schemas.microsoft.com/office/drawing/2014/main" id="{38CCD8CB-7649-41DD-5FF8-FB6FEAA78638}"/>
              </a:ext>
            </a:extLst>
          </p:cNvPr>
          <p:cNvSpPr>
            <a:spLocks noGrp="1"/>
          </p:cNvSpPr>
          <p:nvPr>
            <p:ph type="sldNum" sz="quarter" idx="11"/>
          </p:nvPr>
        </p:nvSpPr>
        <p:spPr/>
        <p:txBody>
          <a:bodyPr/>
          <a:lstStyle>
            <a:lvl1pPr eaLnBrk="1" hangingPunct="1">
              <a:lnSpc>
                <a:spcPct val="100000"/>
              </a:lnSpc>
              <a:defRPr/>
            </a:lvl1pPr>
          </a:lstStyle>
          <a:p>
            <a:pPr>
              <a:defRPr/>
            </a:pPr>
            <a:fld id="{869D6710-13AD-4B30-823B-353D4CA2112C}" type="slidenum">
              <a:rPr lang="en-US" altLang="en-US"/>
              <a:pPr>
                <a:defRPr/>
              </a:pPr>
              <a:t>‹#›</a:t>
            </a:fld>
            <a:endParaRPr lang="en-US" altLang="en-US"/>
          </a:p>
        </p:txBody>
      </p:sp>
    </p:spTree>
    <p:extLst>
      <p:ext uri="{BB962C8B-B14F-4D97-AF65-F5344CB8AC3E}">
        <p14:creationId xmlns:p14="http://schemas.microsoft.com/office/powerpoint/2010/main" val="2917622501"/>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F143AEF-A176-8C2F-1AB6-98FF3387DC2A}"/>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B360E167-BA70-4E24-8C6E-D78C4FFD86CA}" type="datetime1">
              <a:rPr lang="en-US"/>
              <a:pPr>
                <a:defRPr/>
              </a:pPr>
              <a:t>11/13/2023</a:t>
            </a:fld>
            <a:endParaRPr lang="en-US"/>
          </a:p>
        </p:txBody>
      </p:sp>
      <p:sp>
        <p:nvSpPr>
          <p:cNvPr id="6" name="Slide Number Placeholder 5">
            <a:extLst>
              <a:ext uri="{FF2B5EF4-FFF2-40B4-BE49-F238E27FC236}">
                <a16:creationId xmlns:a16="http://schemas.microsoft.com/office/drawing/2014/main" id="{5AD6A28B-9FE1-C365-AF22-1528AA450775}"/>
              </a:ext>
            </a:extLst>
          </p:cNvPr>
          <p:cNvSpPr>
            <a:spLocks noGrp="1"/>
          </p:cNvSpPr>
          <p:nvPr>
            <p:ph type="sldNum" sz="quarter" idx="11"/>
          </p:nvPr>
        </p:nvSpPr>
        <p:spPr/>
        <p:txBody>
          <a:bodyPr/>
          <a:lstStyle>
            <a:lvl1pPr eaLnBrk="1" hangingPunct="1">
              <a:lnSpc>
                <a:spcPct val="100000"/>
              </a:lnSpc>
              <a:defRPr/>
            </a:lvl1pPr>
          </a:lstStyle>
          <a:p>
            <a:pPr>
              <a:defRPr/>
            </a:pPr>
            <a:fld id="{019CB110-922E-483C-B7FE-00C0ED7E9515}" type="slidenum">
              <a:rPr lang="en-US" altLang="en-US"/>
              <a:pPr>
                <a:defRPr/>
              </a:pPr>
              <a:t>‹#›</a:t>
            </a:fld>
            <a:endParaRPr lang="en-US" altLang="en-US"/>
          </a:p>
        </p:txBody>
      </p:sp>
    </p:spTree>
    <p:extLst>
      <p:ext uri="{BB962C8B-B14F-4D97-AF65-F5344CB8AC3E}">
        <p14:creationId xmlns:p14="http://schemas.microsoft.com/office/powerpoint/2010/main" val="4261861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67DCC79-F003-35CF-D4D7-7980C077485F}"/>
              </a:ext>
            </a:extLst>
          </p:cNvPr>
          <p:cNvCxnSpPr/>
          <p:nvPr/>
        </p:nvCxnSpPr>
        <p:spPr>
          <a:xfrm rot="5400000">
            <a:off x="3742531" y="4045744"/>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BA8D078F-4D3E-CFED-580E-BE0CCE807C06}"/>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68BCCC96-2153-4E25-B991-07A6BDF7240F}" type="datetime1">
              <a:rPr lang="en-US"/>
              <a:pPr>
                <a:defRPr/>
              </a:pPr>
              <a:t>11/13/2023</a:t>
            </a:fld>
            <a:endParaRPr lang="en-US"/>
          </a:p>
        </p:txBody>
      </p:sp>
      <p:sp>
        <p:nvSpPr>
          <p:cNvPr id="9" name="Slide Number Placeholder 8">
            <a:extLst>
              <a:ext uri="{FF2B5EF4-FFF2-40B4-BE49-F238E27FC236}">
                <a16:creationId xmlns:a16="http://schemas.microsoft.com/office/drawing/2014/main" id="{2CA4DDDB-C62B-2A68-1CA6-B4C0649A7399}"/>
              </a:ext>
            </a:extLst>
          </p:cNvPr>
          <p:cNvSpPr>
            <a:spLocks noGrp="1"/>
          </p:cNvSpPr>
          <p:nvPr>
            <p:ph type="sldNum" sz="quarter" idx="11"/>
          </p:nvPr>
        </p:nvSpPr>
        <p:spPr/>
        <p:txBody>
          <a:bodyPr/>
          <a:lstStyle>
            <a:lvl1pPr eaLnBrk="1" hangingPunct="1">
              <a:lnSpc>
                <a:spcPct val="100000"/>
              </a:lnSpc>
              <a:defRPr/>
            </a:lvl1pPr>
          </a:lstStyle>
          <a:p>
            <a:pPr>
              <a:defRPr/>
            </a:pPr>
            <a:fld id="{318F9ED5-0D80-4079-B526-92F7A4B3DEC1}" type="slidenum">
              <a:rPr lang="en-US" altLang="en-US"/>
              <a:pPr>
                <a:defRPr/>
              </a:pPr>
              <a:t>‹#›</a:t>
            </a:fld>
            <a:endParaRPr lang="en-US" altLang="en-US"/>
          </a:p>
        </p:txBody>
      </p:sp>
    </p:spTree>
    <p:extLst>
      <p:ext uri="{BB962C8B-B14F-4D97-AF65-F5344CB8AC3E}">
        <p14:creationId xmlns:p14="http://schemas.microsoft.com/office/powerpoint/2010/main" val="2851307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6E87CAE-BDFC-056A-CC81-45AA5DE26290}"/>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647A0D0F-BE07-426B-B94B-A76E800E1EFC}" type="datetime1">
              <a:rPr lang="en-US"/>
              <a:pPr>
                <a:defRPr/>
              </a:pPr>
              <a:t>11/13/2023</a:t>
            </a:fld>
            <a:endParaRPr lang="en-US"/>
          </a:p>
        </p:txBody>
      </p:sp>
      <p:sp>
        <p:nvSpPr>
          <p:cNvPr id="4" name="Slide Number Placeholder 5">
            <a:extLst>
              <a:ext uri="{FF2B5EF4-FFF2-40B4-BE49-F238E27FC236}">
                <a16:creationId xmlns:a16="http://schemas.microsoft.com/office/drawing/2014/main" id="{907F19E4-F904-5A1F-8E92-48C575D3F707}"/>
              </a:ext>
            </a:extLst>
          </p:cNvPr>
          <p:cNvSpPr>
            <a:spLocks noGrp="1"/>
          </p:cNvSpPr>
          <p:nvPr>
            <p:ph type="sldNum" sz="quarter" idx="11"/>
          </p:nvPr>
        </p:nvSpPr>
        <p:spPr/>
        <p:txBody>
          <a:bodyPr/>
          <a:lstStyle>
            <a:lvl1pPr eaLnBrk="1" hangingPunct="1">
              <a:lnSpc>
                <a:spcPct val="100000"/>
              </a:lnSpc>
              <a:defRPr/>
            </a:lvl1pPr>
          </a:lstStyle>
          <a:p>
            <a:pPr>
              <a:defRPr/>
            </a:pPr>
            <a:fld id="{47E3A2EF-7E4E-4886-9104-74B7255F0D63}" type="slidenum">
              <a:rPr lang="en-US" altLang="en-US"/>
              <a:pPr>
                <a:defRPr/>
              </a:pPr>
              <a:t>‹#›</a:t>
            </a:fld>
            <a:endParaRPr lang="en-US" altLang="en-US"/>
          </a:p>
        </p:txBody>
      </p:sp>
    </p:spTree>
    <p:extLst>
      <p:ext uri="{BB962C8B-B14F-4D97-AF65-F5344CB8AC3E}">
        <p14:creationId xmlns:p14="http://schemas.microsoft.com/office/powerpoint/2010/main" val="21766737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56A8456-DA40-7735-9CF0-71DB15E36C16}"/>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098C32D2-FF14-47C8-A04A-6225A0500920}" type="datetime1">
              <a:rPr lang="en-US"/>
              <a:pPr>
                <a:defRPr/>
              </a:pPr>
              <a:t>11/13/2023</a:t>
            </a:fld>
            <a:endParaRPr lang="en-US"/>
          </a:p>
        </p:txBody>
      </p:sp>
      <p:sp>
        <p:nvSpPr>
          <p:cNvPr id="3" name="Slide Number Placeholder 5">
            <a:extLst>
              <a:ext uri="{FF2B5EF4-FFF2-40B4-BE49-F238E27FC236}">
                <a16:creationId xmlns:a16="http://schemas.microsoft.com/office/drawing/2014/main" id="{D0879726-C266-532C-9153-D89B1FCA6813}"/>
              </a:ext>
            </a:extLst>
          </p:cNvPr>
          <p:cNvSpPr>
            <a:spLocks noGrp="1"/>
          </p:cNvSpPr>
          <p:nvPr>
            <p:ph type="sldNum" sz="quarter" idx="11"/>
          </p:nvPr>
        </p:nvSpPr>
        <p:spPr/>
        <p:txBody>
          <a:bodyPr/>
          <a:lstStyle>
            <a:lvl1pPr eaLnBrk="1" hangingPunct="1">
              <a:lnSpc>
                <a:spcPct val="100000"/>
              </a:lnSpc>
              <a:defRPr/>
            </a:lvl1pPr>
          </a:lstStyle>
          <a:p>
            <a:pPr>
              <a:defRPr/>
            </a:pPr>
            <a:fld id="{F23D968B-AFD0-418B-B80C-2523C41C0E42}" type="slidenum">
              <a:rPr lang="en-US" altLang="en-US"/>
              <a:pPr>
                <a:defRPr/>
              </a:pPr>
              <a:t>‹#›</a:t>
            </a:fld>
            <a:endParaRPr lang="en-US" altLang="en-US"/>
          </a:p>
        </p:txBody>
      </p:sp>
    </p:spTree>
    <p:extLst>
      <p:ext uri="{BB962C8B-B14F-4D97-AF65-F5344CB8AC3E}">
        <p14:creationId xmlns:p14="http://schemas.microsoft.com/office/powerpoint/2010/main" val="34070283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EED9AED-9F49-DF84-9664-CF2EC78BAF5D}"/>
              </a:ext>
            </a:extLst>
          </p:cNvPr>
          <p:cNvCxnSpPr/>
          <p:nvPr/>
        </p:nvCxnSpPr>
        <p:spPr>
          <a:xfrm rot="5400000">
            <a:off x="912019" y="3580607"/>
            <a:ext cx="5578475"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8941BF82-0FFE-C301-A842-3E09E0427C33}"/>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1759D830-1670-45D8-B2B0-A297210CBCDA}" type="datetime1">
              <a:rPr lang="en-US"/>
              <a:pPr>
                <a:defRPr/>
              </a:pPr>
              <a:t>11/13/2023</a:t>
            </a:fld>
            <a:endParaRPr lang="en-US"/>
          </a:p>
        </p:txBody>
      </p:sp>
      <p:sp>
        <p:nvSpPr>
          <p:cNvPr id="7" name="Slide Number Placeholder 6">
            <a:extLst>
              <a:ext uri="{FF2B5EF4-FFF2-40B4-BE49-F238E27FC236}">
                <a16:creationId xmlns:a16="http://schemas.microsoft.com/office/drawing/2014/main" id="{0EF0EABB-4AC6-5973-E37B-B8AC33A47201}"/>
              </a:ext>
            </a:extLst>
          </p:cNvPr>
          <p:cNvSpPr>
            <a:spLocks noGrp="1"/>
          </p:cNvSpPr>
          <p:nvPr>
            <p:ph type="sldNum" sz="quarter" idx="11"/>
          </p:nvPr>
        </p:nvSpPr>
        <p:spPr/>
        <p:txBody>
          <a:bodyPr/>
          <a:lstStyle>
            <a:lvl1pPr eaLnBrk="1" hangingPunct="1">
              <a:lnSpc>
                <a:spcPct val="100000"/>
              </a:lnSpc>
              <a:defRPr/>
            </a:lvl1pPr>
          </a:lstStyle>
          <a:p>
            <a:pPr>
              <a:defRPr/>
            </a:pPr>
            <a:fld id="{622FCE65-37BE-4AD6-8576-1D650B2B8ED5}" type="slidenum">
              <a:rPr lang="en-US" altLang="en-US"/>
              <a:pPr>
                <a:defRPr/>
              </a:pPr>
              <a:t>‹#›</a:t>
            </a:fld>
            <a:endParaRPr lang="en-US" altLang="en-US"/>
          </a:p>
        </p:txBody>
      </p:sp>
    </p:spTree>
    <p:extLst>
      <p:ext uri="{BB962C8B-B14F-4D97-AF65-F5344CB8AC3E}">
        <p14:creationId xmlns:p14="http://schemas.microsoft.com/office/powerpoint/2010/main" val="9074939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lstStyle>
            <a:lvl1pPr algn="l">
              <a:defRPr sz="2400" b="0"/>
            </a:lvl1pPr>
          </a:lstStyle>
          <a:p>
            <a:r>
              <a:rPr lang="en-US"/>
              <a:t>Click to edit Master title style</a:t>
            </a:r>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D675756-0C41-9F66-4D87-4881CAD36C24}"/>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EA3023A8-F2BA-4233-A508-FEA8FD96FC7F}" type="datetime1">
              <a:rPr lang="en-US"/>
              <a:pPr>
                <a:defRPr/>
              </a:pPr>
              <a:t>11/13/2023</a:t>
            </a:fld>
            <a:endParaRPr lang="en-US"/>
          </a:p>
        </p:txBody>
      </p:sp>
      <p:sp>
        <p:nvSpPr>
          <p:cNvPr id="6" name="Slide Number Placeholder 5">
            <a:extLst>
              <a:ext uri="{FF2B5EF4-FFF2-40B4-BE49-F238E27FC236}">
                <a16:creationId xmlns:a16="http://schemas.microsoft.com/office/drawing/2014/main" id="{B35C12F8-BDB0-897C-8D35-1E6FD666A0DB}"/>
              </a:ext>
            </a:extLst>
          </p:cNvPr>
          <p:cNvSpPr>
            <a:spLocks noGrp="1"/>
          </p:cNvSpPr>
          <p:nvPr>
            <p:ph type="sldNum" sz="quarter" idx="11"/>
          </p:nvPr>
        </p:nvSpPr>
        <p:spPr/>
        <p:txBody>
          <a:bodyPr/>
          <a:lstStyle>
            <a:lvl1pPr eaLnBrk="1" hangingPunct="1">
              <a:lnSpc>
                <a:spcPct val="100000"/>
              </a:lnSpc>
              <a:defRPr/>
            </a:lvl1pPr>
          </a:lstStyle>
          <a:p>
            <a:pPr>
              <a:defRPr/>
            </a:pPr>
            <a:fld id="{EE6E8E99-4D01-4BE2-924F-4F24D5F05804}" type="slidenum">
              <a:rPr lang="en-US" altLang="en-US"/>
              <a:pPr>
                <a:defRPr/>
              </a:pPr>
              <a:t>‹#›</a:t>
            </a:fld>
            <a:endParaRPr lang="en-US" altLang="en-US"/>
          </a:p>
        </p:txBody>
      </p:sp>
    </p:spTree>
    <p:extLst>
      <p:ext uri="{BB962C8B-B14F-4D97-AF65-F5344CB8AC3E}">
        <p14:creationId xmlns:p14="http://schemas.microsoft.com/office/powerpoint/2010/main" val="1773577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7AFE2-8ED6-D591-6837-1A63E991C619}"/>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01EF5BE1-3C05-45CD-BF2F-D418DCDF9A90}" type="datetime1">
              <a:rPr lang="en-US"/>
              <a:pPr>
                <a:defRPr/>
              </a:pPr>
              <a:t>11/13/2023</a:t>
            </a:fld>
            <a:endParaRPr lang="en-US"/>
          </a:p>
        </p:txBody>
      </p:sp>
      <p:sp>
        <p:nvSpPr>
          <p:cNvPr id="5" name="Slide Number Placeholder 5">
            <a:extLst>
              <a:ext uri="{FF2B5EF4-FFF2-40B4-BE49-F238E27FC236}">
                <a16:creationId xmlns:a16="http://schemas.microsoft.com/office/drawing/2014/main" id="{E4E4DFC0-3DCD-3740-7259-F259BECDFA96}"/>
              </a:ext>
            </a:extLst>
          </p:cNvPr>
          <p:cNvSpPr>
            <a:spLocks noGrp="1"/>
          </p:cNvSpPr>
          <p:nvPr>
            <p:ph type="sldNum" sz="quarter" idx="11"/>
          </p:nvPr>
        </p:nvSpPr>
        <p:spPr/>
        <p:txBody>
          <a:bodyPr/>
          <a:lstStyle>
            <a:lvl1pPr eaLnBrk="1" hangingPunct="1">
              <a:lnSpc>
                <a:spcPct val="100000"/>
              </a:lnSpc>
              <a:defRPr/>
            </a:lvl1pPr>
          </a:lstStyle>
          <a:p>
            <a:pPr>
              <a:defRPr/>
            </a:pPr>
            <a:fld id="{13919A52-305F-4215-86C3-A07EDF05E172}" type="slidenum">
              <a:rPr lang="en-US" altLang="en-US"/>
              <a:pPr>
                <a:defRPr/>
              </a:pPr>
              <a:t>‹#›</a:t>
            </a:fld>
            <a:endParaRPr lang="en-US" altLang="en-US"/>
          </a:p>
        </p:txBody>
      </p:sp>
    </p:spTree>
    <p:extLst>
      <p:ext uri="{BB962C8B-B14F-4D97-AF65-F5344CB8AC3E}">
        <p14:creationId xmlns:p14="http://schemas.microsoft.com/office/powerpoint/2010/main" val="10185164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867916-2373-E314-FC80-AD1DB4A4EA71}"/>
              </a:ext>
            </a:extLst>
          </p:cNvPr>
          <p:cNvSpPr>
            <a:spLocks noGrp="1"/>
          </p:cNvSpPr>
          <p:nvPr>
            <p:ph type="dt" sz="half" idx="10"/>
          </p:nvPr>
        </p:nvSpPr>
        <p:spPr/>
        <p:txBody>
          <a:bodyPr/>
          <a:lstStyle>
            <a:lvl1pPr eaLnBrk="1" hangingPunct="1">
              <a:lnSpc>
                <a:spcPct val="100000"/>
              </a:lnSpc>
              <a:defRPr>
                <a:cs typeface="Arial" charset="0"/>
              </a:defRPr>
            </a:lvl1pPr>
          </a:lstStyle>
          <a:p>
            <a:pPr>
              <a:defRPr/>
            </a:pPr>
            <a:fld id="{4A195BF5-F097-4C50-9C5B-A385CCDE6415}" type="datetime1">
              <a:rPr lang="en-US"/>
              <a:pPr>
                <a:defRPr/>
              </a:pPr>
              <a:t>11/13/2023</a:t>
            </a:fld>
            <a:endParaRPr lang="en-US"/>
          </a:p>
        </p:txBody>
      </p:sp>
      <p:sp>
        <p:nvSpPr>
          <p:cNvPr id="5" name="Slide Number Placeholder 5">
            <a:extLst>
              <a:ext uri="{FF2B5EF4-FFF2-40B4-BE49-F238E27FC236}">
                <a16:creationId xmlns:a16="http://schemas.microsoft.com/office/drawing/2014/main" id="{CDA8274F-9472-8B81-E469-BC20BD3D8799}"/>
              </a:ext>
            </a:extLst>
          </p:cNvPr>
          <p:cNvSpPr>
            <a:spLocks noGrp="1"/>
          </p:cNvSpPr>
          <p:nvPr>
            <p:ph type="sldNum" sz="quarter" idx="11"/>
          </p:nvPr>
        </p:nvSpPr>
        <p:spPr/>
        <p:txBody>
          <a:bodyPr/>
          <a:lstStyle>
            <a:lvl1pPr eaLnBrk="1" hangingPunct="1">
              <a:lnSpc>
                <a:spcPct val="100000"/>
              </a:lnSpc>
              <a:defRPr/>
            </a:lvl1pPr>
          </a:lstStyle>
          <a:p>
            <a:pPr>
              <a:defRPr/>
            </a:pPr>
            <a:fld id="{AE388822-63C0-4B09-AF34-07A176C4B6C8}" type="slidenum">
              <a:rPr lang="en-US" altLang="en-US"/>
              <a:pPr>
                <a:defRPr/>
              </a:pPr>
              <a:t>‹#›</a:t>
            </a:fld>
            <a:endParaRPr lang="en-US" altLang="en-US"/>
          </a:p>
        </p:txBody>
      </p:sp>
    </p:spTree>
    <p:extLst>
      <p:ext uri="{BB962C8B-B14F-4D97-AF65-F5344CB8AC3E}">
        <p14:creationId xmlns:p14="http://schemas.microsoft.com/office/powerpoint/2010/main" val="239927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 id="2147483725" r:id="rId14"/>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28AAB54-61F7-572A-A57A-11977329F0A9}"/>
              </a:ext>
            </a:extLst>
          </p:cNvPr>
          <p:cNvSpPr/>
          <p:nvPr/>
        </p:nvSpPr>
        <p:spPr>
          <a:xfrm>
            <a:off x="0" y="220663"/>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defRPr/>
            </a:pPr>
            <a:endParaRPr lang="en-US">
              <a:solidFill>
                <a:srgbClr val="FFFFFF"/>
              </a:solidFill>
            </a:endParaRPr>
          </a:p>
        </p:txBody>
      </p:sp>
      <p:sp>
        <p:nvSpPr>
          <p:cNvPr id="2" name="Title Placeholder 1">
            <a:extLst>
              <a:ext uri="{FF2B5EF4-FFF2-40B4-BE49-F238E27FC236}">
                <a16:creationId xmlns:a16="http://schemas.microsoft.com/office/drawing/2014/main" id="{7091D6AC-AF51-1A68-87F3-F64F154625CA}"/>
              </a:ext>
            </a:extLst>
          </p:cNvPr>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p>
        </p:txBody>
      </p:sp>
      <p:sp>
        <p:nvSpPr>
          <p:cNvPr id="3076" name="Text Placeholder 2">
            <a:extLst>
              <a:ext uri="{FF2B5EF4-FFF2-40B4-BE49-F238E27FC236}">
                <a16:creationId xmlns:a16="http://schemas.microsoft.com/office/drawing/2014/main" id="{52250F3D-3600-7342-DC3F-E0A2C815B780}"/>
              </a:ext>
            </a:extLst>
          </p:cNvPr>
          <p:cNvSpPr>
            <a:spLocks noGrp="1"/>
          </p:cNvSpPr>
          <p:nvPr>
            <p:ph type="body" idx="1"/>
          </p:nvPr>
        </p:nvSpPr>
        <p:spPr bwMode="auto">
          <a:xfrm>
            <a:off x="609600" y="1600200"/>
            <a:ext cx="10972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3F79795-0E30-CC75-5AB1-D33122E9B8AD}"/>
              </a:ext>
            </a:extLst>
          </p:cNvPr>
          <p:cNvSpPr>
            <a:spLocks noGrp="1"/>
          </p:cNvSpPr>
          <p:nvPr>
            <p:ph type="dt" sz="half" idx="2"/>
          </p:nvPr>
        </p:nvSpPr>
        <p:spPr>
          <a:xfrm>
            <a:off x="609600" y="19050"/>
            <a:ext cx="3860800" cy="328613"/>
          </a:xfrm>
          <a:prstGeom prst="rect">
            <a:avLst/>
          </a:prstGeom>
        </p:spPr>
        <p:txBody>
          <a:bodyPr vert="horz" lIns="91440" tIns="45720" rIns="91440" bIns="45720" rtlCol="0" anchor="ctr"/>
          <a:lstStyle>
            <a:lvl1pPr algn="l" eaLnBrk="0" hangingPunct="0">
              <a:lnSpc>
                <a:spcPct val="90000"/>
              </a:lnSpc>
              <a:defRPr sz="1200">
                <a:solidFill>
                  <a:srgbClr val="FFFFFF"/>
                </a:solidFill>
                <a:latin typeface="Arial" charset="0"/>
                <a:cs typeface="+mn-cs"/>
              </a:defRPr>
            </a:lvl1pPr>
          </a:lstStyle>
          <a:p>
            <a:pPr>
              <a:defRPr/>
            </a:pPr>
            <a:fld id="{1D0948EB-9583-4860-8D47-7920EB623A3F}" type="datetime1">
              <a:rPr lang="en-US"/>
              <a:pPr>
                <a:defRPr/>
              </a:pPr>
              <a:t>11/13/2023</a:t>
            </a:fld>
            <a:endParaRPr lang="en-US"/>
          </a:p>
        </p:txBody>
      </p:sp>
      <p:sp>
        <p:nvSpPr>
          <p:cNvPr id="5" name="Footer Placeholder 4">
            <a:extLst>
              <a:ext uri="{FF2B5EF4-FFF2-40B4-BE49-F238E27FC236}">
                <a16:creationId xmlns:a16="http://schemas.microsoft.com/office/drawing/2014/main" id="{640CBB9E-4D07-4AAD-CB7C-527E65EB817D}"/>
              </a:ext>
            </a:extLst>
          </p:cNvPr>
          <p:cNvSpPr>
            <a:spLocks noGrp="1"/>
          </p:cNvSpPr>
          <p:nvPr>
            <p:ph type="ftr" sz="quarter" idx="3"/>
          </p:nvPr>
        </p:nvSpPr>
        <p:spPr>
          <a:xfrm>
            <a:off x="4572000" y="19050"/>
            <a:ext cx="5486400" cy="328613"/>
          </a:xfrm>
          <a:prstGeom prst="rect">
            <a:avLst/>
          </a:prstGeom>
        </p:spPr>
        <p:txBody>
          <a:bodyPr vert="horz" lIns="91440" tIns="45720" rIns="91440" bIns="45720" rtlCol="0" anchor="ctr"/>
          <a:lstStyle>
            <a:lvl1pPr algn="r" eaLnBrk="0" hangingPunct="0">
              <a:lnSpc>
                <a:spcPct val="90000"/>
              </a:lnSpc>
              <a:defRPr sz="1200">
                <a:solidFill>
                  <a:srgbClr val="FFFFFF"/>
                </a:solidFill>
                <a:latin typeface="Arial" charset="0"/>
                <a:cs typeface="+mn-cs"/>
              </a:defRPr>
            </a:lvl1pPr>
          </a:lstStyle>
          <a:p>
            <a:pPr>
              <a:defRPr/>
            </a:pPr>
            <a:endParaRPr lang="en-US"/>
          </a:p>
        </p:txBody>
      </p:sp>
      <p:sp>
        <p:nvSpPr>
          <p:cNvPr id="6" name="Slide Number Placeholder 5">
            <a:extLst>
              <a:ext uri="{FF2B5EF4-FFF2-40B4-BE49-F238E27FC236}">
                <a16:creationId xmlns:a16="http://schemas.microsoft.com/office/drawing/2014/main" id="{EADB01AB-00E5-A9CC-CE94-55E2FF303F64}"/>
              </a:ext>
            </a:extLst>
          </p:cNvPr>
          <p:cNvSpPr>
            <a:spLocks noGrp="1"/>
          </p:cNvSpPr>
          <p:nvPr>
            <p:ph type="sldNum" sz="quarter" idx="4"/>
          </p:nvPr>
        </p:nvSpPr>
        <p:spPr>
          <a:xfrm>
            <a:off x="10160000" y="19050"/>
            <a:ext cx="1422400" cy="328613"/>
          </a:xfrm>
          <a:prstGeom prst="rect">
            <a:avLst/>
          </a:prstGeom>
        </p:spPr>
        <p:txBody>
          <a:bodyPr vert="horz" wrap="square" lIns="91440" tIns="45720" rIns="91440" bIns="45720" numCol="1" anchor="ctr" anchorCtr="0" compatLnSpc="1">
            <a:prstTxWarp prst="textNoShape">
              <a:avLst/>
            </a:prstTxWarp>
          </a:bodyPr>
          <a:lstStyle>
            <a:lvl1pPr>
              <a:lnSpc>
                <a:spcPct val="90000"/>
              </a:lnSpc>
              <a:defRPr sz="1400" b="1">
                <a:solidFill>
                  <a:srgbClr val="FFFFFF"/>
                </a:solidFill>
              </a:defRPr>
            </a:lvl1pPr>
          </a:lstStyle>
          <a:p>
            <a:pPr>
              <a:defRPr/>
            </a:pPr>
            <a:fld id="{14C7D725-1629-4DAC-AC40-17DD043B52CF}" type="slidenum">
              <a:rPr lang="en-US" altLang="en-US"/>
              <a:pPr>
                <a:defRPr/>
              </a:pPr>
              <a:t>‹#›</a:t>
            </a:fld>
            <a:endParaRPr lang="en-US" altLang="en-US"/>
          </a:p>
        </p:txBody>
      </p:sp>
      <p:sp>
        <p:nvSpPr>
          <p:cNvPr id="3080" name="Google Shape;90;p1">
            <a:extLst>
              <a:ext uri="{FF2B5EF4-FFF2-40B4-BE49-F238E27FC236}">
                <a16:creationId xmlns:a16="http://schemas.microsoft.com/office/drawing/2014/main" id="{1F215762-B99B-C188-3EAC-2A9B08914957}"/>
              </a:ext>
            </a:extLst>
          </p:cNvPr>
          <p:cNvSpPr>
            <a:spLocks noChangeArrowheads="1"/>
          </p:cNvSpPr>
          <p:nvPr userDrawn="1"/>
        </p:nvSpPr>
        <p:spPr bwMode="auto">
          <a:xfrm>
            <a:off x="0" y="0"/>
            <a:ext cx="12192000" cy="6858000"/>
          </a:xfrm>
          <a:prstGeom prst="rect">
            <a:avLst/>
          </a:prstGeom>
          <a:noFill/>
          <a:ln w="76200">
            <a:solidFill>
              <a:srgbClr val="C00000"/>
            </a:solidFill>
            <a:miter lim="800000"/>
            <a:headEnd type="none" w="sm" len="sm"/>
            <a:tailEnd type="none" w="sm" len="sm"/>
          </a:ln>
        </p:spPr>
        <p:txBody>
          <a:bodyPr lIns="91425" tIns="45700" rIns="91425" bIns="45700"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defRPr/>
            </a:pPr>
            <a:endParaRPr lang="en-US" altLang="en-US">
              <a:solidFill>
                <a:srgbClr val="FFFFFF"/>
              </a:solidFill>
              <a:sym typeface="Arial" panose="020B0604020202020204" pitchFamily="34" charset="0"/>
            </a:endParaRPr>
          </a:p>
        </p:txBody>
      </p:sp>
    </p:spTree>
    <p:extLst>
      <p:ext uri="{BB962C8B-B14F-4D97-AF65-F5344CB8AC3E}">
        <p14:creationId xmlns:p14="http://schemas.microsoft.com/office/powerpoint/2010/main" val="312029540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rtl="0" eaLnBrk="0" fontAlgn="base" hangingPunct="0">
        <a:spcBef>
          <a:spcPct val="0"/>
        </a:spcBef>
        <a:spcAft>
          <a:spcPct val="0"/>
        </a:spcAft>
        <a:defRPr sz="4000" kern="1200" spc="-1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563" algn="l" rtl="0" eaLnBrk="0" fontAlgn="base" hangingPunct="0">
        <a:spcBef>
          <a:spcPct val="20000"/>
        </a:spcBef>
        <a:spcAft>
          <a:spcPct val="0"/>
        </a:spcAft>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mn-ea"/>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E75742F-8384-447E-B4C0-511D5FC7EDE9}"/>
              </a:ext>
            </a:extLst>
          </p:cNvPr>
          <p:cNvSpPr>
            <a:spLocks noGrp="1"/>
          </p:cNvSpPr>
          <p:nvPr>
            <p:ph type="sldNum" sz="quarter" idx="11"/>
          </p:nvPr>
        </p:nvSpPr>
        <p:spPr/>
        <p:txBody>
          <a:bodyPr rtlCol="0"/>
          <a:lstStyle>
            <a:defPPr>
              <a:defRPr lang="en-US"/>
            </a:defPPr>
            <a:lvl1pPr marL="0" algn="r"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5A54866D-6C60-481F-BCB0-0996F9468FF2}" type="slidenum">
              <a:rPr kumimoji="0" lang="en-US" sz="1050" b="1" i="0" u="none" strike="noStrike" kern="1200" cap="none" spc="0" normalizeH="0" baseline="0" noProof="0" smtClean="0">
                <a:ln>
                  <a:noFill/>
                </a:ln>
                <a:solidFill>
                  <a:srgbClr val="292934"/>
                </a:solidFill>
                <a:effectLst/>
                <a:uLnTx/>
                <a:uFillTx/>
                <a:latin typeface="Arial"/>
                <a:ea typeface="+mn-ea"/>
                <a:cs typeface="+mn-cs"/>
              </a:rPr>
              <a:pPr marL="0" marR="0" lvl="0" indent="0" algn="r" defTabSz="457200" rtl="0" eaLnBrk="1" fontAlgn="base" latinLnBrk="0" hangingPunct="1">
                <a:lnSpc>
                  <a:spcPct val="100000"/>
                </a:lnSpc>
                <a:spcBef>
                  <a:spcPct val="0"/>
                </a:spcBef>
                <a:spcAft>
                  <a:spcPct val="0"/>
                </a:spcAft>
                <a:buClrTx/>
                <a:buSzTx/>
                <a:buFontTx/>
                <a:buNone/>
                <a:tabLst/>
                <a:defRPr/>
              </a:pPr>
              <a:t>1</a:t>
            </a:fld>
            <a:endParaRPr kumimoji="0" lang="en-US" sz="1050" b="1" i="0" u="none" strike="noStrike" kern="1200" cap="none" spc="0" normalizeH="0" baseline="0" noProof="0">
              <a:ln>
                <a:noFill/>
              </a:ln>
              <a:solidFill>
                <a:srgbClr val="292934"/>
              </a:solidFill>
              <a:effectLst/>
              <a:uLnTx/>
              <a:uFillTx/>
              <a:latin typeface="Arial"/>
              <a:ea typeface="+mn-ea"/>
              <a:cs typeface="+mn-cs"/>
            </a:endParaRPr>
          </a:p>
        </p:txBody>
      </p:sp>
      <p:sp>
        <p:nvSpPr>
          <p:cNvPr id="2" name="Rectangle 1">
            <a:extLst>
              <a:ext uri="{FF2B5EF4-FFF2-40B4-BE49-F238E27FC236}">
                <a16:creationId xmlns:a16="http://schemas.microsoft.com/office/drawing/2014/main" id="{626EA3BD-CBF8-FAE7-0E5F-E9FB0351049F}"/>
              </a:ext>
            </a:extLst>
          </p:cNvPr>
          <p:cNvSpPr/>
          <p:nvPr/>
        </p:nvSpPr>
        <p:spPr>
          <a:xfrm>
            <a:off x="1997075" y="504825"/>
            <a:ext cx="8286750" cy="6319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ITEC 493: IT Security for Managers</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292934"/>
                </a:solidFill>
                <a:effectLst/>
                <a:uLnTx/>
                <a:uFillTx/>
                <a:latin typeface="Arial"/>
                <a:ea typeface="+mn-ea"/>
                <a:cs typeface="+mn-cs"/>
              </a:rPr>
              <a:t>Application and Networking-based Attacks</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Elie Kfoury, Ph.D.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Integrated Information Technology Department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College of Engineering and Computing</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University of South Carolina</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292934"/>
                </a:solidFill>
                <a:effectLst/>
                <a:uLnTx/>
                <a:uFillTx/>
                <a:latin typeface="Arial"/>
                <a:ea typeface="+mn-ea"/>
                <a:cs typeface="Arial" panose="020B0604020202020204" pitchFamily="34" charset="0"/>
              </a:rPr>
              <a:t>Fall 2023</a:t>
            </a:r>
          </a:p>
        </p:txBody>
      </p:sp>
      <p:pic>
        <p:nvPicPr>
          <p:cNvPr id="18436" name="Picture 6">
            <a:extLst>
              <a:ext uri="{FF2B5EF4-FFF2-40B4-BE49-F238E27FC236}">
                <a16:creationId xmlns:a16="http://schemas.microsoft.com/office/drawing/2014/main" id="{AF226197-6288-7830-75CE-CE4983505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8" y="306388"/>
            <a:ext cx="1703387"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a:t>By the end of this module, you should be able to: </a:t>
            </a:r>
          </a:p>
          <a:p>
            <a:pPr>
              <a:lnSpc>
                <a:spcPct val="100000"/>
              </a:lnSpc>
              <a:spcBef>
                <a:spcPts val="0"/>
              </a:spcBef>
            </a:pPr>
            <a:endParaRPr lang="en-US" altLang="zh-CN" sz="2000"/>
          </a:p>
          <a:p>
            <a:pPr>
              <a:lnSpc>
                <a:spcPct val="100000"/>
              </a:lnSpc>
              <a:spcBef>
                <a:spcPts val="0"/>
              </a:spcBef>
            </a:pPr>
            <a:r>
              <a:rPr lang="en-US" altLang="zh-CN" sz="2000">
                <a:latin typeface="Arial"/>
                <a:cs typeface="Arial"/>
              </a:rPr>
              <a:t>1. Define the cloud and explain how it is used and managed</a:t>
            </a:r>
          </a:p>
          <a:p>
            <a:pPr>
              <a:lnSpc>
                <a:spcPct val="100000"/>
              </a:lnSpc>
              <a:spcBef>
                <a:spcPts val="0"/>
              </a:spcBef>
            </a:pPr>
            <a:endParaRPr lang="en-US" altLang="zh-CN" sz="2000">
              <a:latin typeface="Arial"/>
              <a:cs typeface="Arial"/>
            </a:endParaRPr>
          </a:p>
          <a:p>
            <a:pPr>
              <a:lnSpc>
                <a:spcPct val="100000"/>
              </a:lnSpc>
              <a:spcBef>
                <a:spcPts val="0"/>
              </a:spcBef>
            </a:pPr>
            <a:r>
              <a:rPr lang="en-US" altLang="zh-CN" sz="2000">
                <a:latin typeface="Arial"/>
                <a:cs typeface="Arial"/>
              </a:rPr>
              <a:t>2. Explain virtualization</a:t>
            </a:r>
          </a:p>
          <a:p>
            <a:pPr>
              <a:lnSpc>
                <a:spcPct val="100000"/>
              </a:lnSpc>
              <a:spcBef>
                <a:spcPts val="0"/>
              </a:spcBef>
            </a:pPr>
            <a:endParaRPr lang="en-US" altLang="zh-CN" sz="2000">
              <a:latin typeface="Arial"/>
              <a:cs typeface="Arial"/>
            </a:endParaRPr>
          </a:p>
          <a:p>
            <a:pPr>
              <a:lnSpc>
                <a:spcPct val="100000"/>
              </a:lnSpc>
              <a:spcBef>
                <a:spcPts val="0"/>
              </a:spcBef>
            </a:pPr>
            <a:r>
              <a:rPr lang="en-US" altLang="zh-CN" sz="2000">
                <a:latin typeface="Arial"/>
                <a:cs typeface="Arial"/>
              </a:rPr>
              <a:t>3. Describe cloud and virtualization security controls</a:t>
            </a:r>
          </a:p>
          <a:p>
            <a:pPr>
              <a:lnSpc>
                <a:spcPct val="100000"/>
              </a:lnSpc>
              <a:spcBef>
                <a:spcPts val="0"/>
              </a:spcBef>
            </a:pPr>
            <a:endParaRPr lang="en-US" altLang="zh-CN" sz="2000">
              <a:latin typeface="Arial"/>
              <a:cs typeface="Arial"/>
            </a:endParaRPr>
          </a:p>
          <a:p>
            <a:pPr>
              <a:lnSpc>
                <a:spcPct val="100000"/>
              </a:lnSpc>
              <a:spcBef>
                <a:spcPts val="0"/>
              </a:spcBef>
            </a:pPr>
            <a:r>
              <a:rPr lang="en-US" altLang="zh-CN" sz="2000">
                <a:latin typeface="Arial"/>
                <a:cs typeface="Arial"/>
              </a:rPr>
              <a:t>4. List different secure network protocols</a:t>
            </a:r>
          </a:p>
          <a:p>
            <a:pPr>
              <a:lnSpc>
                <a:spcPct val="100000"/>
              </a:lnSpc>
              <a:spcBef>
                <a:spcPts val="0"/>
              </a:spcBef>
            </a:pPr>
            <a:r>
              <a:rPr lang="en-US" altLang="zh-CN" sz="2000">
                <a:latin typeface="Arial"/>
                <a:cs typeface="Arial"/>
              </a:rPr>
              <a:t> </a:t>
            </a:r>
          </a:p>
          <a:p>
            <a:pPr>
              <a:lnSpc>
                <a:spcPct val="100000"/>
              </a:lnSpc>
              <a:spcBef>
                <a:spcPts val="0"/>
              </a:spcBef>
            </a:pPr>
            <a:endParaRPr lang="en-US" altLang="zh-CN" sz="2000">
              <a:latin typeface="Arial"/>
              <a:cs typeface="Arial"/>
            </a:endParaRPr>
          </a:p>
          <a:p>
            <a:pPr>
              <a:lnSpc>
                <a:spcPct val="100000"/>
              </a:lnSpc>
              <a:spcBef>
                <a:spcPts val="0"/>
              </a:spcBef>
            </a:pPr>
            <a:endParaRPr lang="en-US" altLang="zh-CN" sz="200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Introduction to Cloud Computing</a:t>
            </a:r>
            <a:endParaRPr lang="zh-CN" altLang="en-US"/>
          </a:p>
        </p:txBody>
      </p:sp>
      <p:sp>
        <p:nvSpPr>
          <p:cNvPr id="3" name="Text Placeholder 2"/>
          <p:cNvSpPr>
            <a:spLocks noGrp="1"/>
          </p:cNvSpPr>
          <p:nvPr>
            <p:ph type="body" sz="quarter" idx="17"/>
          </p:nvPr>
        </p:nvSpPr>
        <p:spPr/>
        <p:txBody>
          <a:bodyPr/>
          <a:lstStyle/>
          <a:p>
            <a:r>
              <a:rPr lang="en-US" altLang="zh-CN"/>
              <a:t>In a </a:t>
            </a:r>
            <a:r>
              <a:rPr lang="en-US" altLang="zh-CN" i="1"/>
              <a:t>hosted services </a:t>
            </a:r>
            <a:r>
              <a:rPr lang="en-US" altLang="zh-CN"/>
              <a:t>environment, servers, storage, and the supporting networking infrastructure are shared by multiple enterprises over a remote network connection</a:t>
            </a:r>
          </a:p>
          <a:p>
            <a:r>
              <a:rPr lang="en-US" altLang="en-US" b="1"/>
              <a:t>Cloud computing </a:t>
            </a:r>
            <a:r>
              <a:rPr lang="en-US" altLang="en-US"/>
              <a:t>is a model for enabling convenient, on-demand network access to a shared pool of configurable computing resources</a:t>
            </a:r>
          </a:p>
          <a:p>
            <a:pPr lvl="1"/>
            <a:r>
              <a:rPr lang="en-US" altLang="en-US"/>
              <a:t>Entities that offer cloud computing are called </a:t>
            </a:r>
            <a:r>
              <a:rPr lang="en-US" altLang="en-US" b="1"/>
              <a:t>cloud service providers</a:t>
            </a:r>
          </a:p>
          <a:p>
            <a:r>
              <a:rPr lang="en-US" altLang="en-US"/>
              <a:t>The savings available through cloud computing are due to the following factors:</a:t>
            </a:r>
          </a:p>
          <a:p>
            <a:pPr lvl="1"/>
            <a:r>
              <a:rPr lang="en-US" altLang="en-US" i="1"/>
              <a:t>Elasticity and scalability</a:t>
            </a:r>
          </a:p>
          <a:p>
            <a:pPr lvl="1"/>
            <a:r>
              <a:rPr lang="en-US" altLang="en-US" i="1"/>
              <a:t>Pay-per-use</a:t>
            </a:r>
          </a:p>
          <a:p>
            <a:pPr lvl="1"/>
            <a:r>
              <a:rPr lang="en-US" altLang="en-US" i="1"/>
              <a:t>On demand</a:t>
            </a:r>
          </a:p>
          <a:p>
            <a:pPr lvl="1"/>
            <a:r>
              <a:rPr lang="en-US" altLang="en-US" i="1"/>
              <a:t>Resiliency</a:t>
            </a:r>
            <a:endParaRPr lang="en-US" altLang="zh-CN"/>
          </a:p>
          <a:p>
            <a:endParaRPr lang="en-US" altLang="zh-CN"/>
          </a:p>
          <a:p>
            <a:endParaRPr lang="zh-CN" altLang="en-US"/>
          </a:p>
        </p:txBody>
      </p:sp>
    </p:spTree>
    <p:extLst>
      <p:ext uri="{BB962C8B-B14F-4D97-AF65-F5344CB8AC3E}">
        <p14:creationId xmlns:p14="http://schemas.microsoft.com/office/powerpoint/2010/main" val="2794947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Introduction to Cloud Computing</a:t>
            </a:r>
            <a:endParaRPr lang="zh-CN" altLang="en-US"/>
          </a:p>
        </p:txBody>
      </p:sp>
      <p:sp>
        <p:nvSpPr>
          <p:cNvPr id="3" name="Text Placeholder 2"/>
          <p:cNvSpPr>
            <a:spLocks noGrp="1"/>
          </p:cNvSpPr>
          <p:nvPr>
            <p:ph type="body" sz="quarter" idx="17"/>
          </p:nvPr>
        </p:nvSpPr>
        <p:spPr/>
        <p:txBody>
          <a:bodyPr/>
          <a:lstStyle/>
          <a:p>
            <a:r>
              <a:rPr lang="en-US" altLang="zh-CN"/>
              <a:t>There are four service models in cloud computing:</a:t>
            </a:r>
          </a:p>
          <a:p>
            <a:pPr lvl="1">
              <a:defRPr/>
            </a:pPr>
            <a:r>
              <a:rPr lang="en-US" altLang="zh-CN" b="1"/>
              <a:t>Software as a Service (SaaS)</a:t>
            </a:r>
          </a:p>
          <a:p>
            <a:pPr lvl="2">
              <a:defRPr/>
            </a:pPr>
            <a:r>
              <a:rPr lang="en-US" altLang="zh-CN"/>
              <a:t>Vendor provides access to the vendor’s software applications running on a cloud infrastructure</a:t>
            </a:r>
          </a:p>
          <a:p>
            <a:pPr lvl="1">
              <a:defRPr/>
            </a:pPr>
            <a:r>
              <a:rPr lang="en-US" altLang="zh-CN" b="1"/>
              <a:t>Platform as a Service (PaaS)</a:t>
            </a:r>
          </a:p>
          <a:p>
            <a:pPr lvl="2">
              <a:defRPr/>
            </a:pPr>
            <a:r>
              <a:rPr lang="en-US" altLang="zh-CN"/>
              <a:t>Consumers install and run their own specialized applications on the cloud computing network</a:t>
            </a:r>
          </a:p>
          <a:p>
            <a:pPr lvl="1">
              <a:defRPr/>
            </a:pPr>
            <a:r>
              <a:rPr lang="en-US" altLang="zh-CN" b="1"/>
              <a:t>Infrastructure as a Service (IaaS)</a:t>
            </a:r>
          </a:p>
          <a:p>
            <a:pPr lvl="2">
              <a:defRPr/>
            </a:pPr>
            <a:r>
              <a:rPr lang="en-US" altLang="zh-CN"/>
              <a:t>Vendor allows customers to deploy and run their own software, including OSs and applications</a:t>
            </a:r>
          </a:p>
          <a:p>
            <a:pPr lvl="1"/>
            <a:r>
              <a:rPr lang="en-US" altLang="zh-CN" b="1"/>
              <a:t>Anything as a Service (XaaS)</a:t>
            </a:r>
          </a:p>
          <a:p>
            <a:pPr lvl="2"/>
            <a:r>
              <a:rPr lang="en-US" altLang="zh-CN"/>
              <a:t>A broad category of subscription services related to cloud computing</a:t>
            </a:r>
          </a:p>
          <a:p>
            <a:endParaRPr lang="zh-CN" altLang="en-US"/>
          </a:p>
        </p:txBody>
      </p:sp>
    </p:spTree>
    <p:extLst>
      <p:ext uri="{BB962C8B-B14F-4D97-AF65-F5344CB8AC3E}">
        <p14:creationId xmlns:p14="http://schemas.microsoft.com/office/powerpoint/2010/main" val="785313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a:xfrm>
            <a:off x="597550" y="100585"/>
            <a:ext cx="10984850" cy="888999"/>
          </a:xfrm>
        </p:spPr>
        <p:txBody>
          <a:bodyPr/>
          <a:lstStyle/>
          <a:p>
            <a:pPr algn="ctr"/>
            <a:r>
              <a:rPr lang="en-US"/>
              <a:t>Software-as-a-Service</a:t>
            </a:r>
          </a:p>
        </p:txBody>
      </p:sp>
      <p:sp>
        <p:nvSpPr>
          <p:cNvPr id="10" name="Content Placeholder 2">
            <a:extLst>
              <a:ext uri="{FF2B5EF4-FFF2-40B4-BE49-F238E27FC236}">
                <a16:creationId xmlns:a16="http://schemas.microsoft.com/office/drawing/2014/main" id="{225CE557-E349-8ACF-6D23-ABBEAF62F81E}"/>
              </a:ext>
            </a:extLst>
          </p:cNvPr>
          <p:cNvSpPr>
            <a:spLocks noGrp="1"/>
          </p:cNvSpPr>
          <p:nvPr>
            <p:ph idx="1"/>
          </p:nvPr>
        </p:nvSpPr>
        <p:spPr>
          <a:xfrm>
            <a:off x="597550" y="1127187"/>
            <a:ext cx="6108050" cy="4800599"/>
          </a:xfrm>
        </p:spPr>
        <p:txBody>
          <a:bodyPr>
            <a:normAutofit/>
          </a:bodyPr>
          <a:lstStyle/>
          <a:p>
            <a:pPr marL="292100" indent="-292100">
              <a:buClr>
                <a:schemeClr val="accent2"/>
              </a:buClr>
              <a:buFont typeface="Arial" panose="020B0604020202020204" pitchFamily="34" charset="0"/>
              <a:buChar char="•"/>
            </a:pPr>
            <a:r>
              <a:rPr lang="en-US" sz="2400"/>
              <a:t>Applications are supplied by the service provider</a:t>
            </a:r>
          </a:p>
          <a:p>
            <a:pPr marL="292100" indent="-292100">
              <a:buClr>
                <a:schemeClr val="accent2"/>
              </a:buClr>
              <a:buFont typeface="Arial" panose="020B0604020202020204" pitchFamily="34" charset="0"/>
              <a:buChar char="•"/>
            </a:pPr>
            <a:r>
              <a:rPr lang="en-US" sz="2400"/>
              <a:t>The user does not manage or control the underlying cloud infrastructure or individual application capabilities</a:t>
            </a:r>
          </a:p>
          <a:p>
            <a:pPr marL="292100" indent="-292100">
              <a:buClr>
                <a:schemeClr val="accent2"/>
              </a:buClr>
              <a:buFont typeface="Arial" panose="020B0604020202020204" pitchFamily="34" charset="0"/>
              <a:buChar char="•"/>
            </a:pPr>
            <a:r>
              <a:rPr lang="en-US" sz="2400"/>
              <a:t>Examples:</a:t>
            </a:r>
          </a:p>
          <a:p>
            <a:pPr marL="635508" lvl="1" indent="-342900">
              <a:buClr>
                <a:schemeClr val="accent2"/>
              </a:buClr>
              <a:buFont typeface="Wingdings" panose="05000000000000000000" pitchFamily="2" charset="2"/>
              <a:buChar char="Ø"/>
            </a:pPr>
            <a:r>
              <a:rPr lang="en-US" sz="2000" err="1"/>
              <a:t>GoogleApps</a:t>
            </a:r>
            <a:r>
              <a:rPr lang="en-US" sz="2000"/>
              <a:t>, Microsoft Office 365</a:t>
            </a:r>
          </a:p>
          <a:p>
            <a:pPr marL="635508" lvl="1" indent="-342900">
              <a:buClr>
                <a:schemeClr val="accent2"/>
              </a:buClr>
              <a:buFont typeface="Wingdings" panose="05000000000000000000" pitchFamily="2" charset="2"/>
              <a:buChar char="Ø"/>
            </a:pPr>
            <a:r>
              <a:rPr lang="en-US" sz="2000"/>
              <a:t>Customer Relationship Management (CRM)</a:t>
            </a:r>
          </a:p>
          <a:p>
            <a:pPr marL="635508" lvl="1" indent="-342900">
              <a:buClr>
                <a:schemeClr val="accent2"/>
              </a:buClr>
              <a:buFont typeface="Wingdings" panose="05000000000000000000" pitchFamily="2" charset="2"/>
              <a:buChar char="Ø"/>
            </a:pPr>
            <a:r>
              <a:rPr lang="en-US" sz="2000"/>
              <a:t>Enterprise Resource Planning (ERP)</a:t>
            </a:r>
          </a:p>
          <a:p>
            <a:pPr marL="635508" lvl="1" indent="-342900">
              <a:buClr>
                <a:schemeClr val="accent2"/>
              </a:buClr>
              <a:buFont typeface="Wingdings" panose="05000000000000000000" pitchFamily="2" charset="2"/>
              <a:buChar char="Ø"/>
            </a:pPr>
            <a:r>
              <a:rPr lang="en-US" sz="2000"/>
              <a:t>Etc.</a:t>
            </a:r>
          </a:p>
        </p:txBody>
      </p:sp>
      <p:pic>
        <p:nvPicPr>
          <p:cNvPr id="8" name="Picture 7">
            <a:extLst>
              <a:ext uri="{FF2B5EF4-FFF2-40B4-BE49-F238E27FC236}">
                <a16:creationId xmlns:a16="http://schemas.microsoft.com/office/drawing/2014/main" id="{BC4BB4E6-24B2-E393-292F-8B6996CC63AF}"/>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7315199" y="1334015"/>
            <a:ext cx="4569751" cy="4593771"/>
          </a:xfrm>
          <a:prstGeom prst="rect">
            <a:avLst/>
          </a:prstGeom>
        </p:spPr>
      </p:pic>
    </p:spTree>
    <p:extLst>
      <p:ext uri="{BB962C8B-B14F-4D97-AF65-F5344CB8AC3E}">
        <p14:creationId xmlns:p14="http://schemas.microsoft.com/office/powerpoint/2010/main" val="3651597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a:xfrm>
            <a:off x="597550" y="64009"/>
            <a:ext cx="10984850" cy="888999"/>
          </a:xfrm>
        </p:spPr>
        <p:txBody>
          <a:bodyPr/>
          <a:lstStyle/>
          <a:p>
            <a:pPr algn="ctr"/>
            <a:r>
              <a:rPr lang="en-US"/>
              <a:t>Platform-as-a-Service (PaaS)</a:t>
            </a:r>
          </a:p>
        </p:txBody>
      </p:sp>
      <p:sp>
        <p:nvSpPr>
          <p:cNvPr id="10" name="Content Placeholder 2">
            <a:extLst>
              <a:ext uri="{FF2B5EF4-FFF2-40B4-BE49-F238E27FC236}">
                <a16:creationId xmlns:a16="http://schemas.microsoft.com/office/drawing/2014/main" id="{225CE557-E349-8ACF-6D23-ABBEAF62F81E}"/>
              </a:ext>
            </a:extLst>
          </p:cNvPr>
          <p:cNvSpPr>
            <a:spLocks noGrp="1"/>
          </p:cNvSpPr>
          <p:nvPr>
            <p:ph idx="1"/>
          </p:nvPr>
        </p:nvSpPr>
        <p:spPr>
          <a:xfrm>
            <a:off x="597550" y="1127187"/>
            <a:ext cx="6108050" cy="4800599"/>
          </a:xfrm>
        </p:spPr>
        <p:txBody>
          <a:bodyPr>
            <a:noAutofit/>
          </a:bodyPr>
          <a:lstStyle/>
          <a:p>
            <a:pPr marL="292100" indent="-292100">
              <a:buClr>
                <a:schemeClr val="accent2"/>
              </a:buClr>
              <a:buFont typeface="Arial" panose="020B0604020202020204" pitchFamily="34" charset="0"/>
              <a:buChar char="•"/>
            </a:pPr>
            <a:r>
              <a:rPr lang="en-US" sz="2400"/>
              <a:t>PaaS provides an environment for developers and companies to create, host and deploy applications</a:t>
            </a:r>
          </a:p>
          <a:p>
            <a:pPr marL="292100" indent="-292100">
              <a:buClr>
                <a:schemeClr val="accent2"/>
              </a:buClr>
              <a:buFont typeface="Arial" panose="020B0604020202020204" pitchFamily="34" charset="0"/>
              <a:buChar char="•"/>
            </a:pPr>
            <a:r>
              <a:rPr lang="en-US" sz="2400"/>
              <a:t>Saves developers from the complexities of infrastructure</a:t>
            </a:r>
          </a:p>
          <a:p>
            <a:pPr marL="292100" indent="-292100">
              <a:buClr>
                <a:schemeClr val="accent2"/>
              </a:buClr>
              <a:buFont typeface="Arial" panose="020B0604020202020204" pitchFamily="34" charset="0"/>
              <a:buChar char="•"/>
            </a:pPr>
            <a:r>
              <a:rPr lang="en-US" sz="2400"/>
              <a:t>Focus on writing code rather than provisioning services and infrastructure </a:t>
            </a:r>
          </a:p>
          <a:p>
            <a:pPr marL="292100" indent="-292100">
              <a:buClr>
                <a:schemeClr val="accent2"/>
              </a:buClr>
              <a:buFont typeface="Arial" panose="020B0604020202020204" pitchFamily="34" charset="0"/>
              <a:buChar char="•"/>
            </a:pPr>
            <a:r>
              <a:rPr lang="en-US" sz="2400"/>
              <a:t>Not particularly useful when </a:t>
            </a:r>
          </a:p>
          <a:p>
            <a:pPr marL="635508" lvl="1" indent="-342900">
              <a:buClr>
                <a:schemeClr val="accent2"/>
              </a:buClr>
              <a:buFont typeface="Wingdings" panose="05000000000000000000" pitchFamily="2" charset="2"/>
              <a:buChar char="Ø"/>
            </a:pPr>
            <a:r>
              <a:rPr lang="en-US" sz="2000"/>
              <a:t>The application must be portable.</a:t>
            </a:r>
          </a:p>
          <a:p>
            <a:pPr marL="635508" lvl="1" indent="-342900">
              <a:buClr>
                <a:schemeClr val="accent2"/>
              </a:buClr>
              <a:buFont typeface="Wingdings" panose="05000000000000000000" pitchFamily="2" charset="2"/>
              <a:buChar char="Ø"/>
            </a:pPr>
            <a:r>
              <a:rPr lang="en-US" sz="2000"/>
              <a:t>Proprietary programming languages are used.</a:t>
            </a:r>
          </a:p>
          <a:p>
            <a:pPr marL="635508" lvl="1" indent="-342900">
              <a:buClr>
                <a:schemeClr val="accent2"/>
              </a:buClr>
              <a:buFont typeface="Wingdings" panose="05000000000000000000" pitchFamily="2" charset="2"/>
              <a:buChar char="Ø"/>
            </a:pPr>
            <a:r>
              <a:rPr lang="en-US" sz="2000"/>
              <a:t>The hardware and software must be customized to improve the performance of the application </a:t>
            </a:r>
          </a:p>
          <a:p>
            <a:pPr marL="292608" lvl="1" indent="0">
              <a:buClr>
                <a:schemeClr val="accent2"/>
              </a:buClr>
              <a:buNone/>
            </a:pPr>
            <a:br>
              <a:rPr lang="en-US" sz="2400"/>
            </a:br>
            <a:endParaRPr lang="en-US" sz="2400"/>
          </a:p>
        </p:txBody>
      </p:sp>
      <p:pic>
        <p:nvPicPr>
          <p:cNvPr id="5" name="Picture 4">
            <a:extLst>
              <a:ext uri="{FF2B5EF4-FFF2-40B4-BE49-F238E27FC236}">
                <a16:creationId xmlns:a16="http://schemas.microsoft.com/office/drawing/2014/main" id="{DAFFB7E2-9379-429A-34A6-5067E7B2E974}"/>
              </a:ext>
            </a:extLst>
          </p:cNvPr>
          <p:cNvPicPr>
            <a:picLocks noChangeAspect="1"/>
          </p:cNvPicPr>
          <p:nvPr/>
        </p:nvPicPr>
        <p:blipFill rotWithShape="1">
          <a:blip r:embed="rId3">
            <a:clrChange>
              <a:clrFrom>
                <a:srgbClr val="FFFFFF"/>
              </a:clrFrom>
              <a:clrTo>
                <a:srgbClr val="FFFFFF">
                  <a:alpha val="0"/>
                </a:srgbClr>
              </a:clrTo>
            </a:clrChange>
            <a:duotone>
              <a:schemeClr val="accent2">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Lst>
          </a:blip>
          <a:srcRect l="29536"/>
          <a:stretch/>
        </p:blipFill>
        <p:spPr>
          <a:xfrm>
            <a:off x="7170055" y="1324160"/>
            <a:ext cx="5007429" cy="4603626"/>
          </a:xfrm>
          <a:prstGeom prst="rect">
            <a:avLst/>
          </a:prstGeom>
        </p:spPr>
      </p:pic>
    </p:spTree>
    <p:extLst>
      <p:ext uri="{BB962C8B-B14F-4D97-AF65-F5344CB8AC3E}">
        <p14:creationId xmlns:p14="http://schemas.microsoft.com/office/powerpoint/2010/main" val="3438484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a:xfrm>
            <a:off x="597550" y="54865"/>
            <a:ext cx="10984850" cy="888999"/>
          </a:xfrm>
        </p:spPr>
        <p:txBody>
          <a:bodyPr/>
          <a:lstStyle/>
          <a:p>
            <a:pPr algn="ctr"/>
            <a:r>
              <a:rPr lang="en-US"/>
              <a:t>Infrastructure-as-a-Service (IaaS)</a:t>
            </a:r>
          </a:p>
        </p:txBody>
      </p:sp>
      <p:sp>
        <p:nvSpPr>
          <p:cNvPr id="10" name="Content Placeholder 2">
            <a:extLst>
              <a:ext uri="{FF2B5EF4-FFF2-40B4-BE49-F238E27FC236}">
                <a16:creationId xmlns:a16="http://schemas.microsoft.com/office/drawing/2014/main" id="{225CE557-E349-8ACF-6D23-ABBEAF62F81E}"/>
              </a:ext>
            </a:extLst>
          </p:cNvPr>
          <p:cNvSpPr>
            <a:spLocks noGrp="1"/>
          </p:cNvSpPr>
          <p:nvPr>
            <p:ph idx="1"/>
          </p:nvPr>
        </p:nvSpPr>
        <p:spPr>
          <a:xfrm>
            <a:off x="597550" y="1127187"/>
            <a:ext cx="6108050" cy="4800599"/>
          </a:xfrm>
        </p:spPr>
        <p:txBody>
          <a:bodyPr>
            <a:noAutofit/>
          </a:bodyPr>
          <a:lstStyle/>
          <a:p>
            <a:pPr marL="292100" indent="-292100">
              <a:buClr>
                <a:schemeClr val="accent2"/>
              </a:buClr>
              <a:buFont typeface="Arial" panose="020B0604020202020204" pitchFamily="34" charset="0"/>
              <a:buChar char="•"/>
            </a:pPr>
            <a:r>
              <a:rPr lang="en-US" sz="2400"/>
              <a:t>The user does not manage or control the underlying cloud infrastructure </a:t>
            </a:r>
          </a:p>
          <a:p>
            <a:pPr marL="292100" indent="-292100">
              <a:buClr>
                <a:schemeClr val="accent2"/>
              </a:buClr>
              <a:buFont typeface="Arial" panose="020B0604020202020204" pitchFamily="34" charset="0"/>
              <a:buChar char="•"/>
            </a:pPr>
            <a:r>
              <a:rPr lang="en-US" sz="2400"/>
              <a:t>But has control over operating systems, storage, deployed applications, and possibly limited control of some networking components, e.g., host firewalls</a:t>
            </a:r>
          </a:p>
          <a:p>
            <a:pPr marL="292100" indent="-292100">
              <a:buClr>
                <a:schemeClr val="accent2"/>
              </a:buClr>
              <a:buFont typeface="Arial" panose="020B0604020202020204" pitchFamily="34" charset="0"/>
              <a:buChar char="•"/>
            </a:pPr>
            <a:r>
              <a:rPr lang="en-US" sz="2400"/>
              <a:t>Examples:</a:t>
            </a:r>
          </a:p>
          <a:p>
            <a:pPr marL="584708" lvl="1" indent="-292100">
              <a:buClr>
                <a:schemeClr val="accent2"/>
              </a:buClr>
              <a:buFont typeface="Arial" panose="020B0604020202020204" pitchFamily="34" charset="0"/>
              <a:buChar char="•"/>
            </a:pPr>
            <a:r>
              <a:rPr lang="en-US" sz="2000"/>
              <a:t>Amazon AWS EC2</a:t>
            </a:r>
          </a:p>
          <a:p>
            <a:pPr marL="584708" lvl="1" indent="-292100">
              <a:buClr>
                <a:schemeClr val="accent2"/>
              </a:buClr>
              <a:buFont typeface="Arial" panose="020B0604020202020204" pitchFamily="34" charset="0"/>
              <a:buChar char="•"/>
            </a:pPr>
            <a:r>
              <a:rPr lang="en-US" sz="2000"/>
              <a:t>Google Compute Engine</a:t>
            </a:r>
          </a:p>
          <a:p>
            <a:pPr marL="584708" lvl="1" indent="-292100">
              <a:buClr>
                <a:schemeClr val="accent2"/>
              </a:buClr>
              <a:buFont typeface="Arial" panose="020B0604020202020204" pitchFamily="34" charset="0"/>
              <a:buChar char="•"/>
            </a:pPr>
            <a:endParaRPr lang="en-US" sz="2000"/>
          </a:p>
          <a:p>
            <a:pPr marL="292100" indent="-292100">
              <a:buClr>
                <a:schemeClr val="accent2"/>
              </a:buClr>
              <a:buFont typeface="Arial" panose="020B0604020202020204" pitchFamily="34" charset="0"/>
              <a:buChar char="•"/>
            </a:pPr>
            <a:endParaRPr lang="en-US" sz="2400"/>
          </a:p>
          <a:p>
            <a:pPr marL="292100" indent="-292100">
              <a:buClr>
                <a:schemeClr val="accent2"/>
              </a:buClr>
              <a:buFont typeface="Arial" panose="020B0604020202020204" pitchFamily="34" charset="0"/>
              <a:buChar char="•"/>
            </a:pPr>
            <a:endParaRPr lang="en-US" sz="2400"/>
          </a:p>
        </p:txBody>
      </p:sp>
      <p:pic>
        <p:nvPicPr>
          <p:cNvPr id="7" name="Picture 6">
            <a:extLst>
              <a:ext uri="{FF2B5EF4-FFF2-40B4-BE49-F238E27FC236}">
                <a16:creationId xmlns:a16="http://schemas.microsoft.com/office/drawing/2014/main" id="{DC549910-7828-FB3B-CEDD-3D5495AEAD5C}"/>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Lst>
          </a:blip>
          <a:srcRect l="30270"/>
          <a:stretch/>
        </p:blipFill>
        <p:spPr>
          <a:xfrm>
            <a:off x="7171677" y="1293144"/>
            <a:ext cx="4875179" cy="4634642"/>
          </a:xfrm>
          <a:prstGeom prst="rect">
            <a:avLst/>
          </a:prstGeom>
        </p:spPr>
      </p:pic>
    </p:spTree>
    <p:extLst>
      <p:ext uri="{BB962C8B-B14F-4D97-AF65-F5344CB8AC3E}">
        <p14:creationId xmlns:p14="http://schemas.microsoft.com/office/powerpoint/2010/main" val="249699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a:xfrm>
            <a:off x="597550" y="166507"/>
            <a:ext cx="10984850" cy="888999"/>
          </a:xfrm>
        </p:spPr>
        <p:txBody>
          <a:bodyPr/>
          <a:lstStyle/>
          <a:p>
            <a:pPr algn="ctr"/>
            <a:r>
              <a:rPr lang="en-US"/>
              <a:t>IaaS vs PaaS vs SaaS</a:t>
            </a:r>
          </a:p>
        </p:txBody>
      </p:sp>
      <p:pic>
        <p:nvPicPr>
          <p:cNvPr id="11" name="Picture 10">
            <a:extLst>
              <a:ext uri="{FF2B5EF4-FFF2-40B4-BE49-F238E27FC236}">
                <a16:creationId xmlns:a16="http://schemas.microsoft.com/office/drawing/2014/main" id="{C4100989-3BE7-EB9B-A28F-587CCD05D19A}"/>
              </a:ext>
            </a:extLst>
          </p:cNvPr>
          <p:cNvPicPr>
            <a:picLocks noChangeAspect="1"/>
          </p:cNvPicPr>
          <p:nvPr/>
        </p:nvPicPr>
        <p:blipFill>
          <a:blip r:embed="rId3">
            <a:clrChange>
              <a:clrFrom>
                <a:srgbClr val="FFFFFF"/>
              </a:clrFrom>
              <a:clrTo>
                <a:srgbClr val="FFFFFF">
                  <a:alpha val="0"/>
                </a:srgbClr>
              </a:clrTo>
            </a:clrChange>
            <a:duotone>
              <a:schemeClr val="accent2">
                <a:shade val="45000"/>
                <a:satMod val="135000"/>
              </a:schemeClr>
              <a:prstClr val="white"/>
            </a:duotone>
          </a:blip>
          <a:stretch>
            <a:fillRect/>
          </a:stretch>
        </p:blipFill>
        <p:spPr>
          <a:xfrm>
            <a:off x="1702997" y="1161249"/>
            <a:ext cx="8786005" cy="5530244"/>
          </a:xfrm>
          <a:prstGeom prst="rect">
            <a:avLst/>
          </a:prstGeom>
        </p:spPr>
      </p:pic>
    </p:spTree>
    <p:extLst>
      <p:ext uri="{BB962C8B-B14F-4D97-AF65-F5344CB8AC3E}">
        <p14:creationId xmlns:p14="http://schemas.microsoft.com/office/powerpoint/2010/main" val="3833280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Securing Cloud Computing</a:t>
            </a:r>
            <a:endParaRPr lang="zh-CN" altLang="en-US"/>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845563530"/>
              </p:ext>
            </p:extLst>
          </p:nvPr>
        </p:nvGraphicFramePr>
        <p:xfrm>
          <a:off x="1069848" y="1551940"/>
          <a:ext cx="9776587" cy="3754120"/>
        </p:xfrm>
        <a:graphic>
          <a:graphicData uri="http://schemas.openxmlformats.org/drawingml/2006/table">
            <a:tbl>
              <a:tblPr firstRow="1" bandRow="1">
                <a:tableStyleId>{5C22544A-7EE6-4342-B048-85BDC9FD1C3A}</a:tableStyleId>
              </a:tblPr>
              <a:tblGrid>
                <a:gridCol w="2257017">
                  <a:extLst>
                    <a:ext uri="{9D8B030D-6E8A-4147-A177-3AD203B41FA5}">
                      <a16:colId xmlns:a16="http://schemas.microsoft.com/office/drawing/2014/main" val="20000"/>
                    </a:ext>
                  </a:extLst>
                </a:gridCol>
                <a:gridCol w="7519570">
                  <a:extLst>
                    <a:ext uri="{9D8B030D-6E8A-4147-A177-3AD203B41FA5}">
                      <a16:colId xmlns:a16="http://schemas.microsoft.com/office/drawing/2014/main" val="20001"/>
                    </a:ext>
                  </a:extLst>
                </a:gridCol>
              </a:tblGrid>
              <a:tr h="370840">
                <a:tc>
                  <a:txBody>
                    <a:bodyPr/>
                    <a:lstStyle/>
                    <a:p>
                      <a:r>
                        <a:rPr lang="en-US" altLang="zh-CN" sz="1400"/>
                        <a:t>Security issue</a:t>
                      </a:r>
                      <a:endParaRPr lang="zh-CN" altLang="en-US" sz="1400"/>
                    </a:p>
                  </a:txBody>
                  <a:tcPr/>
                </a:tc>
                <a:tc>
                  <a:txBody>
                    <a:bodyPr/>
                    <a:lstStyle/>
                    <a:p>
                      <a:r>
                        <a:rPr lang="en-US" altLang="zh-CN" sz="1400"/>
                        <a:t>Description</a:t>
                      </a:r>
                      <a:endParaRPr lang="zh-CN" altLang="en-US" sz="1400"/>
                    </a:p>
                  </a:txBody>
                  <a:tcPr/>
                </a:tc>
                <a:extLst>
                  <a:ext uri="{0D108BD9-81ED-4DB2-BD59-A6C34878D82A}">
                    <a16:rowId xmlns:a16="http://schemas.microsoft.com/office/drawing/2014/main" val="10000"/>
                  </a:ext>
                </a:extLst>
              </a:tr>
              <a:tr h="370840">
                <a:tc>
                  <a:txBody>
                    <a:bodyPr/>
                    <a:lstStyle/>
                    <a:p>
                      <a:r>
                        <a:rPr lang="en-US" altLang="zh-CN" sz="1600"/>
                        <a:t>Unauthorized access to data</a:t>
                      </a:r>
                      <a:endParaRPr lang="zh-CN" altLang="en-US" sz="1600"/>
                    </a:p>
                  </a:txBody>
                  <a:tcPr/>
                </a:tc>
                <a:tc>
                  <a:txBody>
                    <a:bodyPr/>
                    <a:lstStyle/>
                    <a:p>
                      <a:r>
                        <a:rPr lang="en-US" altLang="zh-CN" sz="1600"/>
                        <a:t>Improper cloud security configurations</a:t>
                      </a:r>
                      <a:r>
                        <a:rPr lang="en-US" altLang="zh-CN" sz="1600" baseline="0"/>
                        <a:t> can result in data being left exposed.</a:t>
                      </a:r>
                      <a:endParaRPr lang="zh-CN" altLang="en-US" sz="1600"/>
                    </a:p>
                  </a:txBody>
                  <a:tcPr/>
                </a:tc>
                <a:extLst>
                  <a:ext uri="{0D108BD9-81ED-4DB2-BD59-A6C34878D82A}">
                    <a16:rowId xmlns:a16="http://schemas.microsoft.com/office/drawing/2014/main" val="10001"/>
                  </a:ext>
                </a:extLst>
              </a:tr>
              <a:tr h="370840">
                <a:tc>
                  <a:txBody>
                    <a:bodyPr/>
                    <a:lstStyle/>
                    <a:p>
                      <a:r>
                        <a:rPr lang="en-US" altLang="zh-CN" sz="1600"/>
                        <a:t>Lack of visibility</a:t>
                      </a:r>
                      <a:endParaRPr lang="zh-CN" altLang="en-US" sz="1600"/>
                    </a:p>
                  </a:txBody>
                  <a:tcPr/>
                </a:tc>
                <a:tc>
                  <a:txBody>
                    <a:bodyPr/>
                    <a:lstStyle/>
                    <a:p>
                      <a:r>
                        <a:rPr lang="en-US" altLang="zh-CN" sz="1600" b="0" i="0" u="none" strike="noStrike" kern="1200" baseline="0">
                          <a:solidFill>
                            <a:schemeClr val="dk1"/>
                          </a:solidFill>
                          <a:latin typeface="+mn-lt"/>
                          <a:ea typeface="+mn-ea"/>
                          <a:cs typeface="+mn-cs"/>
                        </a:rPr>
                        <a:t>Organizations have limited or no visibility into the security mechanisms of the</a:t>
                      </a:r>
                    </a:p>
                    <a:p>
                      <a:r>
                        <a:rPr lang="en-US" altLang="zh-CN" sz="1600" b="0" i="0" u="none" strike="noStrike" kern="1200" baseline="0">
                          <a:solidFill>
                            <a:schemeClr val="dk1"/>
                          </a:solidFill>
                          <a:latin typeface="+mn-lt"/>
                          <a:ea typeface="+mn-ea"/>
                          <a:cs typeface="+mn-cs"/>
                        </a:rPr>
                        <a:t>cloud provider and thus cannot verify the effectiveness of security controls.</a:t>
                      </a:r>
                      <a:endParaRPr lang="zh-CN" altLang="en-US" sz="1600"/>
                    </a:p>
                  </a:txBody>
                  <a:tcPr/>
                </a:tc>
                <a:extLst>
                  <a:ext uri="{0D108BD9-81ED-4DB2-BD59-A6C34878D82A}">
                    <a16:rowId xmlns:a16="http://schemas.microsoft.com/office/drawing/2014/main" val="10002"/>
                  </a:ext>
                </a:extLst>
              </a:tr>
              <a:tr h="370840">
                <a:tc>
                  <a:txBody>
                    <a:bodyPr/>
                    <a:lstStyle/>
                    <a:p>
                      <a:r>
                        <a:rPr lang="en-US" altLang="zh-CN" sz="1600"/>
                        <a:t>Insecure application program interfaces (APIs)</a:t>
                      </a:r>
                      <a:endParaRPr lang="zh-CN" altLang="en-US" sz="1600"/>
                    </a:p>
                  </a:txBody>
                  <a:tcPr/>
                </a:tc>
                <a:tc>
                  <a:txBody>
                    <a:bodyPr/>
                    <a:lstStyle/>
                    <a:p>
                      <a:r>
                        <a:rPr lang="en-US" altLang="zh-CN" sz="1600" b="0" i="0" u="none" strike="noStrike" kern="1200" baseline="0">
                          <a:solidFill>
                            <a:schemeClr val="dk1"/>
                          </a:solidFill>
                          <a:latin typeface="+mn-lt"/>
                          <a:ea typeface="+mn-ea"/>
                          <a:cs typeface="+mn-cs"/>
                        </a:rPr>
                        <a:t>While APIs help cloud customers customize their PaaS by providing data</a:t>
                      </a:r>
                    </a:p>
                    <a:p>
                      <a:r>
                        <a:rPr lang="en-US" altLang="zh-CN" sz="1600" b="0" i="0" u="none" strike="noStrike" kern="1200" baseline="0">
                          <a:solidFill>
                            <a:schemeClr val="dk1"/>
                          </a:solidFill>
                          <a:latin typeface="+mn-lt"/>
                          <a:ea typeface="+mn-ea"/>
                          <a:cs typeface="+mn-cs"/>
                        </a:rPr>
                        <a:t>recognition, access, and effective encryption, a vulnerable API can be exploited</a:t>
                      </a:r>
                    </a:p>
                    <a:p>
                      <a:r>
                        <a:rPr lang="en-US" altLang="zh-CN" sz="1600" b="0" i="0" u="none" strike="noStrike" kern="1200" baseline="0">
                          <a:solidFill>
                            <a:schemeClr val="dk1"/>
                          </a:solidFill>
                          <a:latin typeface="+mn-lt"/>
                          <a:ea typeface="+mn-ea"/>
                          <a:cs typeface="+mn-cs"/>
                        </a:rPr>
                        <a:t>by threat actors.</a:t>
                      </a:r>
                      <a:endParaRPr lang="zh-CN" altLang="en-US" sz="1600"/>
                    </a:p>
                  </a:txBody>
                  <a:tcPr/>
                </a:tc>
                <a:extLst>
                  <a:ext uri="{0D108BD9-81ED-4DB2-BD59-A6C34878D82A}">
                    <a16:rowId xmlns:a16="http://schemas.microsoft.com/office/drawing/2014/main" val="10003"/>
                  </a:ext>
                </a:extLst>
              </a:tr>
              <a:tr h="370840">
                <a:tc>
                  <a:txBody>
                    <a:bodyPr/>
                    <a:lstStyle/>
                    <a:p>
                      <a:r>
                        <a:rPr lang="en-US" altLang="zh-CN" sz="1600"/>
                        <a:t>Compliance</a:t>
                      </a:r>
                      <a:r>
                        <a:rPr lang="en-US" altLang="zh-CN" sz="1600" baseline="0"/>
                        <a:t> regulations</a:t>
                      </a:r>
                      <a:endParaRPr lang="zh-CN" altLang="en-US" sz="1600"/>
                    </a:p>
                  </a:txBody>
                  <a:tcPr/>
                </a:tc>
                <a:tc>
                  <a:txBody>
                    <a:bodyPr/>
                    <a:lstStyle/>
                    <a:p>
                      <a:r>
                        <a:rPr lang="en-US" altLang="zh-CN" sz="1600" b="0" i="0" u="none" strike="noStrike" kern="1200" baseline="0">
                          <a:solidFill>
                            <a:schemeClr val="dk1"/>
                          </a:solidFill>
                          <a:latin typeface="+mn-lt"/>
                          <a:ea typeface="+mn-ea"/>
                          <a:cs typeface="+mn-cs"/>
                        </a:rPr>
                        <a:t>Maintaining compliance requires that an organization know where its data is,</a:t>
                      </a:r>
                    </a:p>
                    <a:p>
                      <a:r>
                        <a:rPr lang="en-US" altLang="zh-CN" sz="1600" b="0" i="0" u="none" strike="noStrike" kern="1200" baseline="0">
                          <a:solidFill>
                            <a:schemeClr val="dk1"/>
                          </a:solidFill>
                          <a:latin typeface="+mn-lt"/>
                          <a:ea typeface="+mn-ea"/>
                          <a:cs typeface="+mn-cs"/>
                        </a:rPr>
                        <a:t>who can access it, and how it is protected, but this can be difficult in an opaque</a:t>
                      </a:r>
                    </a:p>
                    <a:p>
                      <a:r>
                        <a:rPr lang="en-US" altLang="zh-CN" sz="1600" b="0" i="0" u="none" strike="noStrike" kern="1200" baseline="0">
                          <a:solidFill>
                            <a:schemeClr val="dk1"/>
                          </a:solidFill>
                          <a:latin typeface="+mn-lt"/>
                          <a:ea typeface="+mn-ea"/>
                          <a:cs typeface="+mn-cs"/>
                        </a:rPr>
                        <a:t>cloud system, which lacks transparency.</a:t>
                      </a:r>
                      <a:endParaRPr lang="zh-CN" altLang="en-US" sz="1600"/>
                    </a:p>
                  </a:txBody>
                  <a:tcPr/>
                </a:tc>
                <a:extLst>
                  <a:ext uri="{0D108BD9-81ED-4DB2-BD59-A6C34878D82A}">
                    <a16:rowId xmlns:a16="http://schemas.microsoft.com/office/drawing/2014/main" val="10004"/>
                  </a:ext>
                </a:extLst>
              </a:tr>
              <a:tr h="370840">
                <a:tc>
                  <a:txBody>
                    <a:bodyPr/>
                    <a:lstStyle/>
                    <a:p>
                      <a:r>
                        <a:rPr lang="en-US" altLang="zh-CN" sz="1600"/>
                        <a:t>System vulnerabilities</a:t>
                      </a:r>
                      <a:endParaRPr lang="zh-CN" altLang="en-US" sz="1600"/>
                    </a:p>
                  </a:txBody>
                  <a:tcPr/>
                </a:tc>
                <a:tc>
                  <a:txBody>
                    <a:bodyPr/>
                    <a:lstStyle/>
                    <a:p>
                      <a:r>
                        <a:rPr lang="en-US" altLang="zh-CN" sz="1600" b="0" i="0" u="none" strike="noStrike" kern="1200" baseline="0">
                          <a:solidFill>
                            <a:schemeClr val="dk1"/>
                          </a:solidFill>
                          <a:latin typeface="+mn-lt"/>
                          <a:ea typeface="+mn-ea"/>
                          <a:cs typeface="+mn-cs"/>
                        </a:rPr>
                        <a:t>A cloud infrastructure is prone to system vulnerabilities due to complex networks</a:t>
                      </a:r>
                    </a:p>
                    <a:p>
                      <a:r>
                        <a:rPr lang="en-US" altLang="zh-CN" sz="1600" b="0" i="0" u="none" strike="noStrike" kern="1200" baseline="0">
                          <a:solidFill>
                            <a:schemeClr val="dk1"/>
                          </a:solidFill>
                          <a:latin typeface="+mn-lt"/>
                          <a:ea typeface="+mn-ea"/>
                          <a:cs typeface="+mn-cs"/>
                        </a:rPr>
                        <a:t>and multiple third-party platforms.</a:t>
                      </a:r>
                      <a:endParaRPr lang="zh-CN" altLang="en-US" sz="160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80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Securing Cloud Computing</a:t>
            </a:r>
            <a:endParaRPr lang="zh-CN" altLang="en-US"/>
          </a:p>
        </p:txBody>
      </p:sp>
      <p:sp>
        <p:nvSpPr>
          <p:cNvPr id="3" name="Text Placeholder 2"/>
          <p:cNvSpPr>
            <a:spLocks noGrp="1"/>
          </p:cNvSpPr>
          <p:nvPr>
            <p:ph type="body" sz="quarter" idx="17"/>
          </p:nvPr>
        </p:nvSpPr>
        <p:spPr/>
        <p:txBody>
          <a:bodyPr/>
          <a:lstStyle/>
          <a:p>
            <a:r>
              <a:rPr lang="en-US" altLang="zh-CN"/>
              <a:t>Cloud Security Controls</a:t>
            </a:r>
          </a:p>
          <a:p>
            <a:pPr lvl="1"/>
            <a:r>
              <a:rPr lang="en-US" altLang="zh-CN"/>
              <a:t>Securing cloud computing involves using controls such as the following:</a:t>
            </a:r>
          </a:p>
          <a:p>
            <a:pPr lvl="2"/>
            <a:r>
              <a:rPr lang="en-US" altLang="zh-CN" b="1"/>
              <a:t>Conducting audits </a:t>
            </a:r>
            <a:r>
              <a:rPr lang="en-US" altLang="zh-CN"/>
              <a:t>– a </a:t>
            </a:r>
            <a:r>
              <a:rPr lang="en-US" altLang="zh-CN" b="1"/>
              <a:t>cloud security audit </a:t>
            </a:r>
            <a:r>
              <a:rPr lang="en-US" altLang="zh-CN"/>
              <a:t>is an independent examination of cloud service controls</a:t>
            </a:r>
          </a:p>
          <a:p>
            <a:pPr lvl="2"/>
            <a:r>
              <a:rPr lang="en-US" altLang="zh-CN" b="1"/>
              <a:t>Use Regions and Zones </a:t>
            </a:r>
            <a:r>
              <a:rPr lang="en-US" altLang="zh-CN"/>
              <a:t>– reliability and resiliency are achieved through duplicating processes across one or more geographical areas (called </a:t>
            </a:r>
            <a:r>
              <a:rPr lang="en-US" altLang="zh-CN" b="1"/>
              <a:t>high availability across zones</a:t>
            </a:r>
            <a:r>
              <a:rPr lang="en-US" altLang="zh-CN"/>
              <a:t>)</a:t>
            </a:r>
          </a:p>
          <a:p>
            <a:pPr lvl="2"/>
            <a:r>
              <a:rPr lang="en-US" altLang="zh-CN" b="1"/>
              <a:t>Secrets management </a:t>
            </a:r>
            <a:r>
              <a:rPr lang="en-US" altLang="zh-CN"/>
              <a:t>– enables strong security and improved management of a microservices-based architecture, allowing the entire cloud infrastructure to remain flexible and scalable without sacrificing security</a:t>
            </a:r>
          </a:p>
        </p:txBody>
      </p:sp>
    </p:spTree>
    <p:extLst>
      <p:ext uri="{BB962C8B-B14F-4D97-AF65-F5344CB8AC3E}">
        <p14:creationId xmlns:p14="http://schemas.microsoft.com/office/powerpoint/2010/main" val="8193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Securing Cloud Computing</a:t>
            </a:r>
            <a:endParaRPr lang="zh-CN" altLang="en-US"/>
          </a:p>
        </p:txBody>
      </p:sp>
      <p:sp>
        <p:nvSpPr>
          <p:cNvPr id="3" name="Text Placeholder 2"/>
          <p:cNvSpPr>
            <a:spLocks noGrp="1"/>
          </p:cNvSpPr>
          <p:nvPr>
            <p:ph type="body" sz="quarter" idx="17"/>
          </p:nvPr>
        </p:nvSpPr>
        <p:spPr/>
        <p:txBody>
          <a:bodyPr/>
          <a:lstStyle/>
          <a:p>
            <a:r>
              <a:rPr lang="en-US" altLang="zh-CN"/>
              <a:t>Application Security</a:t>
            </a:r>
          </a:p>
          <a:p>
            <a:pPr lvl="1"/>
            <a:r>
              <a:rPr lang="en-US" altLang="zh-CN"/>
              <a:t>One of an organization’s security protections for cloud computing application security is to use a </a:t>
            </a:r>
            <a:r>
              <a:rPr lang="en-US" altLang="zh-CN" b="1"/>
              <a:t>cloud access security broker </a:t>
            </a:r>
            <a:r>
              <a:rPr lang="en-US" altLang="zh-CN"/>
              <a:t>(</a:t>
            </a:r>
            <a:r>
              <a:rPr lang="en-US" altLang="zh-CN" b="1"/>
              <a:t>CASB</a:t>
            </a:r>
            <a:r>
              <a:rPr lang="en-US" altLang="zh-CN"/>
              <a:t>)</a:t>
            </a:r>
          </a:p>
          <a:p>
            <a:pPr lvl="1"/>
            <a:r>
              <a:rPr lang="en-US" altLang="zh-CN"/>
              <a:t>CASB is a set of software tools or services that resides between the enterprises’ on-premises infrastructure and the cloud provider’s infrastructure</a:t>
            </a:r>
          </a:p>
          <a:p>
            <a:pPr lvl="1"/>
            <a:r>
              <a:rPr lang="en-US" altLang="zh-CN"/>
              <a:t>CASB acts as a “gatekeeper”, ensuring that the security policies of the enterprise extend to its data in the cloud</a:t>
            </a:r>
          </a:p>
          <a:p>
            <a:r>
              <a:rPr lang="en-US" altLang="zh-CN"/>
              <a:t>Security Virtual Device Solutions</a:t>
            </a:r>
          </a:p>
          <a:p>
            <a:pPr lvl="1"/>
            <a:r>
              <a:rPr lang="en-US" altLang="zh-CN"/>
              <a:t>A </a:t>
            </a:r>
            <a:r>
              <a:rPr lang="en-US" altLang="zh-CN" b="1"/>
              <a:t>next-generation secure web gateway </a:t>
            </a:r>
            <a:r>
              <a:rPr lang="en-US" altLang="zh-CN"/>
              <a:t>(</a:t>
            </a:r>
            <a:r>
              <a:rPr lang="en-US" altLang="zh-CN" b="1"/>
              <a:t>SWG</a:t>
            </a:r>
            <a:r>
              <a:rPr lang="en-US" altLang="zh-CN"/>
              <a:t>) examines both incoming and outgoing traffic and performs basic URL and monitoring in web applications</a:t>
            </a:r>
          </a:p>
          <a:p>
            <a:pPr lvl="1"/>
            <a:r>
              <a:rPr lang="en-US" altLang="zh-CN"/>
              <a:t>A </a:t>
            </a:r>
            <a:r>
              <a:rPr lang="en-US" altLang="zh-CN" b="1"/>
              <a:t>cloud firewall </a:t>
            </a:r>
            <a:r>
              <a:rPr lang="en-US" altLang="zh-CN"/>
              <a:t>is virtual software that functions in a similar manner to a physical security appliance by examining traffic into and out of the cloud</a:t>
            </a:r>
          </a:p>
          <a:p>
            <a:pPr lvl="1"/>
            <a:endParaRPr lang="zh-CN" altLang="en-US"/>
          </a:p>
        </p:txBody>
      </p:sp>
    </p:spTree>
    <p:extLst>
      <p:ext uri="{BB962C8B-B14F-4D97-AF65-F5344CB8AC3E}">
        <p14:creationId xmlns:p14="http://schemas.microsoft.com/office/powerpoint/2010/main" val="981813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US"/>
              <a:t>Virtual Network Security</a:t>
            </a:r>
          </a:p>
        </p:txBody>
      </p:sp>
      <p:pic>
        <p:nvPicPr>
          <p:cNvPr id="7" name="Picture Placeholder 6" descr="This image provide a flowchart type diagram illustrating the firewall rule checking process."/>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2761129" y="1474833"/>
            <a:ext cx="4383367" cy="4440526"/>
          </a:xfrm>
        </p:spPr>
      </p:pic>
      <p:sp>
        <p:nvSpPr>
          <p:cNvPr id="6" name="Text Placeholder 5" descr="Firewall rules are checked in order of priority to determine whether a message is allowed to pass." title="Figure 6-3"/>
          <p:cNvSpPr>
            <a:spLocks noGrp="1"/>
          </p:cNvSpPr>
          <p:nvPr>
            <p:ph type="body" sz="quarter" idx="11"/>
          </p:nvPr>
        </p:nvSpPr>
        <p:spPr>
          <a:xfrm>
            <a:off x="7478972" y="4070657"/>
            <a:ext cx="3051868" cy="1808163"/>
          </a:xfrm>
        </p:spPr>
        <p:txBody>
          <a:bodyPr/>
          <a:lstStyle/>
          <a:p>
            <a:r>
              <a:rPr lang="en-US"/>
              <a:t>Figure 6-3 Firewall rules are checked in order of priority to determine whether a message is allowed to pass.</a:t>
            </a:r>
          </a:p>
        </p:txBody>
      </p:sp>
    </p:spTree>
    <p:extLst>
      <p:ext uri="{BB962C8B-B14F-4D97-AF65-F5344CB8AC3E}">
        <p14:creationId xmlns:p14="http://schemas.microsoft.com/office/powerpoint/2010/main" val="2210089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p:txBody>
          <a:bodyPr>
            <a:normAutofit/>
          </a:bodyPr>
          <a:lstStyle/>
          <a:p>
            <a:pPr algn="ctr"/>
            <a:r>
              <a:rPr lang="en-US"/>
              <a:t>Security groups</a:t>
            </a:r>
          </a:p>
        </p:txBody>
      </p:sp>
      <p:sp>
        <p:nvSpPr>
          <p:cNvPr id="5" name="TextBox 4">
            <a:extLst>
              <a:ext uri="{FF2B5EF4-FFF2-40B4-BE49-F238E27FC236}">
                <a16:creationId xmlns:a16="http://schemas.microsoft.com/office/drawing/2014/main" id="{06574F52-EE8B-F5DA-60CC-18987A10D8E0}"/>
              </a:ext>
            </a:extLst>
          </p:cNvPr>
          <p:cNvSpPr txBox="1"/>
          <p:nvPr/>
        </p:nvSpPr>
        <p:spPr>
          <a:xfrm>
            <a:off x="7251306" y="3955547"/>
            <a:ext cx="3821880" cy="954107"/>
          </a:xfrm>
          <a:prstGeom prst="rect">
            <a:avLst/>
          </a:prstGeom>
          <a:noFill/>
        </p:spPr>
        <p:txBody>
          <a:bodyPr wrap="none" rtlCol="0">
            <a:spAutoFit/>
          </a:bodyPr>
          <a:lstStyle/>
          <a:p>
            <a:r>
              <a:rPr lang="en-US" sz="2800">
                <a:ea typeface="Amazon Ember Light" panose="020B0403020204020204" pitchFamily="34" charset="0"/>
                <a:cs typeface="Amazon Ember Light" panose="020B0403020204020204" pitchFamily="34" charset="0"/>
              </a:rPr>
              <a:t>Security groups act at </a:t>
            </a:r>
            <a:br>
              <a:rPr lang="en-US" sz="2800">
                <a:ea typeface="Amazon Ember Light" panose="020B0403020204020204" pitchFamily="34" charset="0"/>
                <a:cs typeface="Amazon Ember Light" panose="020B0403020204020204" pitchFamily="34" charset="0"/>
              </a:rPr>
            </a:br>
            <a:r>
              <a:rPr lang="en-US" sz="2800">
                <a:ea typeface="Amazon Ember Light" panose="020B0403020204020204" pitchFamily="34" charset="0"/>
                <a:cs typeface="Amazon Ember Light" panose="020B0403020204020204" pitchFamily="34" charset="0"/>
              </a:rPr>
              <a:t>the </a:t>
            </a:r>
            <a:r>
              <a:rPr lang="en-US" sz="2800">
                <a:solidFill>
                  <a:schemeClr val="accent6"/>
                </a:solidFill>
                <a:ea typeface="Amazon Ember Light" panose="020B0403020204020204" pitchFamily="34" charset="0"/>
                <a:cs typeface="Amazon Ember Light" panose="020B0403020204020204" pitchFamily="34" charset="0"/>
              </a:rPr>
              <a:t>instance level</a:t>
            </a:r>
            <a:r>
              <a:rPr lang="en-US" sz="2800">
                <a:ea typeface="Amazon Ember Light" panose="020B0403020204020204" pitchFamily="34" charset="0"/>
                <a:cs typeface="Amazon Ember Light" panose="020B0403020204020204" pitchFamily="34" charset="0"/>
              </a:rPr>
              <a:t>.</a:t>
            </a:r>
          </a:p>
        </p:txBody>
      </p:sp>
      <p:grpSp>
        <p:nvGrpSpPr>
          <p:cNvPr id="12" name="Group 11" descr="Architecture diagram of a VPC with two subnets. Inside each subnet is an instance inside a security group.">
            <a:extLst>
              <a:ext uri="{FF2B5EF4-FFF2-40B4-BE49-F238E27FC236}">
                <a16:creationId xmlns:a16="http://schemas.microsoft.com/office/drawing/2014/main" id="{9BE7396C-8434-7C84-55EB-A8FF7914FAA3}"/>
              </a:ext>
            </a:extLst>
          </p:cNvPr>
          <p:cNvGrpSpPr/>
          <p:nvPr/>
        </p:nvGrpSpPr>
        <p:grpSpPr>
          <a:xfrm>
            <a:off x="152401" y="1184646"/>
            <a:ext cx="5403273" cy="5191619"/>
            <a:chOff x="152401" y="1273546"/>
            <a:chExt cx="5403273" cy="5191619"/>
          </a:xfrm>
        </p:grpSpPr>
        <p:sp>
          <p:nvSpPr>
            <p:cNvPr id="13" name="Rectangle 12">
              <a:extLst>
                <a:ext uri="{FF2B5EF4-FFF2-40B4-BE49-F238E27FC236}">
                  <a16:creationId xmlns:a16="http://schemas.microsoft.com/office/drawing/2014/main" id="{55C40565-FF5E-B816-55B3-A4A3AE37328B}"/>
                </a:ext>
              </a:extLst>
            </p:cNvPr>
            <p:cNvSpPr/>
            <p:nvPr/>
          </p:nvSpPr>
          <p:spPr>
            <a:xfrm>
              <a:off x="1063615" y="2244988"/>
              <a:ext cx="3591473" cy="410399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sp>
          <p:nvSpPr>
            <p:cNvPr id="14" name="Rectangle 13">
              <a:extLst>
                <a:ext uri="{FF2B5EF4-FFF2-40B4-BE49-F238E27FC236}">
                  <a16:creationId xmlns:a16="http://schemas.microsoft.com/office/drawing/2014/main" id="{006FEE2E-E03C-4717-A4C3-8FDD7000F644}"/>
                </a:ext>
              </a:extLst>
            </p:cNvPr>
            <p:cNvSpPr/>
            <p:nvPr/>
          </p:nvSpPr>
          <p:spPr>
            <a:xfrm>
              <a:off x="1315653" y="2982872"/>
              <a:ext cx="310896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subnet:10.0.1.0/24</a:t>
              </a:r>
            </a:p>
          </p:txBody>
        </p:sp>
        <p:pic>
          <p:nvPicPr>
            <p:cNvPr id="15" name="Graphic 14">
              <a:extLst>
                <a:ext uri="{FF2B5EF4-FFF2-40B4-BE49-F238E27FC236}">
                  <a16:creationId xmlns:a16="http://schemas.microsoft.com/office/drawing/2014/main" id="{9ED0325C-7492-32F4-7288-172927AAEAF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5654" y="2980513"/>
              <a:ext cx="457200" cy="457200"/>
            </a:xfrm>
            <a:prstGeom prst="rect">
              <a:avLst/>
            </a:prstGeom>
          </p:spPr>
        </p:pic>
        <p:sp>
          <p:nvSpPr>
            <p:cNvPr id="38" name="Rectangle 37">
              <a:extLst>
                <a:ext uri="{FF2B5EF4-FFF2-40B4-BE49-F238E27FC236}">
                  <a16:creationId xmlns:a16="http://schemas.microsoft.com/office/drawing/2014/main" id="{32E495A3-B1E1-C0F1-B9E4-F2E2735AD381}"/>
                </a:ext>
              </a:extLst>
            </p:cNvPr>
            <p:cNvSpPr/>
            <p:nvPr/>
          </p:nvSpPr>
          <p:spPr>
            <a:xfrm>
              <a:off x="1315652" y="4510729"/>
              <a:ext cx="3108960"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39" name="Graphic 38">
              <a:extLst>
                <a:ext uri="{FF2B5EF4-FFF2-40B4-BE49-F238E27FC236}">
                  <a16:creationId xmlns:a16="http://schemas.microsoft.com/office/drawing/2014/main" id="{4B2970EE-8B27-5832-565A-B8FE6663169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15653" y="4508371"/>
              <a:ext cx="457200" cy="457200"/>
            </a:xfrm>
            <a:prstGeom prst="rect">
              <a:avLst/>
            </a:prstGeom>
          </p:spPr>
        </p:pic>
        <p:sp>
          <p:nvSpPr>
            <p:cNvPr id="40" name="Rectangle 39">
              <a:extLst>
                <a:ext uri="{FF2B5EF4-FFF2-40B4-BE49-F238E27FC236}">
                  <a16:creationId xmlns:a16="http://schemas.microsoft.com/office/drawing/2014/main" id="{918ED9E9-9AF1-85CC-115C-43957893E936}"/>
                </a:ext>
              </a:extLst>
            </p:cNvPr>
            <p:cNvSpPr/>
            <p:nvPr/>
          </p:nvSpPr>
          <p:spPr>
            <a:xfrm>
              <a:off x="152402" y="1273546"/>
              <a:ext cx="5403272"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41" name="Graphic 40">
              <a:extLst>
                <a:ext uri="{FF2B5EF4-FFF2-40B4-BE49-F238E27FC236}">
                  <a16:creationId xmlns:a16="http://schemas.microsoft.com/office/drawing/2014/main" id="{AF4C56DC-9C3F-09A9-F7EF-F95F0E6D3B1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401" y="1273546"/>
              <a:ext cx="457200" cy="457200"/>
            </a:xfrm>
            <a:prstGeom prst="rect">
              <a:avLst/>
            </a:prstGeom>
          </p:spPr>
        </p:pic>
        <p:sp>
          <p:nvSpPr>
            <p:cNvPr id="42" name="Rectangle 41">
              <a:extLst>
                <a:ext uri="{FF2B5EF4-FFF2-40B4-BE49-F238E27FC236}">
                  <a16:creationId xmlns:a16="http://schemas.microsoft.com/office/drawing/2014/main" id="{11B6EB8D-B0DD-CCB8-FB5A-F631B8254A93}"/>
                </a:ext>
              </a:extLst>
            </p:cNvPr>
            <p:cNvSpPr/>
            <p:nvPr/>
          </p:nvSpPr>
          <p:spPr>
            <a:xfrm>
              <a:off x="280551" y="1888174"/>
              <a:ext cx="4984176" cy="4328548"/>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43" name="Graphic 42">
              <a:extLst>
                <a:ext uri="{FF2B5EF4-FFF2-40B4-BE49-F238E27FC236}">
                  <a16:creationId xmlns:a16="http://schemas.microsoft.com/office/drawing/2014/main" id="{2CBB6BE7-56CD-6427-45B6-A868826BA23F}"/>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0551" y="1888174"/>
              <a:ext cx="457200" cy="457200"/>
            </a:xfrm>
            <a:prstGeom prst="rect">
              <a:avLst/>
            </a:prstGeom>
          </p:spPr>
        </p:pic>
        <p:sp>
          <p:nvSpPr>
            <p:cNvPr id="44" name="Rectangle 43">
              <a:extLst>
                <a:ext uri="{FF2B5EF4-FFF2-40B4-BE49-F238E27FC236}">
                  <a16:creationId xmlns:a16="http://schemas.microsoft.com/office/drawing/2014/main" id="{910CEAA3-98E2-98D1-45CB-A398CC73656D}"/>
                </a:ext>
              </a:extLst>
            </p:cNvPr>
            <p:cNvSpPr/>
            <p:nvPr/>
          </p:nvSpPr>
          <p:spPr>
            <a:xfrm>
              <a:off x="581948" y="2624640"/>
              <a:ext cx="4364125"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45" name="Graphic 44">
              <a:extLst>
                <a:ext uri="{FF2B5EF4-FFF2-40B4-BE49-F238E27FC236}">
                  <a16:creationId xmlns:a16="http://schemas.microsoft.com/office/drawing/2014/main" id="{D10D45A1-0DE0-8860-3B40-9E36B3B198DD}"/>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1948" y="2624640"/>
              <a:ext cx="457200" cy="457200"/>
            </a:xfrm>
            <a:prstGeom prst="rect">
              <a:avLst/>
            </a:prstGeom>
          </p:spPr>
        </p:pic>
        <p:pic>
          <p:nvPicPr>
            <p:cNvPr id="46" name="Graphic 45">
              <a:extLst>
                <a:ext uri="{FF2B5EF4-FFF2-40B4-BE49-F238E27FC236}">
                  <a16:creationId xmlns:a16="http://schemas.microsoft.com/office/drawing/2014/main" id="{CCB5401B-1167-5CFF-AD28-8895D8682C92}"/>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99541" y="3711641"/>
              <a:ext cx="457200" cy="457200"/>
            </a:xfrm>
            <a:prstGeom prst="rect">
              <a:avLst/>
            </a:prstGeom>
          </p:spPr>
        </p:pic>
        <p:sp>
          <p:nvSpPr>
            <p:cNvPr id="47" name="Rectangle 46">
              <a:extLst>
                <a:ext uri="{FF2B5EF4-FFF2-40B4-BE49-F238E27FC236}">
                  <a16:creationId xmlns:a16="http://schemas.microsoft.com/office/drawing/2014/main" id="{40A43D4F-CE9B-93D9-CB4B-B35F08C80740}"/>
                </a:ext>
              </a:extLst>
            </p:cNvPr>
            <p:cNvSpPr/>
            <p:nvPr/>
          </p:nvSpPr>
          <p:spPr>
            <a:xfrm>
              <a:off x="2145491" y="3372897"/>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pic>
          <p:nvPicPr>
            <p:cNvPr id="64" name="Graphic 63">
              <a:extLst>
                <a:ext uri="{FF2B5EF4-FFF2-40B4-BE49-F238E27FC236}">
                  <a16:creationId xmlns:a16="http://schemas.microsoft.com/office/drawing/2014/main" id="{FD870CB3-8654-1B2A-D2AA-92B19ED52CF2}"/>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13392" y="5249493"/>
              <a:ext cx="457200" cy="457200"/>
            </a:xfrm>
            <a:prstGeom prst="rect">
              <a:avLst/>
            </a:prstGeom>
          </p:spPr>
        </p:pic>
        <p:sp>
          <p:nvSpPr>
            <p:cNvPr id="65" name="Rectangle 64">
              <a:extLst>
                <a:ext uri="{FF2B5EF4-FFF2-40B4-BE49-F238E27FC236}">
                  <a16:creationId xmlns:a16="http://schemas.microsoft.com/office/drawing/2014/main" id="{89A30AB2-2888-98A4-D656-033AE3238638}"/>
                </a:ext>
              </a:extLst>
            </p:cNvPr>
            <p:cNvSpPr/>
            <p:nvPr/>
          </p:nvSpPr>
          <p:spPr>
            <a:xfrm>
              <a:off x="2159342" y="4910749"/>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grpSp>
      <p:cxnSp>
        <p:nvCxnSpPr>
          <p:cNvPr id="66" name="Elbow Connector 65">
            <a:extLst>
              <a:ext uri="{FF2B5EF4-FFF2-40B4-BE49-F238E27FC236}">
                <a16:creationId xmlns:a16="http://schemas.microsoft.com/office/drawing/2014/main" id="{FA872DBD-EAEA-7FBC-327D-BACCDFFFFF9F}"/>
              </a:ext>
              <a:ext uri="{C183D7F6-B498-43B3-948B-1728B52AA6E4}">
                <adec:decorative xmlns:adec="http://schemas.microsoft.com/office/drawing/2017/decorative" val="1"/>
              </a:ext>
            </a:extLst>
          </p:cNvPr>
          <p:cNvCxnSpPr>
            <a:stCxn id="5" idx="1"/>
          </p:cNvCxnSpPr>
          <p:nvPr/>
        </p:nvCxnSpPr>
        <p:spPr>
          <a:xfrm rot="10800000">
            <a:off x="3924642" y="3621421"/>
            <a:ext cx="3326664" cy="811180"/>
          </a:xfrm>
          <a:prstGeom prst="bentConnector3">
            <a:avLst>
              <a:gd name="adj1" fmla="val 39005"/>
            </a:avLst>
          </a:prstGeom>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D5C8F515-82AD-F908-64A7-E5371E42D131}"/>
              </a:ext>
              <a:ext uri="{C183D7F6-B498-43B3-948B-1728B52AA6E4}">
                <adec:decorative xmlns:adec="http://schemas.microsoft.com/office/drawing/2017/decorative" val="1"/>
              </a:ext>
            </a:extLst>
          </p:cNvPr>
          <p:cNvCxnSpPr>
            <a:stCxn id="5" idx="1"/>
          </p:cNvCxnSpPr>
          <p:nvPr/>
        </p:nvCxnSpPr>
        <p:spPr>
          <a:xfrm rot="10800000" flipV="1">
            <a:off x="3924642" y="4432601"/>
            <a:ext cx="3326665" cy="825582"/>
          </a:xfrm>
          <a:prstGeom prst="bentConnector3">
            <a:avLst>
              <a:gd name="adj1" fmla="val 39005"/>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525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p:txBody>
          <a:bodyPr>
            <a:normAutofit/>
          </a:bodyPr>
          <a:lstStyle/>
          <a:p>
            <a:pPr algn="ctr"/>
            <a:r>
              <a:rPr lang="en-US"/>
              <a:t>Security groups</a:t>
            </a:r>
          </a:p>
        </p:txBody>
      </p:sp>
      <p:sp>
        <p:nvSpPr>
          <p:cNvPr id="10" name="Rectangle 9">
            <a:extLst>
              <a:ext uri="{FF2B5EF4-FFF2-40B4-BE49-F238E27FC236}">
                <a16:creationId xmlns:a16="http://schemas.microsoft.com/office/drawing/2014/main" id="{21497E74-8EBE-5714-0DB0-B232058F9E86}"/>
              </a:ext>
            </a:extLst>
          </p:cNvPr>
          <p:cNvSpPr/>
          <p:nvPr/>
        </p:nvSpPr>
        <p:spPr>
          <a:xfrm>
            <a:off x="549620" y="1351296"/>
            <a:ext cx="11092761" cy="1313180"/>
          </a:xfrm>
          <a:prstGeom prst="rect">
            <a:avLst/>
          </a:prstGeom>
        </p:spPr>
        <p:txBody>
          <a:bodyPr wrap="square">
            <a:spAutoFit/>
          </a:bodyPr>
          <a:lstStyle/>
          <a:p>
            <a:pPr marL="457200" indent="-457200" defTabSz="228600">
              <a:spcAft>
                <a:spcPts val="800"/>
              </a:spcAft>
              <a:buFont typeface="Arial" panose="020B0604020202020204" pitchFamily="34" charset="0"/>
              <a:buChar char="•"/>
            </a:pPr>
            <a:r>
              <a:rPr lang="en-US" sz="2200">
                <a:solidFill>
                  <a:prstClr val="black"/>
                </a:solidFill>
                <a:latin typeface="Amazon Ember"/>
              </a:rPr>
              <a:t>Security groups have </a:t>
            </a:r>
            <a:r>
              <a:rPr lang="en-US" sz="2200">
                <a:solidFill>
                  <a:srgbClr val="504BAB"/>
                </a:solidFill>
                <a:latin typeface="Amazon Ember"/>
              </a:rPr>
              <a:t>rules </a:t>
            </a:r>
            <a:r>
              <a:rPr lang="en-US" sz="2200">
                <a:solidFill>
                  <a:prstClr val="black"/>
                </a:solidFill>
                <a:latin typeface="Amazon Ember"/>
              </a:rPr>
              <a:t>that control inbound and outbound instance traffic. </a:t>
            </a:r>
          </a:p>
          <a:p>
            <a:pPr marL="457200" indent="-457200" defTabSz="228600">
              <a:spcAft>
                <a:spcPts val="800"/>
              </a:spcAft>
              <a:buFont typeface="Arial" panose="020B0604020202020204" pitchFamily="34" charset="0"/>
              <a:buChar char="•"/>
            </a:pPr>
            <a:r>
              <a:rPr lang="en-US" sz="2200">
                <a:solidFill>
                  <a:prstClr val="black"/>
                </a:solidFill>
                <a:latin typeface="Amazon Ember"/>
              </a:rPr>
              <a:t>Default security groups </a:t>
            </a:r>
            <a:r>
              <a:rPr lang="en-US" sz="2200">
                <a:solidFill>
                  <a:srgbClr val="504BAB"/>
                </a:solidFill>
                <a:latin typeface="Amazon Ember"/>
              </a:rPr>
              <a:t>deny all inbound </a:t>
            </a:r>
            <a:r>
              <a:rPr lang="en-US" sz="2200">
                <a:solidFill>
                  <a:prstClr val="black"/>
                </a:solidFill>
                <a:latin typeface="Amazon Ember"/>
              </a:rPr>
              <a:t>traffic and </a:t>
            </a:r>
            <a:r>
              <a:rPr lang="en-US" sz="2200">
                <a:solidFill>
                  <a:srgbClr val="504BAB"/>
                </a:solidFill>
                <a:latin typeface="Amazon Ember"/>
              </a:rPr>
              <a:t>allow all outbound </a:t>
            </a:r>
            <a:r>
              <a:rPr lang="en-US" sz="2200">
                <a:solidFill>
                  <a:prstClr val="black"/>
                </a:solidFill>
                <a:latin typeface="Amazon Ember"/>
              </a:rPr>
              <a:t>traffic.</a:t>
            </a:r>
          </a:p>
          <a:p>
            <a:pPr marL="457200" indent="-457200" defTabSz="228600">
              <a:spcAft>
                <a:spcPts val="800"/>
              </a:spcAft>
              <a:buFont typeface="Arial" panose="020B0604020202020204" pitchFamily="34" charset="0"/>
              <a:buChar char="•"/>
            </a:pPr>
            <a:r>
              <a:rPr lang="en-US" sz="2200">
                <a:solidFill>
                  <a:prstClr val="black"/>
                </a:solidFill>
                <a:latin typeface="Amazon Ember"/>
              </a:rPr>
              <a:t>Security groups are </a:t>
            </a:r>
            <a:r>
              <a:rPr lang="en-US" sz="2200">
                <a:solidFill>
                  <a:srgbClr val="504BAB"/>
                </a:solidFill>
                <a:latin typeface="Amazon Ember"/>
              </a:rPr>
              <a:t>stateful</a:t>
            </a:r>
            <a:r>
              <a:rPr lang="en-US" sz="2200">
                <a:solidFill>
                  <a:prstClr val="black"/>
                </a:solidFill>
                <a:latin typeface="Amazon Ember"/>
              </a:rPr>
              <a:t>.</a:t>
            </a:r>
          </a:p>
        </p:txBody>
      </p:sp>
      <p:sp>
        <p:nvSpPr>
          <p:cNvPr id="11" name="TextBox 10">
            <a:extLst>
              <a:ext uri="{FF2B5EF4-FFF2-40B4-BE49-F238E27FC236}">
                <a16:creationId xmlns:a16="http://schemas.microsoft.com/office/drawing/2014/main" id="{00F0CCF3-FA63-D292-F6ED-4A47CCBDCE30}"/>
              </a:ext>
            </a:extLst>
          </p:cNvPr>
          <p:cNvSpPr txBox="1"/>
          <p:nvPr/>
        </p:nvSpPr>
        <p:spPr>
          <a:xfrm>
            <a:off x="672394" y="2825947"/>
            <a:ext cx="10847211" cy="366210"/>
          </a:xfrm>
          <a:prstGeom prst="rect">
            <a:avLst/>
          </a:prstGeom>
          <a:solidFill>
            <a:sysClr val="windowText" lastClr="000000"/>
          </a:solidFill>
        </p:spPr>
        <p:txBody>
          <a:bodyPr wrap="square" rtlCol="0">
            <a:spAutoFit/>
          </a:bodyPr>
          <a:lstStyle/>
          <a:p>
            <a:pPr marL="0" marR="0" lvl="0" indent="0" algn="ctr" defTabSz="2286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mazon Ember"/>
              </a:rPr>
              <a:t>Inbound</a:t>
            </a:r>
          </a:p>
        </p:txBody>
      </p:sp>
      <p:graphicFrame>
        <p:nvGraphicFramePr>
          <p:cNvPr id="16" name="Table 15">
            <a:extLst>
              <a:ext uri="{FF2B5EF4-FFF2-40B4-BE49-F238E27FC236}">
                <a16:creationId xmlns:a16="http://schemas.microsoft.com/office/drawing/2014/main" id="{053B27FD-934D-94A7-3F69-056FB99E8ED7}"/>
              </a:ext>
            </a:extLst>
          </p:cNvPr>
          <p:cNvGraphicFramePr>
            <a:graphicFrameLocks noGrp="1"/>
          </p:cNvGraphicFramePr>
          <p:nvPr>
            <p:extLst>
              <p:ext uri="{D42A27DB-BD31-4B8C-83A1-F6EECF244321}">
                <p14:modId xmlns:p14="http://schemas.microsoft.com/office/powerpoint/2010/main" val="3253166375"/>
              </p:ext>
            </p:extLst>
          </p:nvPr>
        </p:nvGraphicFramePr>
        <p:xfrm>
          <a:off x="655461" y="3192157"/>
          <a:ext cx="10881078" cy="1010920"/>
        </p:xfrm>
        <a:graphic>
          <a:graphicData uri="http://schemas.openxmlformats.org/drawingml/2006/table">
            <a:tbl>
              <a:tblPr firstRow="1"/>
              <a:tblGrid>
                <a:gridCol w="1840604">
                  <a:extLst>
                    <a:ext uri="{9D8B030D-6E8A-4147-A177-3AD203B41FA5}">
                      <a16:colId xmlns:a16="http://schemas.microsoft.com/office/drawing/2014/main" val="1178131056"/>
                    </a:ext>
                  </a:extLst>
                </a:gridCol>
                <a:gridCol w="1272746">
                  <a:extLst>
                    <a:ext uri="{9D8B030D-6E8A-4147-A177-3AD203B41FA5}">
                      <a16:colId xmlns:a16="http://schemas.microsoft.com/office/drawing/2014/main" val="470111755"/>
                    </a:ext>
                  </a:extLst>
                </a:gridCol>
                <a:gridCol w="1495167">
                  <a:extLst>
                    <a:ext uri="{9D8B030D-6E8A-4147-A177-3AD203B41FA5}">
                      <a16:colId xmlns:a16="http://schemas.microsoft.com/office/drawing/2014/main" val="672005831"/>
                    </a:ext>
                  </a:extLst>
                </a:gridCol>
                <a:gridCol w="6272561">
                  <a:extLst>
                    <a:ext uri="{9D8B030D-6E8A-4147-A177-3AD203B41FA5}">
                      <a16:colId xmlns:a16="http://schemas.microsoft.com/office/drawing/2014/main" val="166126738"/>
                    </a:ext>
                  </a:extLst>
                </a:gridCol>
              </a:tblGrid>
              <a:tr h="370840">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1465005308"/>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sg-</a:t>
                      </a:r>
                      <a:r>
                        <a:rPr lang="en-US" i="1" err="1"/>
                        <a:t>xxxxxxxx</a:t>
                      </a:r>
                      <a:endParaRPr lang="en-US"/>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l"/>
                      <a:r>
                        <a:rPr lang="en-US"/>
                        <a:t>Allow inbound traffic from network interfaces assigned to the same security group.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extLst>
                  <a:ext uri="{0D108BD9-81ED-4DB2-BD59-A6C34878D82A}">
                    <a16:rowId xmlns:a16="http://schemas.microsoft.com/office/drawing/2014/main" val="149808920"/>
                  </a:ext>
                </a:extLst>
              </a:tr>
            </a:tbl>
          </a:graphicData>
        </a:graphic>
      </p:graphicFrame>
      <p:sp>
        <p:nvSpPr>
          <p:cNvPr id="17" name="TextBox 16">
            <a:extLst>
              <a:ext uri="{FF2B5EF4-FFF2-40B4-BE49-F238E27FC236}">
                <a16:creationId xmlns:a16="http://schemas.microsoft.com/office/drawing/2014/main" id="{A63E5EF5-BFA4-4C90-3248-053132178693}"/>
              </a:ext>
            </a:extLst>
          </p:cNvPr>
          <p:cNvSpPr txBox="1"/>
          <p:nvPr/>
        </p:nvSpPr>
        <p:spPr>
          <a:xfrm>
            <a:off x="689328" y="4396084"/>
            <a:ext cx="10847211" cy="366210"/>
          </a:xfrm>
          <a:prstGeom prst="rect">
            <a:avLst/>
          </a:prstGeom>
          <a:solidFill>
            <a:sysClr val="windowText" lastClr="000000"/>
          </a:solidFill>
        </p:spPr>
        <p:txBody>
          <a:bodyPr wrap="square" rtlCol="0">
            <a:spAutoFit/>
          </a:bodyPr>
          <a:lstStyle/>
          <a:p>
            <a:pPr marL="0" marR="0" lvl="0" indent="0" algn="ctr" defTabSz="2286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mazon Ember"/>
              </a:rPr>
              <a:t>Outbound</a:t>
            </a:r>
          </a:p>
        </p:txBody>
      </p:sp>
      <p:graphicFrame>
        <p:nvGraphicFramePr>
          <p:cNvPr id="18" name="Table 17">
            <a:extLst>
              <a:ext uri="{FF2B5EF4-FFF2-40B4-BE49-F238E27FC236}">
                <a16:creationId xmlns:a16="http://schemas.microsoft.com/office/drawing/2014/main" id="{31533CC9-842B-032E-1BF4-BF5382E6421F}"/>
              </a:ext>
            </a:extLst>
          </p:cNvPr>
          <p:cNvGraphicFramePr>
            <a:graphicFrameLocks noGrp="1"/>
          </p:cNvGraphicFramePr>
          <p:nvPr>
            <p:extLst>
              <p:ext uri="{D42A27DB-BD31-4B8C-83A1-F6EECF244321}">
                <p14:modId xmlns:p14="http://schemas.microsoft.com/office/powerpoint/2010/main" val="1103120173"/>
              </p:ext>
            </p:extLst>
          </p:nvPr>
        </p:nvGraphicFramePr>
        <p:xfrm>
          <a:off x="672395" y="4761548"/>
          <a:ext cx="10847211" cy="1112520"/>
        </p:xfrm>
        <a:graphic>
          <a:graphicData uri="http://schemas.openxmlformats.org/drawingml/2006/table">
            <a:tbl>
              <a:tblPr firstRow="1"/>
              <a:tblGrid>
                <a:gridCol w="1856214">
                  <a:extLst>
                    <a:ext uri="{9D8B030D-6E8A-4147-A177-3AD203B41FA5}">
                      <a16:colId xmlns:a16="http://schemas.microsoft.com/office/drawing/2014/main" val="1178131056"/>
                    </a:ext>
                  </a:extLst>
                </a:gridCol>
                <a:gridCol w="1262106">
                  <a:extLst>
                    <a:ext uri="{9D8B030D-6E8A-4147-A177-3AD203B41FA5}">
                      <a16:colId xmlns:a16="http://schemas.microsoft.com/office/drawing/2014/main" val="470111755"/>
                    </a:ext>
                  </a:extLst>
                </a:gridCol>
                <a:gridCol w="1358265">
                  <a:extLst>
                    <a:ext uri="{9D8B030D-6E8A-4147-A177-3AD203B41FA5}">
                      <a16:colId xmlns:a16="http://schemas.microsoft.com/office/drawing/2014/main" val="672005831"/>
                    </a:ext>
                  </a:extLst>
                </a:gridCol>
                <a:gridCol w="6370626">
                  <a:extLst>
                    <a:ext uri="{9D8B030D-6E8A-4147-A177-3AD203B41FA5}">
                      <a16:colId xmlns:a16="http://schemas.microsoft.com/office/drawing/2014/main" val="166126738"/>
                    </a:ext>
                  </a:extLst>
                </a:gridCol>
              </a:tblGrid>
              <a:tr h="370840">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1465005308"/>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all outbound IPv4 traffic.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extLst>
                  <a:ext uri="{0D108BD9-81ED-4DB2-BD59-A6C34878D82A}">
                    <a16:rowId xmlns:a16="http://schemas.microsoft.com/office/drawing/2014/main" val="149808920"/>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l"/>
                      <a:r>
                        <a:rPr lang="en-US"/>
                        <a:t>Allow all outbound IPv6 traffic.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extLst>
                  <a:ext uri="{0D108BD9-81ED-4DB2-BD59-A6C34878D82A}">
                    <a16:rowId xmlns:a16="http://schemas.microsoft.com/office/drawing/2014/main" val="1153191234"/>
                  </a:ext>
                </a:extLst>
              </a:tr>
            </a:tbl>
          </a:graphicData>
        </a:graphic>
      </p:graphicFrame>
    </p:spTree>
    <p:extLst>
      <p:ext uri="{BB962C8B-B14F-4D97-AF65-F5344CB8AC3E}">
        <p14:creationId xmlns:p14="http://schemas.microsoft.com/office/powerpoint/2010/main" val="2535872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209-383F-4C01-82CC-D2F99971FC58}"/>
              </a:ext>
            </a:extLst>
          </p:cNvPr>
          <p:cNvSpPr>
            <a:spLocks noGrp="1"/>
          </p:cNvSpPr>
          <p:nvPr>
            <p:ph type="title"/>
          </p:nvPr>
        </p:nvSpPr>
        <p:spPr/>
        <p:txBody>
          <a:bodyPr>
            <a:normAutofit/>
          </a:bodyPr>
          <a:lstStyle/>
          <a:p>
            <a:pPr algn="ctr"/>
            <a:r>
              <a:rPr lang="en-US"/>
              <a:t>Custom security group examples</a:t>
            </a:r>
          </a:p>
        </p:txBody>
      </p:sp>
      <p:sp>
        <p:nvSpPr>
          <p:cNvPr id="10" name="Rectangle 9">
            <a:extLst>
              <a:ext uri="{FF2B5EF4-FFF2-40B4-BE49-F238E27FC236}">
                <a16:creationId xmlns:a16="http://schemas.microsoft.com/office/drawing/2014/main" id="{21497E74-8EBE-5714-0DB0-B232058F9E86}"/>
              </a:ext>
            </a:extLst>
          </p:cNvPr>
          <p:cNvSpPr/>
          <p:nvPr/>
        </p:nvSpPr>
        <p:spPr>
          <a:xfrm>
            <a:off x="549620" y="1351296"/>
            <a:ext cx="11092761" cy="707886"/>
          </a:xfrm>
          <a:prstGeom prst="rect">
            <a:avLst/>
          </a:prstGeom>
        </p:spPr>
        <p:txBody>
          <a:bodyPr wrap="square">
            <a:spAutoFit/>
          </a:bodyPr>
          <a:lstStyle/>
          <a:p>
            <a:pPr marL="342900" indent="-342900">
              <a:buClr>
                <a:schemeClr val="tx1"/>
              </a:buClr>
              <a:buFont typeface="Arial" panose="020B0604020202020204" pitchFamily="34" charset="0"/>
              <a:buChar char="•"/>
            </a:pPr>
            <a:r>
              <a:rPr lang="en-US" sz="2000">
                <a:latin typeface="Amazon Ember Light" panose="020B0403020204020204" pitchFamily="34" charset="0"/>
                <a:ea typeface="Amazon Ember Light" panose="020B0403020204020204" pitchFamily="34" charset="0"/>
                <a:cs typeface="Amazon Ember Light" panose="020B0403020204020204" pitchFamily="34" charset="0"/>
              </a:rPr>
              <a:t>You can </a:t>
            </a:r>
            <a:r>
              <a:rPr lang="en-US" sz="2000" b="1">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specify allow </a:t>
            </a: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rules, but not deny rules.</a:t>
            </a:r>
          </a:p>
          <a:p>
            <a:pPr marL="342900" indent="-342900">
              <a:buClr>
                <a:schemeClr val="tx1"/>
              </a:buClr>
              <a:buFont typeface="Arial" panose="020B0604020202020204" pitchFamily="34" charset="0"/>
              <a:buChar char="•"/>
            </a:pPr>
            <a:r>
              <a:rPr lang="en-US" sz="2000" b="1">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All rules are evaluated</a:t>
            </a:r>
            <a:r>
              <a:rPr lang="en-US" sz="20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000">
                <a:latin typeface="Amazon Ember Light" panose="020B0403020204020204" pitchFamily="34" charset="0"/>
                <a:ea typeface="Amazon Ember Light" panose="020B0403020204020204" pitchFamily="34" charset="0"/>
                <a:cs typeface="Amazon Ember Light" panose="020B0403020204020204" pitchFamily="34" charset="0"/>
              </a:rPr>
              <a:t>before the decision to allow traffic.</a:t>
            </a: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 name="TextBox 8">
            <a:extLst>
              <a:ext uri="{FF2B5EF4-FFF2-40B4-BE49-F238E27FC236}">
                <a16:creationId xmlns:a16="http://schemas.microsoft.com/office/drawing/2014/main" id="{0758B8C5-FF31-A7F5-4F2C-5CB83E548599}"/>
              </a:ext>
            </a:extLst>
          </p:cNvPr>
          <p:cNvSpPr txBox="1"/>
          <p:nvPr/>
        </p:nvSpPr>
        <p:spPr>
          <a:xfrm>
            <a:off x="663575" y="2208720"/>
            <a:ext cx="10864850" cy="369332"/>
          </a:xfrm>
          <a:prstGeom prst="rect">
            <a:avLst/>
          </a:prstGeom>
          <a:solidFill>
            <a:sysClr val="windowText" lastClr="000000"/>
          </a:solidFill>
        </p:spPr>
        <p:txBody>
          <a:bodyPr wrap="square" rtlCol="0">
            <a:spAutoFit/>
          </a:bodyPr>
          <a:lstStyle/>
          <a:p>
            <a:pPr marL="0" marR="0" lvl="0" indent="0" algn="ctr" defTabSz="2286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mazon Ember"/>
              </a:rPr>
              <a:t>Inbound</a:t>
            </a:r>
          </a:p>
        </p:txBody>
      </p:sp>
      <p:graphicFrame>
        <p:nvGraphicFramePr>
          <p:cNvPr id="12" name="Table 11">
            <a:extLst>
              <a:ext uri="{FF2B5EF4-FFF2-40B4-BE49-F238E27FC236}">
                <a16:creationId xmlns:a16="http://schemas.microsoft.com/office/drawing/2014/main" id="{0546DD30-A85E-5C2B-063F-E8947E152F1E}"/>
              </a:ext>
            </a:extLst>
          </p:cNvPr>
          <p:cNvGraphicFramePr>
            <a:graphicFrameLocks noGrp="1"/>
          </p:cNvGraphicFramePr>
          <p:nvPr/>
        </p:nvGraphicFramePr>
        <p:xfrm>
          <a:off x="655461" y="2564751"/>
          <a:ext cx="10881078" cy="1752600"/>
        </p:xfrm>
        <a:graphic>
          <a:graphicData uri="http://schemas.openxmlformats.org/drawingml/2006/table">
            <a:tbl>
              <a:tblPr firstRow="1" bandRow="1"/>
              <a:tblGrid>
                <a:gridCol w="2353028">
                  <a:extLst>
                    <a:ext uri="{9D8B030D-6E8A-4147-A177-3AD203B41FA5}">
                      <a16:colId xmlns:a16="http://schemas.microsoft.com/office/drawing/2014/main" val="1178131056"/>
                    </a:ext>
                  </a:extLst>
                </a:gridCol>
                <a:gridCol w="1174044">
                  <a:extLst>
                    <a:ext uri="{9D8B030D-6E8A-4147-A177-3AD203B41FA5}">
                      <a16:colId xmlns:a16="http://schemas.microsoft.com/office/drawing/2014/main" val="470111755"/>
                    </a:ext>
                  </a:extLst>
                </a:gridCol>
                <a:gridCol w="1512711">
                  <a:extLst>
                    <a:ext uri="{9D8B030D-6E8A-4147-A177-3AD203B41FA5}">
                      <a16:colId xmlns:a16="http://schemas.microsoft.com/office/drawing/2014/main" val="672005831"/>
                    </a:ext>
                  </a:extLst>
                </a:gridCol>
                <a:gridCol w="5841295">
                  <a:extLst>
                    <a:ext uri="{9D8B030D-6E8A-4147-A177-3AD203B41FA5}">
                      <a16:colId xmlns:a16="http://schemas.microsoft.com/office/drawing/2014/main" val="166126738"/>
                    </a:ext>
                  </a:extLst>
                </a:gridCol>
              </a:tblGrid>
              <a:tr h="370840">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1465005308"/>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TCP</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80</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l"/>
                      <a:r>
                        <a:rPr lang="en-US"/>
                        <a:t>Allow inbound HTTP access from all IPv4 addresses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extLst>
                  <a:ext uri="{0D108BD9-81ED-4DB2-BD59-A6C34878D82A}">
                    <a16:rowId xmlns:a16="http://schemas.microsoft.com/office/drawing/2014/main" val="149808920"/>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TCP</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443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l"/>
                      <a:r>
                        <a:rPr lang="en-US"/>
                        <a:t>Allow inbound HTTPS access from all IPv4 addresses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extLst>
                  <a:ext uri="{0D108BD9-81ED-4DB2-BD59-A6C34878D82A}">
                    <a16:rowId xmlns:a16="http://schemas.microsoft.com/office/drawing/2014/main" val="2329555055"/>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Your network's public IPv4 address range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TCP</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22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l"/>
                      <a:r>
                        <a:rPr lang="en-US"/>
                        <a:t>Allow inbound SSH access to Linux instances from IPv4 IP addresses in your network (over the internet gateway)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40000"/>
                      </a:srgbClr>
                    </a:solidFill>
                  </a:tcPr>
                </a:tc>
                <a:extLst>
                  <a:ext uri="{0D108BD9-81ED-4DB2-BD59-A6C34878D82A}">
                    <a16:rowId xmlns:a16="http://schemas.microsoft.com/office/drawing/2014/main" val="1219165995"/>
                  </a:ext>
                </a:extLst>
              </a:tr>
            </a:tbl>
          </a:graphicData>
        </a:graphic>
      </p:graphicFrame>
      <p:sp>
        <p:nvSpPr>
          <p:cNvPr id="13" name="TextBox 12">
            <a:extLst>
              <a:ext uri="{FF2B5EF4-FFF2-40B4-BE49-F238E27FC236}">
                <a16:creationId xmlns:a16="http://schemas.microsoft.com/office/drawing/2014/main" id="{15E23E44-8A4A-E306-DDEA-56C00FBC12BA}"/>
              </a:ext>
            </a:extLst>
          </p:cNvPr>
          <p:cNvSpPr txBox="1"/>
          <p:nvPr/>
        </p:nvSpPr>
        <p:spPr>
          <a:xfrm>
            <a:off x="655461" y="4612160"/>
            <a:ext cx="10847211" cy="366210"/>
          </a:xfrm>
          <a:prstGeom prst="rect">
            <a:avLst/>
          </a:prstGeom>
          <a:solidFill>
            <a:sysClr val="windowText" lastClr="000000"/>
          </a:solidFill>
        </p:spPr>
        <p:txBody>
          <a:bodyPr wrap="square" rtlCol="0">
            <a:spAutoFit/>
          </a:bodyPr>
          <a:lstStyle/>
          <a:p>
            <a:pPr marL="0" marR="0" lvl="0" indent="0" algn="ctr" defTabSz="2286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Amazon Ember"/>
              </a:rPr>
              <a:t>Outbound</a:t>
            </a:r>
          </a:p>
        </p:txBody>
      </p:sp>
      <p:graphicFrame>
        <p:nvGraphicFramePr>
          <p:cNvPr id="14" name="Table 13">
            <a:extLst>
              <a:ext uri="{FF2B5EF4-FFF2-40B4-BE49-F238E27FC236}">
                <a16:creationId xmlns:a16="http://schemas.microsoft.com/office/drawing/2014/main" id="{6890707C-F3F3-1D8A-A831-586B5A462D96}"/>
              </a:ext>
            </a:extLst>
          </p:cNvPr>
          <p:cNvGraphicFramePr>
            <a:graphicFrameLocks noGrp="1"/>
          </p:cNvGraphicFramePr>
          <p:nvPr/>
        </p:nvGraphicFramePr>
        <p:xfrm>
          <a:off x="671689" y="4978370"/>
          <a:ext cx="10864850" cy="1285240"/>
        </p:xfrm>
        <a:graphic>
          <a:graphicData uri="http://schemas.openxmlformats.org/drawingml/2006/table">
            <a:tbl>
              <a:tblPr firstRow="1"/>
              <a:tblGrid>
                <a:gridCol w="3131961">
                  <a:extLst>
                    <a:ext uri="{9D8B030D-6E8A-4147-A177-3AD203B41FA5}">
                      <a16:colId xmlns:a16="http://schemas.microsoft.com/office/drawing/2014/main" val="1178131056"/>
                    </a:ext>
                  </a:extLst>
                </a:gridCol>
                <a:gridCol w="1162755">
                  <a:extLst>
                    <a:ext uri="{9D8B030D-6E8A-4147-A177-3AD203B41FA5}">
                      <a16:colId xmlns:a16="http://schemas.microsoft.com/office/drawing/2014/main" val="470111755"/>
                    </a:ext>
                  </a:extLst>
                </a:gridCol>
                <a:gridCol w="1456267">
                  <a:extLst>
                    <a:ext uri="{9D8B030D-6E8A-4147-A177-3AD203B41FA5}">
                      <a16:colId xmlns:a16="http://schemas.microsoft.com/office/drawing/2014/main" val="672005831"/>
                    </a:ext>
                  </a:extLst>
                </a:gridCol>
                <a:gridCol w="5113867">
                  <a:extLst>
                    <a:ext uri="{9D8B030D-6E8A-4147-A177-3AD203B41FA5}">
                      <a16:colId xmlns:a16="http://schemas.microsoft.com/office/drawing/2014/main" val="166126738"/>
                    </a:ext>
                  </a:extLst>
                </a:gridCol>
              </a:tblGrid>
              <a:tr h="370840">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1465005308"/>
                  </a:ext>
                </a:extLst>
              </a:tr>
              <a:tr h="370840">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The ID of the security group for your Microsoft SQL Server database servers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TCP</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algn="ctr"/>
                      <a:r>
                        <a:rPr lang="en-US"/>
                        <a:t>1433</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outbound Microsoft SQL Server access to instances in the specified security group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464F">
                        <a:tint val="20000"/>
                      </a:srgbClr>
                    </a:solidFill>
                  </a:tcPr>
                </a:tc>
                <a:extLst>
                  <a:ext uri="{0D108BD9-81ED-4DB2-BD59-A6C34878D82A}">
                    <a16:rowId xmlns:a16="http://schemas.microsoft.com/office/drawing/2014/main" val="149808920"/>
                  </a:ext>
                </a:extLst>
              </a:tr>
            </a:tbl>
          </a:graphicData>
        </a:graphic>
      </p:graphicFrame>
    </p:spTree>
    <p:extLst>
      <p:ext uri="{BB962C8B-B14F-4D97-AF65-F5344CB8AC3E}">
        <p14:creationId xmlns:p14="http://schemas.microsoft.com/office/powerpoint/2010/main" val="1224366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Securing Cloud Computing</a:t>
            </a:r>
            <a:endParaRPr lang="zh-CN" altLang="en-US"/>
          </a:p>
        </p:txBody>
      </p:sp>
      <p:sp>
        <p:nvSpPr>
          <p:cNvPr id="3" name="Text Placeholder 2"/>
          <p:cNvSpPr>
            <a:spLocks noGrp="1"/>
          </p:cNvSpPr>
          <p:nvPr>
            <p:ph type="body" sz="quarter" idx="17"/>
          </p:nvPr>
        </p:nvSpPr>
        <p:spPr/>
        <p:txBody>
          <a:bodyPr/>
          <a:lstStyle/>
          <a:p>
            <a:r>
              <a:rPr lang="en-US" altLang="zh-CN"/>
              <a:t>Lack of a Cloud Conceptual Model</a:t>
            </a:r>
          </a:p>
          <a:p>
            <a:pPr lvl="1"/>
            <a:r>
              <a:rPr lang="en-US" altLang="zh-CN"/>
              <a:t>Physical networks use the Open Source Interconnection (OSI) seven-layer model to illustrate network functionality</a:t>
            </a:r>
          </a:p>
          <a:p>
            <a:pPr lvl="1"/>
            <a:r>
              <a:rPr lang="en-US" altLang="zh-CN"/>
              <a:t>The lack of a conceptual model like the OSI model makes selecting and managing security virtual devices more challenging</a:t>
            </a:r>
          </a:p>
          <a:p>
            <a:pPr lvl="1"/>
            <a:r>
              <a:rPr lang="en-US" altLang="zh-CN"/>
              <a:t>Different cloud-based conceptual models are starting to be proposed</a:t>
            </a:r>
          </a:p>
          <a:p>
            <a:pPr lvl="2"/>
            <a:r>
              <a:rPr lang="en-US" altLang="zh-CN"/>
              <a:t>However, no single model has been widely adapted</a:t>
            </a:r>
          </a:p>
          <a:p>
            <a:pPr lvl="2"/>
            <a:r>
              <a:rPr lang="en-US" altLang="zh-CN"/>
              <a:t>One model is shown in the next slide	</a:t>
            </a:r>
          </a:p>
          <a:p>
            <a:pPr lvl="1"/>
            <a:endParaRPr lang="zh-CN" altLang="en-US"/>
          </a:p>
        </p:txBody>
      </p:sp>
    </p:spTree>
    <p:extLst>
      <p:ext uri="{BB962C8B-B14F-4D97-AF65-F5344CB8AC3E}">
        <p14:creationId xmlns:p14="http://schemas.microsoft.com/office/powerpoint/2010/main" val="2316015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Securing Cloud Computing</a:t>
            </a:r>
            <a:endParaRPr lang="zh-CN" altLang="en-US"/>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970484793"/>
              </p:ext>
            </p:extLst>
          </p:nvPr>
        </p:nvGraphicFramePr>
        <p:xfrm>
          <a:off x="1801958" y="2022764"/>
          <a:ext cx="8127999" cy="2667000"/>
        </p:xfrm>
        <a:graphic>
          <a:graphicData uri="http://schemas.openxmlformats.org/drawingml/2006/table">
            <a:tbl>
              <a:tblPr firstRow="1" bandRow="1">
                <a:tableStyleId>{5C22544A-7EE6-4342-B048-85BDC9FD1C3A}</a:tableStyleId>
              </a:tblPr>
              <a:tblGrid>
                <a:gridCol w="2551834">
                  <a:extLst>
                    <a:ext uri="{9D8B030D-6E8A-4147-A177-3AD203B41FA5}">
                      <a16:colId xmlns:a16="http://schemas.microsoft.com/office/drawing/2014/main" val="20000"/>
                    </a:ext>
                  </a:extLst>
                </a:gridCol>
                <a:gridCol w="2763982">
                  <a:extLst>
                    <a:ext uri="{9D8B030D-6E8A-4147-A177-3AD203B41FA5}">
                      <a16:colId xmlns:a16="http://schemas.microsoft.com/office/drawing/2014/main" val="20001"/>
                    </a:ext>
                  </a:extLst>
                </a:gridCol>
                <a:gridCol w="2812183">
                  <a:extLst>
                    <a:ext uri="{9D8B030D-6E8A-4147-A177-3AD203B41FA5}">
                      <a16:colId xmlns:a16="http://schemas.microsoft.com/office/drawing/2014/main" val="20002"/>
                    </a:ext>
                  </a:extLst>
                </a:gridCol>
              </a:tblGrid>
              <a:tr h="370840">
                <a:tc>
                  <a:txBody>
                    <a:bodyPr/>
                    <a:lstStyle/>
                    <a:p>
                      <a:r>
                        <a:rPr lang="en-US" altLang="zh-CN" sz="1400"/>
                        <a:t>Layer and name</a:t>
                      </a:r>
                      <a:endParaRPr lang="zh-CN" altLang="en-US" sz="1400"/>
                    </a:p>
                  </a:txBody>
                  <a:tcPr/>
                </a:tc>
                <a:tc>
                  <a:txBody>
                    <a:bodyPr/>
                    <a:lstStyle/>
                    <a:p>
                      <a:r>
                        <a:rPr lang="en-US" altLang="zh-CN" sz="1400"/>
                        <a:t>Description</a:t>
                      </a:r>
                      <a:endParaRPr lang="zh-CN" altLang="en-US" sz="1400"/>
                    </a:p>
                  </a:txBody>
                  <a:tcPr/>
                </a:tc>
                <a:tc>
                  <a:txBody>
                    <a:bodyPr/>
                    <a:lstStyle/>
                    <a:p>
                      <a:r>
                        <a:rPr lang="en-US" altLang="zh-CN" sz="1400"/>
                        <a:t>Party responsible</a:t>
                      </a:r>
                      <a:endParaRPr lang="zh-CN" altLang="en-US" sz="1400"/>
                    </a:p>
                  </a:txBody>
                  <a:tcPr/>
                </a:tc>
                <a:extLst>
                  <a:ext uri="{0D108BD9-81ED-4DB2-BD59-A6C34878D82A}">
                    <a16:rowId xmlns:a16="http://schemas.microsoft.com/office/drawing/2014/main" val="10000"/>
                  </a:ext>
                </a:extLst>
              </a:tr>
              <a:tr h="370840">
                <a:tc>
                  <a:txBody>
                    <a:bodyPr/>
                    <a:lstStyle/>
                    <a:p>
                      <a:r>
                        <a:rPr lang="en-US" altLang="zh-CN" sz="1400" b="0" i="0" u="none" strike="noStrike" kern="1200" baseline="0">
                          <a:solidFill>
                            <a:schemeClr val="dk1"/>
                          </a:solidFill>
                          <a:latin typeface="+mn-lt"/>
                          <a:ea typeface="+mn-ea"/>
                          <a:cs typeface="+mn-cs"/>
                        </a:rPr>
                        <a:t>5—Application Experience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End-user facing interface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Customer</a:t>
                      </a:r>
                      <a:endParaRPr lang="zh-CN" altLang="en-US" sz="1400"/>
                    </a:p>
                  </a:txBody>
                  <a:tcPr/>
                </a:tc>
                <a:extLst>
                  <a:ext uri="{0D108BD9-81ED-4DB2-BD59-A6C34878D82A}">
                    <a16:rowId xmlns:a16="http://schemas.microsoft.com/office/drawing/2014/main" val="10001"/>
                  </a:ext>
                </a:extLst>
              </a:tr>
              <a:tr h="370840">
                <a:tc>
                  <a:txBody>
                    <a:bodyPr/>
                    <a:lstStyle/>
                    <a:p>
                      <a:r>
                        <a:rPr lang="en-US" altLang="zh-CN" sz="1400" b="0" i="0" u="none" strike="noStrike" kern="1200" baseline="0">
                          <a:solidFill>
                            <a:schemeClr val="dk1"/>
                          </a:solidFill>
                          <a:latin typeface="+mn-lt"/>
                          <a:ea typeface="+mn-ea"/>
                          <a:cs typeface="+mn-cs"/>
                        </a:rPr>
                        <a:t>4—Native Service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Create, store, process</a:t>
                      </a:r>
                      <a:endParaRPr lang="zh-CN" altLang="en-US" sz="1400"/>
                    </a:p>
                  </a:txBody>
                  <a:tcPr/>
                </a:tc>
                <a:tc>
                  <a:txBody>
                    <a:bodyPr/>
                    <a:lstStyle/>
                    <a:p>
                      <a:r>
                        <a:rPr lang="en-US" altLang="zh-CN" sz="1400"/>
                        <a:t>Customer</a:t>
                      </a:r>
                      <a:endParaRPr lang="zh-CN" altLang="en-US" sz="1400"/>
                    </a:p>
                  </a:txBody>
                  <a:tcPr/>
                </a:tc>
                <a:extLst>
                  <a:ext uri="{0D108BD9-81ED-4DB2-BD59-A6C34878D82A}">
                    <a16:rowId xmlns:a16="http://schemas.microsoft.com/office/drawing/2014/main" val="10002"/>
                  </a:ext>
                </a:extLst>
              </a:tr>
              <a:tr h="370840">
                <a:tc>
                  <a:txBody>
                    <a:bodyPr/>
                    <a:lstStyle/>
                    <a:p>
                      <a:r>
                        <a:rPr lang="en-US" altLang="zh-CN" sz="1400" b="0" i="0" u="none" strike="noStrike" kern="1200" baseline="0">
                          <a:solidFill>
                            <a:schemeClr val="dk1"/>
                          </a:solidFill>
                          <a:latin typeface="+mn-lt"/>
                          <a:ea typeface="+mn-ea"/>
                          <a:cs typeface="+mn-cs"/>
                        </a:rPr>
                        <a:t>3—Software-Defined Datacenter</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Create infrastructure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SaaS—Cloud computing provider</a:t>
                      </a:r>
                    </a:p>
                    <a:p>
                      <a:r>
                        <a:rPr lang="en-US" altLang="zh-CN" sz="1400" b="0" i="0" u="none" strike="noStrike" kern="1200" baseline="0">
                          <a:solidFill>
                            <a:schemeClr val="dk1"/>
                          </a:solidFill>
                          <a:latin typeface="+mn-lt"/>
                          <a:ea typeface="+mn-ea"/>
                          <a:cs typeface="+mn-cs"/>
                        </a:rPr>
                        <a:t>PaaS and IaaS—Customer</a:t>
                      </a:r>
                      <a:endParaRPr lang="zh-CN" altLang="en-US" sz="1400"/>
                    </a:p>
                  </a:txBody>
                  <a:tcPr/>
                </a:tc>
                <a:extLst>
                  <a:ext uri="{0D108BD9-81ED-4DB2-BD59-A6C34878D82A}">
                    <a16:rowId xmlns:a16="http://schemas.microsoft.com/office/drawing/2014/main" val="10003"/>
                  </a:ext>
                </a:extLst>
              </a:tr>
              <a:tr h="370840">
                <a:tc>
                  <a:txBody>
                    <a:bodyPr/>
                    <a:lstStyle/>
                    <a:p>
                      <a:r>
                        <a:rPr lang="en-US" altLang="zh-CN" sz="1400" b="0" i="0" u="none" strike="noStrike" kern="1200" baseline="0">
                          <a:solidFill>
                            <a:schemeClr val="dk1"/>
                          </a:solidFill>
                          <a:latin typeface="+mn-lt"/>
                          <a:ea typeface="+mn-ea"/>
                          <a:cs typeface="+mn-cs"/>
                        </a:rPr>
                        <a:t>2—Virtualization Software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Software that virtualizes the hardware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Cloud computing provider</a:t>
                      </a:r>
                      <a:endParaRPr lang="zh-CN" altLang="en-US" sz="1400"/>
                    </a:p>
                  </a:txBody>
                  <a:tcPr/>
                </a:tc>
                <a:extLst>
                  <a:ext uri="{0D108BD9-81ED-4DB2-BD59-A6C34878D82A}">
                    <a16:rowId xmlns:a16="http://schemas.microsoft.com/office/drawing/2014/main" val="10004"/>
                  </a:ext>
                </a:extLst>
              </a:tr>
              <a:tr h="370840">
                <a:tc>
                  <a:txBody>
                    <a:bodyPr/>
                    <a:lstStyle/>
                    <a:p>
                      <a:r>
                        <a:rPr lang="en-US" altLang="zh-CN" sz="1400" b="0" i="0" u="none" strike="noStrike" kern="1200" baseline="0">
                          <a:solidFill>
                            <a:schemeClr val="dk1"/>
                          </a:solidFill>
                          <a:latin typeface="+mn-lt"/>
                          <a:ea typeface="+mn-ea"/>
                          <a:cs typeface="+mn-cs"/>
                        </a:rPr>
                        <a:t>1—Physical Infrastructure</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Buildings, power, cables, hardware, utilities</a:t>
                      </a:r>
                      <a:endParaRPr lang="zh-CN" altLang="en-US" sz="1400"/>
                    </a:p>
                  </a:txBody>
                  <a:tcPr/>
                </a:tc>
                <a:tc>
                  <a:txBody>
                    <a:bodyPr/>
                    <a:lstStyle/>
                    <a:p>
                      <a:r>
                        <a:rPr lang="en-US" altLang="zh-CN" sz="1400" b="0" i="0" u="none" strike="noStrike" kern="1200" baseline="0">
                          <a:solidFill>
                            <a:schemeClr val="dk1"/>
                          </a:solidFill>
                          <a:latin typeface="+mn-lt"/>
                          <a:ea typeface="+mn-ea"/>
                          <a:cs typeface="+mn-cs"/>
                        </a:rPr>
                        <a:t>Cloud computing provider</a:t>
                      </a:r>
                      <a:endParaRPr lang="zh-CN" altLang="en-US" sz="140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28284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Defining Virtualization</a:t>
            </a:r>
            <a:endParaRPr lang="zh-CN" altLang="en-US"/>
          </a:p>
        </p:txBody>
      </p:sp>
      <p:sp>
        <p:nvSpPr>
          <p:cNvPr id="3" name="Text Placeholder 2"/>
          <p:cNvSpPr>
            <a:spLocks noGrp="1"/>
          </p:cNvSpPr>
          <p:nvPr>
            <p:ph type="body" sz="quarter" idx="17"/>
          </p:nvPr>
        </p:nvSpPr>
        <p:spPr/>
        <p:txBody>
          <a:bodyPr/>
          <a:lstStyle/>
          <a:p>
            <a:r>
              <a:rPr lang="en-US" altLang="zh-CN"/>
              <a:t>What is Virtualization?</a:t>
            </a:r>
          </a:p>
          <a:p>
            <a:pPr lvl="1"/>
            <a:r>
              <a:rPr lang="en-US" altLang="en-US" b="1"/>
              <a:t>Virtualization</a:t>
            </a:r>
            <a:r>
              <a:rPr lang="en-US" altLang="en-US"/>
              <a:t> is a means of managing and presenting computer resources without regard to physical layout or location</a:t>
            </a:r>
          </a:p>
          <a:p>
            <a:pPr lvl="1"/>
            <a:r>
              <a:rPr lang="en-US" altLang="en-US" i="1"/>
              <a:t>Host virtualization </a:t>
            </a:r>
            <a:r>
              <a:rPr lang="en-US" altLang="en-US"/>
              <a:t>is a type of virtualization in which an entire operating system environment is simulated</a:t>
            </a:r>
          </a:p>
          <a:p>
            <a:pPr lvl="1"/>
            <a:r>
              <a:rPr lang="en-US" altLang="en-US"/>
              <a:t>A </a:t>
            </a:r>
            <a:r>
              <a:rPr lang="en-US" altLang="en-US" i="1"/>
              <a:t>virtual machine </a:t>
            </a:r>
            <a:r>
              <a:rPr lang="en-US" altLang="en-US"/>
              <a:t>(</a:t>
            </a:r>
            <a:r>
              <a:rPr lang="en-US" altLang="en-US" i="1"/>
              <a:t>VM</a:t>
            </a:r>
            <a:r>
              <a:rPr lang="en-US" altLang="en-US"/>
              <a:t>) is a simulated software-based emulation of a computer</a:t>
            </a:r>
          </a:p>
          <a:p>
            <a:pPr lvl="1"/>
            <a:r>
              <a:rPr lang="en-US" altLang="en-US"/>
              <a:t>The </a:t>
            </a:r>
            <a:r>
              <a:rPr lang="en-US" altLang="en-US" i="1"/>
              <a:t>host system</a:t>
            </a:r>
            <a:r>
              <a:rPr lang="en-US" altLang="en-US"/>
              <a:t> runs a hypervisor that manages the virtual operating systems and supports one or more guest systems</a:t>
            </a:r>
          </a:p>
          <a:p>
            <a:pPr lvl="1"/>
            <a:r>
              <a:rPr lang="en-US" altLang="zh-CN"/>
              <a:t>Virtualization is used to consolidate multiple physical servers into VMs that can run on a single physical computer</a:t>
            </a:r>
            <a:endParaRPr lang="zh-CN" altLang="en-US"/>
          </a:p>
        </p:txBody>
      </p:sp>
    </p:spTree>
    <p:extLst>
      <p:ext uri="{BB962C8B-B14F-4D97-AF65-F5344CB8AC3E}">
        <p14:creationId xmlns:p14="http://schemas.microsoft.com/office/powerpoint/2010/main" val="2822729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Defining Virtualization</a:t>
            </a:r>
            <a:endParaRPr lang="zh-CN" altLang="en-US"/>
          </a:p>
        </p:txBody>
      </p:sp>
      <p:sp>
        <p:nvSpPr>
          <p:cNvPr id="3" name="Text Placeholder 2"/>
          <p:cNvSpPr>
            <a:spLocks noGrp="1"/>
          </p:cNvSpPr>
          <p:nvPr>
            <p:ph type="body" sz="quarter" idx="17"/>
          </p:nvPr>
        </p:nvSpPr>
        <p:spPr/>
        <p:txBody>
          <a:bodyPr/>
          <a:lstStyle/>
          <a:p>
            <a:r>
              <a:rPr lang="en-US" altLang="en-US"/>
              <a:t>The VM monitor program is called a </a:t>
            </a:r>
            <a:r>
              <a:rPr lang="en-US" altLang="en-US" i="1"/>
              <a:t>hypervisor</a:t>
            </a:r>
            <a:r>
              <a:rPr lang="en-US" altLang="en-US"/>
              <a:t>, which manages the VM operating systems</a:t>
            </a:r>
          </a:p>
          <a:p>
            <a:r>
              <a:rPr lang="en-US" altLang="en-US"/>
              <a:t>Two types of hypervisor:</a:t>
            </a:r>
          </a:p>
          <a:p>
            <a:pPr lvl="1"/>
            <a:r>
              <a:rPr lang="en-US" altLang="en-US" i="1"/>
              <a:t>Type I </a:t>
            </a:r>
            <a:r>
              <a:rPr lang="en-US" altLang="en-US"/>
              <a:t>– run directly on the computer’s hardware instead of the underlying OS</a:t>
            </a:r>
          </a:p>
          <a:p>
            <a:pPr lvl="1"/>
            <a:r>
              <a:rPr lang="en-US" altLang="en-US" i="1"/>
              <a:t>Type II</a:t>
            </a:r>
            <a:r>
              <a:rPr lang="en-US" altLang="en-US"/>
              <a:t> – run on the host OS, much like an application</a:t>
            </a:r>
          </a:p>
          <a:p>
            <a:r>
              <a:rPr lang="en-US" altLang="en-US"/>
              <a:t>A </a:t>
            </a:r>
            <a:r>
              <a:rPr lang="en-US" altLang="en-US" b="1"/>
              <a:t>container</a:t>
            </a:r>
            <a:r>
              <a:rPr lang="en-US" altLang="en-US"/>
              <a:t> holds only the necessary OS components that are needed for that specific application to run</a:t>
            </a:r>
          </a:p>
          <a:p>
            <a:pPr lvl="1"/>
            <a:r>
              <a:rPr lang="en-US" altLang="en-US"/>
              <a:t>Reduces the necessary hard drive storage space and RAM needed</a:t>
            </a:r>
          </a:p>
          <a:p>
            <a:pPr lvl="1"/>
            <a:r>
              <a:rPr lang="en-US" altLang="en-US"/>
              <a:t>Allows for containers to start more quickly because the OS does not have to be started</a:t>
            </a:r>
          </a:p>
          <a:p>
            <a:endParaRPr lang="en-US" altLang="en-US"/>
          </a:p>
        </p:txBody>
      </p:sp>
    </p:spTree>
    <p:extLst>
      <p:ext uri="{BB962C8B-B14F-4D97-AF65-F5344CB8AC3E}">
        <p14:creationId xmlns:p14="http://schemas.microsoft.com/office/powerpoint/2010/main" val="287122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Defining Virtualization</a:t>
            </a:r>
            <a:endParaRPr lang="zh-CN" altLang="en-US"/>
          </a:p>
        </p:txBody>
      </p:sp>
      <p:pic>
        <p:nvPicPr>
          <p:cNvPr id="5" name="Picture Placeholder 4" descr="An illustration shows the layers in Type 1 and Type 2 hypervisors. A type 1 hypervisor has the following layers. At the bottom is the hardware on which is the type 1 hypervisor. On top of the type 1 hypervisor are the guest operating systems. The applications reside on the guest operating systems. The following are the layers on a type 2 hypervisor. At the bottom is the hardware. On top of the hardware is the host operating system. The type 2 hypervisor lies on the host operating system. The guest operating systems lie on top of the type 2 hypervisor. The applications exist on top of the guest operating system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15020" y="2419657"/>
            <a:ext cx="5450708" cy="2869316"/>
          </a:xfrm>
          <a:prstGeom prst="rect">
            <a:avLst/>
          </a:prstGeom>
          <a:noFill/>
          <a:ln>
            <a:noFill/>
          </a:ln>
        </p:spPr>
      </p:pic>
      <p:sp>
        <p:nvSpPr>
          <p:cNvPr id="4" name="Text Placeholder 3"/>
          <p:cNvSpPr>
            <a:spLocks noGrp="1"/>
          </p:cNvSpPr>
          <p:nvPr>
            <p:ph type="body" sz="quarter" idx="11"/>
          </p:nvPr>
        </p:nvSpPr>
        <p:spPr>
          <a:xfrm>
            <a:off x="7377394" y="4699126"/>
            <a:ext cx="3976406" cy="589847"/>
          </a:xfrm>
        </p:spPr>
        <p:txBody>
          <a:bodyPr/>
          <a:lstStyle/>
          <a:p>
            <a:r>
              <a:rPr lang="en-US" altLang="zh-CN"/>
              <a:t>Figure 10-7 Type I and Type II hypervisors</a:t>
            </a:r>
            <a:endParaRPr lang="zh-CN" altLang="en-US"/>
          </a:p>
        </p:txBody>
      </p:sp>
    </p:spTree>
    <p:extLst>
      <p:ext uri="{BB962C8B-B14F-4D97-AF65-F5344CB8AC3E}">
        <p14:creationId xmlns:p14="http://schemas.microsoft.com/office/powerpoint/2010/main" val="2022308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Defining Virtualization</a:t>
            </a:r>
            <a:endParaRPr lang="zh-CN" altLang="en-US"/>
          </a:p>
        </p:txBody>
      </p:sp>
      <p:sp>
        <p:nvSpPr>
          <p:cNvPr id="4" name="Text Placeholder 3"/>
          <p:cNvSpPr>
            <a:spLocks noGrp="1"/>
          </p:cNvSpPr>
          <p:nvPr>
            <p:ph type="body" sz="quarter" idx="11"/>
          </p:nvPr>
        </p:nvSpPr>
        <p:spPr>
          <a:xfrm>
            <a:off x="7107230" y="4864164"/>
            <a:ext cx="3976406" cy="330074"/>
          </a:xfrm>
        </p:spPr>
        <p:txBody>
          <a:bodyPr/>
          <a:lstStyle/>
          <a:p>
            <a:r>
              <a:rPr lang="en-US" altLang="zh-CN"/>
              <a:t>Figure 10-8  Container</a:t>
            </a:r>
            <a:endParaRPr lang="zh-CN" altLang="en-US"/>
          </a:p>
        </p:txBody>
      </p:sp>
      <p:pic>
        <p:nvPicPr>
          <p:cNvPr id="6" name="Picture Placeholder 5" descr="An illustration shows the layers in a container. At the bottom is the hardware on which the host operating system is installed. The container engine is installed on the host operating system. The container lies on top of the container engine in two layers. The first layer has binaries and libraries. The second layer contains the application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415134" y="2053896"/>
            <a:ext cx="5692096" cy="3244607"/>
          </a:xfrm>
        </p:spPr>
      </p:pic>
    </p:spTree>
    <p:extLst>
      <p:ext uri="{BB962C8B-B14F-4D97-AF65-F5344CB8AC3E}">
        <p14:creationId xmlns:p14="http://schemas.microsoft.com/office/powerpoint/2010/main" val="2426134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Defining Virtualization</a:t>
            </a:r>
            <a:endParaRPr lang="zh-CN" altLang="en-US"/>
          </a:p>
        </p:txBody>
      </p:sp>
      <p:sp>
        <p:nvSpPr>
          <p:cNvPr id="3" name="Text Placeholder 2"/>
          <p:cNvSpPr>
            <a:spLocks noGrp="1"/>
          </p:cNvSpPr>
          <p:nvPr>
            <p:ph type="body" sz="quarter" idx="17"/>
          </p:nvPr>
        </p:nvSpPr>
        <p:spPr/>
        <p:txBody>
          <a:bodyPr/>
          <a:lstStyle/>
          <a:p>
            <a:r>
              <a:rPr lang="en-US" altLang="en-US"/>
              <a:t>Advantages of Virtualization </a:t>
            </a:r>
          </a:p>
          <a:p>
            <a:pPr lvl="1"/>
            <a:r>
              <a:rPr lang="en-US" altLang="en-US"/>
              <a:t>New virtual server machines can be made available (</a:t>
            </a:r>
            <a:r>
              <a:rPr lang="en-US" altLang="en-US" i="1"/>
              <a:t>host availability</a:t>
            </a:r>
            <a:r>
              <a:rPr lang="en-US" altLang="en-US"/>
              <a:t>) and resources can easily be expanded or contracted as needed (</a:t>
            </a:r>
            <a:r>
              <a:rPr lang="en-US" altLang="en-US" i="1"/>
              <a:t>host elasticity</a:t>
            </a:r>
            <a:r>
              <a:rPr lang="en-US" altLang="en-US"/>
              <a:t>)</a:t>
            </a:r>
          </a:p>
          <a:p>
            <a:pPr lvl="1"/>
            <a:r>
              <a:rPr lang="en-US" altLang="en-US"/>
              <a:t>Can reduce costs</a:t>
            </a:r>
          </a:p>
          <a:p>
            <a:pPr lvl="2"/>
            <a:r>
              <a:rPr lang="en-US" altLang="en-US"/>
              <a:t>Fewer physical computers must be purchased and maintained</a:t>
            </a:r>
          </a:p>
          <a:p>
            <a:pPr lvl="1"/>
            <a:r>
              <a:rPr lang="en-US" altLang="en-US"/>
              <a:t>Can provide uninterrupted server access to users</a:t>
            </a:r>
          </a:p>
          <a:p>
            <a:pPr lvl="2"/>
            <a:r>
              <a:rPr lang="en-US" altLang="en-US"/>
              <a:t>Supports </a:t>
            </a:r>
            <a:r>
              <a:rPr lang="en-US" altLang="en-US" i="1"/>
              <a:t>live migration </a:t>
            </a:r>
            <a:r>
              <a:rPr lang="en-US" altLang="en-US"/>
              <a:t>which allows a virtual machine to be moved to a different physical computer with no impact to users</a:t>
            </a:r>
          </a:p>
          <a:p>
            <a:endParaRPr lang="zh-CN" altLang="en-US"/>
          </a:p>
        </p:txBody>
      </p:sp>
    </p:spTree>
    <p:extLst>
      <p:ext uri="{BB962C8B-B14F-4D97-AF65-F5344CB8AC3E}">
        <p14:creationId xmlns:p14="http://schemas.microsoft.com/office/powerpoint/2010/main" val="1782285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Infrastructure as Code</a:t>
            </a:r>
            <a:endParaRPr lang="zh-CN" altLang="en-US"/>
          </a:p>
        </p:txBody>
      </p:sp>
      <p:sp>
        <p:nvSpPr>
          <p:cNvPr id="3" name="Text Placeholder 2"/>
          <p:cNvSpPr>
            <a:spLocks noGrp="1"/>
          </p:cNvSpPr>
          <p:nvPr>
            <p:ph type="body" sz="quarter" idx="17"/>
          </p:nvPr>
        </p:nvSpPr>
        <p:spPr/>
        <p:txBody>
          <a:bodyPr/>
          <a:lstStyle/>
          <a:p>
            <a:r>
              <a:rPr lang="en-US" altLang="zh-CN" b="1"/>
              <a:t> Software-defined network (SDN)</a:t>
            </a:r>
          </a:p>
          <a:p>
            <a:pPr lvl="1"/>
            <a:r>
              <a:rPr lang="en-US" altLang="zh-CN"/>
              <a:t>An SDN virtualizes parts of the physical network so that it can be more quickly and easily reconfigured</a:t>
            </a:r>
          </a:p>
          <a:p>
            <a:pPr lvl="1"/>
            <a:r>
              <a:rPr lang="en-US" altLang="zh-CN"/>
              <a:t>This is accomplished by separating the </a:t>
            </a:r>
            <a:r>
              <a:rPr lang="en-US" altLang="zh-CN" i="1"/>
              <a:t>control plane </a:t>
            </a:r>
            <a:r>
              <a:rPr lang="en-US" altLang="zh-CN"/>
              <a:t>from the </a:t>
            </a:r>
            <a:r>
              <a:rPr lang="en-US" altLang="zh-CN" i="1"/>
              <a:t>data plane</a:t>
            </a:r>
          </a:p>
          <a:p>
            <a:pPr lvl="1"/>
            <a:r>
              <a:rPr lang="en-US" altLang="zh-CN"/>
              <a:t>If traffic needs to flow through the network:</a:t>
            </a:r>
          </a:p>
          <a:p>
            <a:pPr lvl="2"/>
            <a:r>
              <a:rPr lang="en-US" altLang="zh-CN"/>
              <a:t>It receives permission from the SDN controller, which verifies the communication is permitted by the network policy of the enterprise</a:t>
            </a:r>
          </a:p>
          <a:p>
            <a:pPr lvl="2"/>
            <a:r>
              <a:rPr lang="en-US" altLang="zh-CN"/>
              <a:t>Once approved, the SDN controller computes a route for the flow to take and adds an entry for that flow in each of the switches along the path</a:t>
            </a:r>
          </a:p>
        </p:txBody>
      </p:sp>
    </p:spTree>
    <p:extLst>
      <p:ext uri="{BB962C8B-B14F-4D97-AF65-F5344CB8AC3E}">
        <p14:creationId xmlns:p14="http://schemas.microsoft.com/office/powerpoint/2010/main" val="3010950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Infrastructure as Code</a:t>
            </a:r>
            <a:endParaRPr lang="zh-CN" altLang="en-US"/>
          </a:p>
        </p:txBody>
      </p:sp>
      <p:sp>
        <p:nvSpPr>
          <p:cNvPr id="3" name="Text Placeholder 2"/>
          <p:cNvSpPr>
            <a:spLocks noGrp="1"/>
          </p:cNvSpPr>
          <p:nvPr>
            <p:ph type="body" sz="quarter" idx="17"/>
          </p:nvPr>
        </p:nvSpPr>
        <p:spPr/>
        <p:txBody>
          <a:bodyPr/>
          <a:lstStyle/>
          <a:p>
            <a:r>
              <a:rPr lang="en-US" altLang="zh-CN"/>
              <a:t>Software-Defined Visibility (SDV)</a:t>
            </a:r>
          </a:p>
          <a:p>
            <a:pPr lvl="1"/>
            <a:r>
              <a:rPr lang="en-US" altLang="zh-CN" b="1"/>
              <a:t>Software-defined visibility (SDV) </a:t>
            </a:r>
            <a:r>
              <a:rPr lang="en-US" altLang="zh-CN"/>
              <a:t>is a framework that allows users to create programs in which critical security functions can be automated</a:t>
            </a:r>
          </a:p>
          <a:p>
            <a:pPr lvl="1"/>
            <a:r>
              <a:rPr lang="en-US" altLang="zh-CN"/>
              <a:t>SDV allows network administrators to automate multiple functions in a network infrastructure including:</a:t>
            </a:r>
          </a:p>
          <a:p>
            <a:pPr lvl="2"/>
            <a:r>
              <a:rPr lang="en-US" altLang="zh-CN"/>
              <a:t>Dynamic response to detected threat patterns</a:t>
            </a:r>
          </a:p>
          <a:p>
            <a:pPr lvl="2"/>
            <a:r>
              <a:rPr lang="en-US" altLang="zh-CN"/>
              <a:t>Adjustments to traffic mode configurations for in-line security tools</a:t>
            </a:r>
          </a:p>
          <a:p>
            <a:pPr lvl="2"/>
            <a:r>
              <a:rPr lang="en-US" altLang="zh-CN"/>
              <a:t>Additional IT operations-management functions and capabilities</a:t>
            </a:r>
            <a:endParaRPr lang="zh-CN" altLang="en-US"/>
          </a:p>
        </p:txBody>
      </p:sp>
    </p:spTree>
    <p:extLst>
      <p:ext uri="{BB962C8B-B14F-4D97-AF65-F5344CB8AC3E}">
        <p14:creationId xmlns:p14="http://schemas.microsoft.com/office/powerpoint/2010/main" val="1374669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Security Concerns for Virtual Environments</a:t>
            </a:r>
            <a:endParaRPr lang="zh-CN" altLang="en-US"/>
          </a:p>
        </p:txBody>
      </p:sp>
      <p:sp>
        <p:nvSpPr>
          <p:cNvPr id="3" name="Text Placeholder 2"/>
          <p:cNvSpPr>
            <a:spLocks noGrp="1"/>
          </p:cNvSpPr>
          <p:nvPr>
            <p:ph type="body" sz="quarter" idx="17"/>
          </p:nvPr>
        </p:nvSpPr>
        <p:spPr/>
        <p:txBody>
          <a:bodyPr/>
          <a:lstStyle/>
          <a:p>
            <a:r>
              <a:rPr lang="en-US" altLang="en-US"/>
              <a:t>Security-related advantages of virtualization:</a:t>
            </a:r>
          </a:p>
          <a:p>
            <a:pPr lvl="1"/>
            <a:r>
              <a:rPr lang="en-US" altLang="en-US"/>
              <a:t>Test latest security updates by downloading on a virtual machine before installing on production computers</a:t>
            </a:r>
          </a:p>
          <a:p>
            <a:pPr lvl="1"/>
            <a:r>
              <a:rPr lang="en-US" altLang="en-US"/>
              <a:t>A </a:t>
            </a:r>
            <a:r>
              <a:rPr lang="en-US" altLang="en-US" i="1"/>
              <a:t>snapshot</a:t>
            </a:r>
            <a:r>
              <a:rPr lang="en-US" altLang="en-US"/>
              <a:t> of a particular state of a virtual machine can be saved for later use</a:t>
            </a:r>
          </a:p>
          <a:p>
            <a:pPr lvl="1"/>
            <a:r>
              <a:rPr lang="en-US" altLang="en-US"/>
              <a:t>Testing the existing security configuration </a:t>
            </a:r>
            <a:r>
              <a:rPr lang="en-US" altLang="en-US" i="1"/>
              <a:t>(security control testing)</a:t>
            </a:r>
            <a:r>
              <a:rPr lang="en-US" altLang="en-US"/>
              <a:t> can be performed using a simulated network environment</a:t>
            </a:r>
          </a:p>
          <a:p>
            <a:pPr lvl="1"/>
            <a:r>
              <a:rPr lang="en-US" altLang="en-US"/>
              <a:t>VMs can promote security segregation and isolation</a:t>
            </a:r>
          </a:p>
          <a:p>
            <a:pPr lvl="1"/>
            <a:r>
              <a:rPr lang="en-US" altLang="en-US"/>
              <a:t>A suspicious program can be loaded into an isolated virtual machine and executed </a:t>
            </a:r>
            <a:r>
              <a:rPr lang="en-US" altLang="en-US" i="1"/>
              <a:t>(sandboxing)</a:t>
            </a:r>
          </a:p>
          <a:p>
            <a:pPr lvl="2"/>
            <a:r>
              <a:rPr lang="en-US" altLang="en-US"/>
              <a:t>If the program is malware, only the virtual machine will be impacted</a:t>
            </a:r>
          </a:p>
          <a:p>
            <a:endParaRPr lang="zh-CN" altLang="en-US"/>
          </a:p>
        </p:txBody>
      </p:sp>
    </p:spTree>
    <p:extLst>
      <p:ext uri="{BB962C8B-B14F-4D97-AF65-F5344CB8AC3E}">
        <p14:creationId xmlns:p14="http://schemas.microsoft.com/office/powerpoint/2010/main" val="339541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Security Concerns for Virtual Environments</a:t>
            </a:r>
            <a:endParaRPr lang="zh-CN" altLang="en-US"/>
          </a:p>
        </p:txBody>
      </p:sp>
      <p:sp>
        <p:nvSpPr>
          <p:cNvPr id="3" name="Text Placeholder 2"/>
          <p:cNvSpPr>
            <a:spLocks noGrp="1"/>
          </p:cNvSpPr>
          <p:nvPr>
            <p:ph type="body" sz="quarter" idx="17"/>
          </p:nvPr>
        </p:nvSpPr>
        <p:spPr/>
        <p:txBody>
          <a:bodyPr/>
          <a:lstStyle/>
          <a:p>
            <a:r>
              <a:rPr lang="en-US" altLang="en-US"/>
              <a:t>Security concerns for virtualized environments:</a:t>
            </a:r>
          </a:p>
          <a:p>
            <a:pPr lvl="1"/>
            <a:r>
              <a:rPr lang="en-US" altLang="en-US"/>
              <a:t>Not all hypervisors have the necessary security controls to keep out attackers</a:t>
            </a:r>
          </a:p>
          <a:p>
            <a:pPr lvl="1"/>
            <a:r>
              <a:rPr lang="en-US" altLang="en-US"/>
              <a:t>Existing security tools were designed for single physical servers</a:t>
            </a:r>
          </a:p>
          <a:p>
            <a:pPr lvl="1"/>
            <a:r>
              <a:rPr lang="en-US" altLang="en-US"/>
              <a:t>VMs must be protected from both outside networks and other VMs on the same physical computer</a:t>
            </a:r>
          </a:p>
          <a:p>
            <a:pPr lvl="1"/>
            <a:r>
              <a:rPr lang="en-US" altLang="en-US"/>
              <a:t>VMs may be able to “escape” from the contained environment and directly interact with the host OS</a:t>
            </a:r>
          </a:p>
          <a:p>
            <a:pPr lvl="2"/>
            <a:r>
              <a:rPr lang="en-US" altLang="en-US"/>
              <a:t>Important to have </a:t>
            </a:r>
            <a:r>
              <a:rPr lang="en-US" altLang="en-US" b="1"/>
              <a:t>virtual machine escape protection</a:t>
            </a:r>
          </a:p>
          <a:p>
            <a:r>
              <a:rPr lang="en-US" altLang="en-US" i="1"/>
              <a:t>Virtual machine sprawl </a:t>
            </a:r>
            <a:r>
              <a:rPr lang="en-US" altLang="en-US"/>
              <a:t>is the widespread proliferation of VMs without proper oversight or management</a:t>
            </a:r>
          </a:p>
          <a:p>
            <a:r>
              <a:rPr lang="en-US" altLang="en-US"/>
              <a:t>Combating VM sprawl is called </a:t>
            </a:r>
            <a:r>
              <a:rPr lang="en-US" altLang="en-US" b="1"/>
              <a:t>virtual machine sprawl avoidance</a:t>
            </a:r>
          </a:p>
          <a:p>
            <a:pPr lvl="1"/>
            <a:r>
              <a:rPr lang="en-US" altLang="en-US"/>
              <a:t>Installing a virtual machine manager can help</a:t>
            </a:r>
          </a:p>
          <a:p>
            <a:endParaRPr lang="zh-CN" altLang="en-US"/>
          </a:p>
        </p:txBody>
      </p:sp>
    </p:spTree>
    <p:extLst>
      <p:ext uri="{BB962C8B-B14F-4D97-AF65-F5344CB8AC3E}">
        <p14:creationId xmlns:p14="http://schemas.microsoft.com/office/powerpoint/2010/main" val="2228749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Security Concerns for Virtual Environments</a:t>
            </a:r>
            <a:endParaRPr lang="zh-CN" altLang="en-US"/>
          </a:p>
        </p:txBody>
      </p:sp>
      <p:pic>
        <p:nvPicPr>
          <p:cNvPr id="5" name="Picture Placeholder 4" descr="Screenshot of the Solar Winds Virtual Machine Manager software that is used to monitor virtual machines and therefore combat virtual machine sprawl. The screenshot shown in the illustration displays a virtualization summary which is a dashboard that lists the details of all existing virtual machines. Under virtualization assets all virtual machines running on V M Ware and Hyper V are listed. A summary of virtual machines is displayed under Virtualization Asset Summary. Active virtualization alerts are also displaye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38200" y="1619557"/>
            <a:ext cx="6205728" cy="3834384"/>
          </a:xfrm>
          <a:prstGeom prst="rect">
            <a:avLst/>
          </a:prstGeom>
          <a:noFill/>
          <a:ln>
            <a:noFill/>
          </a:ln>
        </p:spPr>
      </p:pic>
      <p:sp>
        <p:nvSpPr>
          <p:cNvPr id="4" name="Text Placeholder 3"/>
          <p:cNvSpPr>
            <a:spLocks noGrp="1"/>
          </p:cNvSpPr>
          <p:nvPr>
            <p:ph type="body" sz="quarter" idx="11"/>
          </p:nvPr>
        </p:nvSpPr>
        <p:spPr>
          <a:xfrm>
            <a:off x="7377394" y="5118671"/>
            <a:ext cx="3976406" cy="335270"/>
          </a:xfrm>
        </p:spPr>
        <p:txBody>
          <a:bodyPr/>
          <a:lstStyle/>
          <a:p>
            <a:r>
              <a:rPr lang="en-US" altLang="zh-CN"/>
              <a:t>Figure 10-10 Virtual machine manager</a:t>
            </a:r>
            <a:endParaRPr lang="zh-CN" altLang="en-US"/>
          </a:p>
        </p:txBody>
      </p:sp>
    </p:spTree>
    <p:extLst>
      <p:ext uri="{BB962C8B-B14F-4D97-AF65-F5344CB8AC3E}">
        <p14:creationId xmlns:p14="http://schemas.microsoft.com/office/powerpoint/2010/main" val="274984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Secure Network Protocols</a:t>
            </a:r>
            <a:endParaRPr lang="zh-CN" altLang="en-US"/>
          </a:p>
        </p:txBody>
      </p:sp>
      <p:sp>
        <p:nvSpPr>
          <p:cNvPr id="3" name="Text Placeholder 2"/>
          <p:cNvSpPr>
            <a:spLocks noGrp="1"/>
          </p:cNvSpPr>
          <p:nvPr>
            <p:ph type="body" sz="quarter" idx="17"/>
          </p:nvPr>
        </p:nvSpPr>
        <p:spPr/>
        <p:txBody>
          <a:bodyPr/>
          <a:lstStyle/>
          <a:p>
            <a:r>
              <a:rPr lang="en-US" altLang="en-US"/>
              <a:t>Common secure network protocols include:</a:t>
            </a:r>
          </a:p>
          <a:p>
            <a:pPr lvl="1"/>
            <a:r>
              <a:rPr lang="en-US" altLang="en-US"/>
              <a:t>Simple Network Management Protocol (SNMP)</a:t>
            </a:r>
          </a:p>
          <a:p>
            <a:pPr lvl="1"/>
            <a:r>
              <a:rPr lang="en-US" altLang="en-US"/>
              <a:t>Domain Name System (DNS) Security Extensions</a:t>
            </a:r>
          </a:p>
          <a:p>
            <a:pPr lvl="1"/>
            <a:r>
              <a:rPr lang="en-US" altLang="en-US"/>
              <a:t>File Transfer Protocol</a:t>
            </a:r>
          </a:p>
          <a:p>
            <a:pPr lvl="1"/>
            <a:r>
              <a:rPr lang="en-US" altLang="en-US"/>
              <a:t>Secure email protocols</a:t>
            </a:r>
          </a:p>
          <a:p>
            <a:pPr lvl="1"/>
            <a:r>
              <a:rPr lang="en-US" altLang="en-US"/>
              <a:t>Lightweight Directory Access Protocol (LDAP)</a:t>
            </a:r>
          </a:p>
          <a:p>
            <a:pPr lvl="1"/>
            <a:r>
              <a:rPr lang="en-US" altLang="en-US"/>
              <a:t>Internet Protocol version 6 (IPv6)</a:t>
            </a:r>
          </a:p>
        </p:txBody>
      </p:sp>
    </p:spTree>
    <p:extLst>
      <p:ext uri="{BB962C8B-B14F-4D97-AF65-F5344CB8AC3E}">
        <p14:creationId xmlns:p14="http://schemas.microsoft.com/office/powerpoint/2010/main" val="285235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Simple Network Management Protocol (SNMP)</a:t>
            </a:r>
            <a:endParaRPr lang="zh-CN" altLang="en-US"/>
          </a:p>
        </p:txBody>
      </p:sp>
      <p:sp>
        <p:nvSpPr>
          <p:cNvPr id="3" name="Text Placeholder 2"/>
          <p:cNvSpPr>
            <a:spLocks noGrp="1"/>
          </p:cNvSpPr>
          <p:nvPr>
            <p:ph type="body" sz="quarter" idx="17"/>
          </p:nvPr>
        </p:nvSpPr>
        <p:spPr/>
        <p:txBody>
          <a:bodyPr/>
          <a:lstStyle/>
          <a:p>
            <a:r>
              <a:rPr lang="en-US" altLang="en-US"/>
              <a:t>SNMP is used to manage network equipment and is supported by most network equipment manufacturers</a:t>
            </a:r>
          </a:p>
          <a:p>
            <a:r>
              <a:rPr lang="en-US" altLang="en-US"/>
              <a:t>It allows administrators to remotely monitor, manage, and configure network devices</a:t>
            </a:r>
          </a:p>
          <a:p>
            <a:r>
              <a:rPr lang="en-US" altLang="en-US"/>
              <a:t>SNMP functions by exchanging management information between network devices</a:t>
            </a:r>
          </a:p>
          <a:p>
            <a:r>
              <a:rPr lang="en-US" altLang="en-US"/>
              <a:t>Each SNMP-managed device has an agent or a service</a:t>
            </a:r>
          </a:p>
          <a:p>
            <a:pPr lvl="1"/>
            <a:r>
              <a:rPr lang="en-US" altLang="en-US"/>
              <a:t>Listens for and executes commands</a:t>
            </a:r>
          </a:p>
          <a:p>
            <a:r>
              <a:rPr lang="en-US" altLang="en-US"/>
              <a:t>Agents are password protected</a:t>
            </a:r>
          </a:p>
          <a:p>
            <a:pPr lvl="1"/>
            <a:r>
              <a:rPr lang="en-US" altLang="en-US"/>
              <a:t>Password is known as a </a:t>
            </a:r>
            <a:r>
              <a:rPr lang="en-US" altLang="en-US" i="1"/>
              <a:t>community string</a:t>
            </a:r>
          </a:p>
          <a:p>
            <a:r>
              <a:rPr lang="en-US" altLang="en-US"/>
              <a:t>Security vulnerabilities were present in SMNP versions 1 and 2</a:t>
            </a:r>
          </a:p>
          <a:p>
            <a:pPr lvl="1"/>
            <a:r>
              <a:rPr lang="en-US" altLang="en-US"/>
              <a:t>Version 3 uses usernames and passwords along with encryption to address vulnerabilities</a:t>
            </a:r>
          </a:p>
          <a:p>
            <a:endParaRPr lang="en-US" altLang="zh-CN"/>
          </a:p>
          <a:p>
            <a:endParaRPr lang="zh-CN" altLang="en-US"/>
          </a:p>
        </p:txBody>
      </p:sp>
    </p:spTree>
    <p:extLst>
      <p:ext uri="{BB962C8B-B14F-4D97-AF65-F5344CB8AC3E}">
        <p14:creationId xmlns:p14="http://schemas.microsoft.com/office/powerpoint/2010/main" val="1704898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Domain Name System Security Extensions (DNSSEC)</a:t>
            </a:r>
            <a:endParaRPr lang="zh-CN" altLang="en-US"/>
          </a:p>
        </p:txBody>
      </p:sp>
      <p:sp>
        <p:nvSpPr>
          <p:cNvPr id="3" name="Text Placeholder 2"/>
          <p:cNvSpPr>
            <a:spLocks noGrp="1"/>
          </p:cNvSpPr>
          <p:nvPr>
            <p:ph type="body" sz="quarter" idx="17"/>
          </p:nvPr>
        </p:nvSpPr>
        <p:spPr/>
        <p:txBody>
          <a:bodyPr/>
          <a:lstStyle/>
          <a:p>
            <a:r>
              <a:rPr lang="en-US" altLang="en-US"/>
              <a:t>DNS is often the focus of attacks</a:t>
            </a:r>
          </a:p>
          <a:p>
            <a:pPr lvl="1"/>
            <a:r>
              <a:rPr lang="en-US" altLang="en-US"/>
              <a:t>DNS poisoning and DNS hijacking are examples</a:t>
            </a:r>
          </a:p>
          <a:p>
            <a:r>
              <a:rPr lang="en-US" altLang="en-US">
                <a:solidFill>
                  <a:schemeClr val="tx1"/>
                </a:solidFill>
              </a:rPr>
              <a:t>These attacks can be thwarted by using </a:t>
            </a:r>
            <a:r>
              <a:rPr lang="en-US" altLang="en-US" b="1">
                <a:solidFill>
                  <a:schemeClr val="tx1"/>
                </a:solidFill>
              </a:rPr>
              <a:t>Domain Name System Security Extensions </a:t>
            </a:r>
            <a:r>
              <a:rPr lang="en-US" altLang="en-US">
                <a:solidFill>
                  <a:schemeClr val="tx1"/>
                </a:solidFill>
              </a:rPr>
              <a:t>(</a:t>
            </a:r>
            <a:r>
              <a:rPr lang="en-US" altLang="en-US" b="1">
                <a:solidFill>
                  <a:schemeClr val="tx1"/>
                </a:solidFill>
              </a:rPr>
              <a:t>DNSSEC</a:t>
            </a:r>
            <a:r>
              <a:rPr lang="en-US" altLang="en-US">
                <a:solidFill>
                  <a:schemeClr val="tx1"/>
                </a:solidFill>
              </a:rPr>
              <a:t>)</a:t>
            </a:r>
          </a:p>
          <a:p>
            <a:pPr lvl="1"/>
            <a:r>
              <a:rPr lang="en-US" altLang="en-US">
                <a:solidFill>
                  <a:schemeClr val="tx1"/>
                </a:solidFill>
              </a:rPr>
              <a:t>DNSSEC adds additional resource records and message header information which can be used to verify the requested data has not been altered in transmission</a:t>
            </a:r>
          </a:p>
          <a:p>
            <a:r>
              <a:rPr lang="en-US" altLang="en-US">
                <a:solidFill>
                  <a:schemeClr val="tx1"/>
                </a:solidFill>
              </a:rPr>
              <a:t>Using asymmetric cryptography, a private key that is specific to a zone is used in encrypting a hash of a set of resource records</a:t>
            </a:r>
          </a:p>
          <a:p>
            <a:pPr lvl="1"/>
            <a:r>
              <a:rPr lang="en-US" altLang="en-US">
                <a:solidFill>
                  <a:schemeClr val="tx1"/>
                </a:solidFill>
              </a:rPr>
              <a:t>Which is then used to create the digital signature to be stored in the resource record</a:t>
            </a:r>
          </a:p>
          <a:p>
            <a:endParaRPr lang="en-US" altLang="zh-CN"/>
          </a:p>
          <a:p>
            <a:endParaRPr lang="zh-CN" altLang="en-US"/>
          </a:p>
        </p:txBody>
      </p:sp>
    </p:spTree>
    <p:extLst>
      <p:ext uri="{BB962C8B-B14F-4D97-AF65-F5344CB8AC3E}">
        <p14:creationId xmlns:p14="http://schemas.microsoft.com/office/powerpoint/2010/main" val="358529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File Transfer Protocol</a:t>
            </a:r>
            <a:endParaRPr lang="zh-CN" altLang="en-US"/>
          </a:p>
        </p:txBody>
      </p:sp>
      <p:sp>
        <p:nvSpPr>
          <p:cNvPr id="3" name="Text Placeholder 2"/>
          <p:cNvSpPr>
            <a:spLocks noGrp="1"/>
          </p:cNvSpPr>
          <p:nvPr>
            <p:ph type="body" sz="quarter" idx="17"/>
          </p:nvPr>
        </p:nvSpPr>
        <p:spPr/>
        <p:txBody>
          <a:bodyPr/>
          <a:lstStyle/>
          <a:p>
            <a:r>
              <a:rPr lang="en-US" altLang="en-US"/>
              <a:t>File transfer protocol (FTP) is an unsecure protocol used to connect to an FTP server in order to transfer files</a:t>
            </a:r>
          </a:p>
          <a:p>
            <a:r>
              <a:rPr lang="en-US" altLang="en-US"/>
              <a:t>Methods for using FTP on local host computer</a:t>
            </a:r>
          </a:p>
          <a:p>
            <a:pPr lvl="1"/>
            <a:r>
              <a:rPr lang="en-US" altLang="en-US" i="1"/>
              <a:t>Using an FTP client</a:t>
            </a:r>
          </a:p>
          <a:p>
            <a:pPr lvl="1"/>
            <a:r>
              <a:rPr lang="en-US" altLang="en-US" i="1"/>
              <a:t>From a command prompt</a:t>
            </a:r>
          </a:p>
          <a:p>
            <a:pPr lvl="1"/>
            <a:r>
              <a:rPr lang="en-US" altLang="en-US" i="1"/>
              <a:t>Using a web browser</a:t>
            </a:r>
          </a:p>
          <a:p>
            <a:r>
              <a:rPr lang="en-US" altLang="en-US"/>
              <a:t>FTP vulnerabilities include:</a:t>
            </a:r>
          </a:p>
          <a:p>
            <a:pPr lvl="1"/>
            <a:r>
              <a:rPr lang="en-US" altLang="en-US"/>
              <a:t>FTP does not use encryption</a:t>
            </a:r>
          </a:p>
          <a:p>
            <a:pPr lvl="1"/>
            <a:r>
              <a:rPr lang="en-US" altLang="en-US"/>
              <a:t>Files transferred using FTP are vulnerable to man-in-the-middle attacks</a:t>
            </a:r>
          </a:p>
          <a:p>
            <a:endParaRPr lang="zh-CN" altLang="en-US"/>
          </a:p>
        </p:txBody>
      </p:sp>
    </p:spTree>
    <p:extLst>
      <p:ext uri="{BB962C8B-B14F-4D97-AF65-F5344CB8AC3E}">
        <p14:creationId xmlns:p14="http://schemas.microsoft.com/office/powerpoint/2010/main" val="2813036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File Transfer Protocol</a:t>
            </a:r>
            <a:endParaRPr lang="zh-CN" altLang="en-US"/>
          </a:p>
        </p:txBody>
      </p:sp>
      <p:sp>
        <p:nvSpPr>
          <p:cNvPr id="3" name="Text Placeholder 2"/>
          <p:cNvSpPr>
            <a:spLocks noGrp="1"/>
          </p:cNvSpPr>
          <p:nvPr>
            <p:ph type="body" sz="quarter" idx="17"/>
          </p:nvPr>
        </p:nvSpPr>
        <p:spPr/>
        <p:txBody>
          <a:bodyPr/>
          <a:lstStyle/>
          <a:p>
            <a:r>
              <a:rPr lang="en-US" altLang="en-US"/>
              <a:t>There are two options for secure transmissions over FTP</a:t>
            </a:r>
          </a:p>
          <a:p>
            <a:pPr lvl="1"/>
            <a:r>
              <a:rPr lang="en-US" altLang="en-US"/>
              <a:t>FTP Secure (FTPS) uses SSL or TLS to encrypt commands sent over the control port (port 21)</a:t>
            </a:r>
          </a:p>
          <a:p>
            <a:pPr lvl="2"/>
            <a:r>
              <a:rPr lang="en-US" altLang="en-US"/>
              <a:t>The data port (port 20) may not be encrypted</a:t>
            </a:r>
          </a:p>
          <a:p>
            <a:pPr lvl="1"/>
            <a:r>
              <a:rPr lang="en-US" altLang="en-US"/>
              <a:t>Secure FTP (SFTP)</a:t>
            </a:r>
          </a:p>
          <a:p>
            <a:pPr lvl="2"/>
            <a:r>
              <a:rPr lang="en-US" altLang="en-US"/>
              <a:t>Uses only a single TCP port instead of two ports </a:t>
            </a:r>
          </a:p>
          <a:p>
            <a:pPr lvl="2"/>
            <a:r>
              <a:rPr lang="en-US" altLang="en-US"/>
              <a:t>All data and commands are encrypted</a:t>
            </a:r>
          </a:p>
        </p:txBody>
      </p:sp>
    </p:spTree>
    <p:extLst>
      <p:ext uri="{BB962C8B-B14F-4D97-AF65-F5344CB8AC3E}">
        <p14:creationId xmlns:p14="http://schemas.microsoft.com/office/powerpoint/2010/main" val="2362369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Secure Email Protocols</a:t>
            </a:r>
            <a:endParaRPr lang="zh-CN" altLang="en-US"/>
          </a:p>
        </p:txBody>
      </p:sp>
      <p:sp>
        <p:nvSpPr>
          <p:cNvPr id="3" name="Text Placeholder 2"/>
          <p:cNvSpPr>
            <a:spLocks noGrp="1"/>
          </p:cNvSpPr>
          <p:nvPr>
            <p:ph type="body" sz="quarter" idx="17"/>
          </p:nvPr>
        </p:nvSpPr>
        <p:spPr/>
        <p:txBody>
          <a:bodyPr/>
          <a:lstStyle/>
          <a:p>
            <a:r>
              <a:rPr lang="en-US" altLang="zh-CN"/>
              <a:t>Earlier email systems use two TCP/IP protocols to send and receive messages:</a:t>
            </a:r>
          </a:p>
          <a:p>
            <a:pPr lvl="1"/>
            <a:r>
              <a:rPr lang="en-US" altLang="zh-CN"/>
              <a:t>Simple Mail Transfer Protocol (SMTP) and Post Office Protocol (POP)</a:t>
            </a:r>
          </a:p>
          <a:p>
            <a:r>
              <a:rPr lang="en-US" altLang="zh-CN"/>
              <a:t>IMAP (Internet Mail Access Protocol) is a more recent and advanced email system</a:t>
            </a:r>
          </a:p>
          <a:p>
            <a:r>
              <a:rPr lang="en-US" altLang="zh-CN"/>
              <a:t>As a means of security, a </a:t>
            </a:r>
            <a:r>
              <a:rPr lang="en-US" altLang="zh-CN" i="1"/>
              <a:t>mail gateway </a:t>
            </a:r>
            <a:r>
              <a:rPr lang="en-US" altLang="zh-CN"/>
              <a:t>monitors emails for unwanted content and prevents these messages from being delivered</a:t>
            </a:r>
          </a:p>
          <a:p>
            <a:r>
              <a:rPr lang="en-US" altLang="zh-CN"/>
              <a:t>A mail gateway can automatically and transparently encrypt outbound email messages</a:t>
            </a:r>
          </a:p>
          <a:p>
            <a:endParaRPr lang="en-US" altLang="zh-CN"/>
          </a:p>
          <a:p>
            <a:endParaRPr lang="zh-CN" altLang="en-US"/>
          </a:p>
        </p:txBody>
      </p:sp>
    </p:spTree>
    <p:extLst>
      <p:ext uri="{BB962C8B-B14F-4D97-AF65-F5344CB8AC3E}">
        <p14:creationId xmlns:p14="http://schemas.microsoft.com/office/powerpoint/2010/main" val="437426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Lightweight Directory Access Protocol (LDAP)</a:t>
            </a:r>
            <a:endParaRPr lang="zh-CN" altLang="en-US"/>
          </a:p>
        </p:txBody>
      </p:sp>
      <p:sp>
        <p:nvSpPr>
          <p:cNvPr id="3" name="Text Placeholder 2"/>
          <p:cNvSpPr>
            <a:spLocks noGrp="1"/>
          </p:cNvSpPr>
          <p:nvPr>
            <p:ph type="body" sz="quarter" idx="17"/>
          </p:nvPr>
        </p:nvSpPr>
        <p:spPr/>
        <p:txBody>
          <a:bodyPr/>
          <a:lstStyle/>
          <a:p>
            <a:r>
              <a:rPr lang="en-US" altLang="zh-CN"/>
              <a:t>A </a:t>
            </a:r>
            <a:r>
              <a:rPr lang="en-US" altLang="zh-CN" b="1"/>
              <a:t>directory service </a:t>
            </a:r>
            <a:r>
              <a:rPr lang="en-US" altLang="zh-CN"/>
              <a:t>is a database stored on the network that contains information about users and network devices</a:t>
            </a:r>
          </a:p>
          <a:p>
            <a:pPr lvl="1"/>
            <a:r>
              <a:rPr lang="en-US" altLang="zh-CN"/>
              <a:t>The directory service also keeps track of all the resources on the network and a user’s privileges to those resources and grants or denies access based on the directory service information</a:t>
            </a:r>
          </a:p>
          <a:p>
            <a:r>
              <a:rPr lang="en-US" altLang="zh-CN" b="1"/>
              <a:t>Lightweight Directory Access Protocol </a:t>
            </a:r>
            <a:r>
              <a:rPr lang="en-US" altLang="zh-CN"/>
              <a:t>(</a:t>
            </a:r>
            <a:r>
              <a:rPr lang="en-US" altLang="zh-CN" b="1"/>
              <a:t>LDAP</a:t>
            </a:r>
            <a:r>
              <a:rPr lang="en-US" altLang="zh-CN"/>
              <a:t>) makes it possible for almost any application running on any computer platform to obtain directory information</a:t>
            </a:r>
          </a:p>
          <a:p>
            <a:r>
              <a:rPr lang="en-US" altLang="zh-CN"/>
              <a:t>A weakness of LDAP is that it can be subject to </a:t>
            </a:r>
            <a:r>
              <a:rPr lang="en-US" altLang="zh-CN" b="1"/>
              <a:t>LDAP injection attacks</a:t>
            </a:r>
          </a:p>
          <a:p>
            <a:pPr lvl="1"/>
            <a:r>
              <a:rPr lang="en-US" altLang="zh-CN"/>
              <a:t>This may allow an attacker to construct LDAP statements based on user input statements</a:t>
            </a:r>
          </a:p>
          <a:p>
            <a:r>
              <a:rPr lang="en-US" altLang="zh-CN"/>
              <a:t>The defense against LDAP injection attacks is to examine all user input before processing</a:t>
            </a:r>
            <a:endParaRPr lang="zh-CN" altLang="en-US"/>
          </a:p>
        </p:txBody>
      </p:sp>
    </p:spTree>
    <p:extLst>
      <p:ext uri="{BB962C8B-B14F-4D97-AF65-F5344CB8AC3E}">
        <p14:creationId xmlns:p14="http://schemas.microsoft.com/office/powerpoint/2010/main" val="4168432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Internet Protocol Version 6 (IPv6)</a:t>
            </a:r>
            <a:endParaRPr lang="zh-CN" altLang="en-US"/>
          </a:p>
        </p:txBody>
      </p:sp>
      <p:sp>
        <p:nvSpPr>
          <p:cNvPr id="3" name="Text Placeholder 2"/>
          <p:cNvSpPr>
            <a:spLocks noGrp="1"/>
          </p:cNvSpPr>
          <p:nvPr>
            <p:ph type="body" sz="quarter" idx="17"/>
          </p:nvPr>
        </p:nvSpPr>
        <p:spPr/>
        <p:txBody>
          <a:bodyPr/>
          <a:lstStyle/>
          <a:p>
            <a:r>
              <a:rPr lang="en-US" altLang="zh-CN"/>
              <a:t>IPv6 addresses weaknesses of IPv4 and also provides other significant improvements</a:t>
            </a:r>
          </a:p>
          <a:p>
            <a:pPr lvl="1"/>
            <a:r>
              <a:rPr lang="en-US" altLang="zh-CN"/>
              <a:t>IPv6 increases the number of available addresses</a:t>
            </a:r>
          </a:p>
          <a:p>
            <a:r>
              <a:rPr lang="en-US" altLang="zh-CN"/>
              <a:t>IPv6 has enhanced security features:</a:t>
            </a:r>
          </a:p>
          <a:p>
            <a:pPr lvl="1"/>
            <a:r>
              <a:rPr lang="en-US" altLang="zh-CN"/>
              <a:t>IPv6 can implement end-to-end encryption</a:t>
            </a:r>
          </a:p>
          <a:p>
            <a:pPr lvl="2"/>
            <a:r>
              <a:rPr lang="en-US" altLang="zh-CN"/>
              <a:t>This makes man-in-the-middle attacks significantly more difficult</a:t>
            </a:r>
          </a:p>
          <a:p>
            <a:pPr lvl="1"/>
            <a:r>
              <a:rPr lang="en-US" altLang="zh-CN"/>
              <a:t>IPv6 supports more secure name resolution</a:t>
            </a:r>
          </a:p>
          <a:p>
            <a:pPr lvl="2"/>
            <a:r>
              <a:rPr lang="en-US" altLang="zh-CN"/>
              <a:t>The Secure Neighbor Discovery (SEND) protocol can send cryptographic confirmation that an endpoint is who it claims to be</a:t>
            </a:r>
          </a:p>
          <a:p>
            <a:pPr lvl="2"/>
            <a:r>
              <a:rPr lang="en-US" altLang="zh-CN"/>
              <a:t>This makes ARP poisoning more difficult</a:t>
            </a:r>
          </a:p>
          <a:p>
            <a:pPr lvl="2"/>
            <a:endParaRPr lang="zh-CN" altLang="en-US"/>
          </a:p>
        </p:txBody>
      </p:sp>
    </p:spTree>
    <p:extLst>
      <p:ext uri="{BB962C8B-B14F-4D97-AF65-F5344CB8AC3E}">
        <p14:creationId xmlns:p14="http://schemas.microsoft.com/office/powerpoint/2010/main" val="300687829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1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0f302c04-584d-4df5-8948-8b6dd1f3c1a5"/>
    <ds:schemaRef ds:uri="48fa25a7-52b6-4e1f-81c8-80356bf072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385D83D5-733A-4FD2-B124-BEA55F840D9D}">
  <ds:schemaRefs>
    <ds:schemaRef ds:uri="0f302c04-584d-4df5-8948-8b6dd1f3c1a5"/>
    <ds:schemaRef ds:uri="48fa25a7-52b6-4e1f-81c8-80356bf07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Application>Microsoft Office PowerPoint</Application>
  <PresentationFormat>Widescreen</PresentationFormat>
  <Slides>35</Slides>
  <Notes>9</Notes>
  <HiddenSlides>0</HiddenSlide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1_Clarity</vt:lpstr>
      <vt:lpstr>PowerPoint Presentation</vt:lpstr>
      <vt:lpstr>Module Objectives</vt:lpstr>
      <vt:lpstr>Introduction to Cloud Computing</vt:lpstr>
      <vt:lpstr>Introduction to Cloud Computing</vt:lpstr>
      <vt:lpstr>Software-as-a-Service</vt:lpstr>
      <vt:lpstr>Platform-as-a-Service (PaaS)</vt:lpstr>
      <vt:lpstr>Infrastructure-as-a-Service (IaaS)</vt:lpstr>
      <vt:lpstr>IaaS vs PaaS vs SaaS</vt:lpstr>
      <vt:lpstr>Securing Cloud Computing</vt:lpstr>
      <vt:lpstr>Securing Cloud Computing</vt:lpstr>
      <vt:lpstr>Securing Cloud Computing</vt:lpstr>
      <vt:lpstr>Virtual Network Security</vt:lpstr>
      <vt:lpstr>Security groups</vt:lpstr>
      <vt:lpstr>Security groups</vt:lpstr>
      <vt:lpstr>Custom security group examples</vt:lpstr>
      <vt:lpstr>Securing Cloud Computing</vt:lpstr>
      <vt:lpstr>Securing Cloud Computing</vt:lpstr>
      <vt:lpstr>Defining Virtualization</vt:lpstr>
      <vt:lpstr>Defining Virtualization</vt:lpstr>
      <vt:lpstr>Defining Virtualization</vt:lpstr>
      <vt:lpstr>Defining Virtualization</vt:lpstr>
      <vt:lpstr>Defining Virtualization</vt:lpstr>
      <vt:lpstr>Infrastructure as Code</vt:lpstr>
      <vt:lpstr>Infrastructure as Code</vt:lpstr>
      <vt:lpstr>Security Concerns for Virtual Environments</vt:lpstr>
      <vt:lpstr>Security Concerns for Virtual Environments</vt:lpstr>
      <vt:lpstr>Security Concerns for Virtual Environments</vt:lpstr>
      <vt:lpstr>Secure Network Protocols</vt:lpstr>
      <vt:lpstr>Simple Network Management Protocol (SNMP)</vt:lpstr>
      <vt:lpstr>Domain Name System Security Extensions (DNSSEC)</vt:lpstr>
      <vt:lpstr>File Transfer Protocol</vt:lpstr>
      <vt:lpstr>File Transfer Protocol</vt:lpstr>
      <vt:lpstr>Secure Email Protocols</vt:lpstr>
      <vt:lpstr>Lightweight Directory Access Protocol (LDAP)</vt:lpstr>
      <vt:lpstr>Internet Protocol Version 6 (IPv6)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revision>1</cp:revision>
  <cp:lastPrinted>2016-10-03T15:29:39Z</cp:lastPrinted>
  <dcterms:created xsi:type="dcterms:W3CDTF">2019-11-14T21:20:16Z</dcterms:created>
  <dcterms:modified xsi:type="dcterms:W3CDTF">2023-11-13T15:09:56Z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